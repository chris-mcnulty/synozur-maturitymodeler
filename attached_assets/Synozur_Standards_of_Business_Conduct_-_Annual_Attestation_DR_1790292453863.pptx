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457" r:id="rId3"/>
    <p:sldId id="659" r:id="rId4"/>
    <p:sldId id="862" r:id="rId5"/>
    <p:sldId id="1066" r:id="rId6"/>
    <p:sldId id="1271" r:id="rId7"/>
    <p:sldId id="1477" r:id="rId8"/>
    <p:sldId id="1684" r:id="rId9"/>
    <p:sldId id="1892" r:id="rId10"/>
    <p:sldId id="2101" r:id="rId11"/>
    <p:sldId id="2311" r:id="rId12"/>
    <p:sldId id="2522" r:id="rId13"/>
    <p:sldId id="2734" r:id="rId14"/>
    <p:sldId id="2947" r:id="rId15"/>
    <p:sldId id="3161" r:id="rId16"/>
    <p:sldId id="3376" r:id="rId17"/>
    <p:sldId id="3592" r:id="rId18"/>
    <p:sldId id="3809" r:id="rId19"/>
    <p:sldId id="4027" r:id="rId20"/>
    <p:sldId id="424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1BD8E7-BA3D-49B6-B86B-A1FF53412F48}" v="2" dt="2026-09-23T20:15:12.090"/>
    <p1510:client id="{9377D277-1747-4356-9A47-8707C143B6FC}" v="7" dt="2026-09-23T20:24:15.3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5869149F-C251-444B-8677-CFF022829ADF}"/>
    <pc:docChg chg="modSld">
      <pc:chgData name="" userId="" providerId="" clId="Web-{5869149F-C251-444B-8677-CFF022829ADF}" dt="2026-09-23T20:37:45.548" v="0" actId="34807"/>
      <pc:docMkLst>
        <pc:docMk/>
      </pc:docMkLst>
      <pc:sldChg chg="modNotesTx">
        <pc:chgData name="" userId="" providerId="" clId="Web-{5869149F-C251-444B-8677-CFF022829ADF}" dt="2026-09-23T20:37:45.548" v="0" actId="34807"/>
        <pc:sldMkLst>
          <pc:docMk/>
          <pc:sldMk cId="0" sldId="256"/>
        </pc:sldMkLst>
      </pc:sldChg>
      <pc:sldChg chg="modSp modNotesTx">
        <pc:chgData name="" userId="" providerId="" clId="Web-{5869149F-C251-444B-8677-CFF022829ADF}" dt="2026-09-23T20:37:45.548" v="0" actId="34807"/>
        <pc:sldMkLst>
          <pc:docMk/>
          <pc:sldMk cId="3554873719" sldId="457"/>
        </pc:sldMkLst>
        <pc:spChg chg="mod">
          <ac:chgData name="" userId="" providerId="" clId="Web-{5869149F-C251-444B-8677-CFF022829ADF}" dt="2026-09-23T20:37:45.548" v="0" actId="34807"/>
          <ac:spMkLst>
            <pc:docMk/>
            <pc:sldMk cId="3554873719" sldId="457"/>
            <ac:spMk id="125" creationId="{2F19B423-D7DF-F5B6-1465-3DB9C3102611}"/>
          </ac:spMkLst>
        </pc:spChg>
        <pc:spChg chg="mod">
          <ac:chgData name="" userId="" providerId="" clId="Web-{5869149F-C251-444B-8677-CFF022829ADF}" dt="2026-09-23T20:37:45.548" v="0" actId="34807"/>
          <ac:spMkLst>
            <pc:docMk/>
            <pc:sldMk cId="3554873719" sldId="457"/>
            <ac:spMk id="158" creationId="{B20345CA-DC29-3B9E-0F5C-249908F57C22}"/>
          </ac:spMkLst>
        </pc:spChg>
        <pc:spChg chg="mod">
          <ac:chgData name="" userId="" providerId="" clId="Web-{5869149F-C251-444B-8677-CFF022829ADF}" dt="2026-09-23T20:37:45.548" v="0" actId="34807"/>
          <ac:spMkLst>
            <pc:docMk/>
            <pc:sldMk cId="3554873719" sldId="457"/>
            <ac:spMk id="215" creationId="{C1CCACE9-3346-9D58-304F-BBE39EE18ADD}"/>
          </ac:spMkLst>
        </pc:spChg>
        <pc:spChg chg="mod">
          <ac:chgData name="" userId="" providerId="" clId="Web-{5869149F-C251-444B-8677-CFF022829ADF}" dt="2026-09-23T20:37:45.548" v="0" actId="34807"/>
          <ac:spMkLst>
            <pc:docMk/>
            <pc:sldMk cId="3554873719" sldId="457"/>
            <ac:spMk id="281" creationId="{C1FCBE81-4945-6F3A-6E3F-B5213A2E7C83}"/>
          </ac:spMkLst>
        </pc:spChg>
      </pc:sldChg>
      <pc:sldChg chg="modSp modNotesTx">
        <pc:chgData name="" userId="" providerId="" clId="Web-{5869149F-C251-444B-8677-CFF022829ADF}" dt="2026-09-23T20:37:45.548" v="0" actId="34807"/>
        <pc:sldMkLst>
          <pc:docMk/>
          <pc:sldMk cId="1311526038" sldId="659"/>
        </pc:sldMkLst>
        <pc:spChg chg="mod">
          <ac:chgData name="" userId="" providerId="" clId="Web-{5869149F-C251-444B-8677-CFF022829ADF}" dt="2026-09-23T20:37:45.548" v="0" actId="34807"/>
          <ac:spMkLst>
            <pc:docMk/>
            <pc:sldMk cId="1311526038" sldId="659"/>
            <ac:spMk id="440" creationId="{2DE2C5A6-EEAF-BF1A-A2BE-915003F3D5A4}"/>
          </ac:spMkLst>
        </pc:spChg>
        <pc:spChg chg="mod">
          <ac:chgData name="" userId="" providerId="" clId="Web-{5869149F-C251-444B-8677-CFF022829ADF}" dt="2026-09-23T20:37:45.548" v="0" actId="34807"/>
          <ac:spMkLst>
            <pc:docMk/>
            <pc:sldMk cId="1311526038" sldId="659"/>
            <ac:spMk id="501" creationId="{FC5160B2-1A79-9AEF-18D6-641718672C05}"/>
          </ac:spMkLst>
        </pc:spChg>
        <pc:spChg chg="mod">
          <ac:chgData name="" userId="" providerId="" clId="Web-{5869149F-C251-444B-8677-CFF022829ADF}" dt="2026-09-23T20:37:45.548" v="0" actId="34807"/>
          <ac:spMkLst>
            <pc:docMk/>
            <pc:sldMk cId="1311526038" sldId="659"/>
            <ac:spMk id="600" creationId="{05C8D5B2-8F01-0A9C-073F-33252493D274}"/>
          </ac:spMkLst>
        </pc:spChg>
        <pc:spChg chg="mod">
          <ac:chgData name="" userId="" providerId="" clId="Web-{5869149F-C251-444B-8677-CFF022829ADF}" dt="2026-09-23T20:37:45.548" v="0" actId="34807"/>
          <ac:spMkLst>
            <pc:docMk/>
            <pc:sldMk cId="1311526038" sldId="659"/>
            <ac:spMk id="635" creationId="{52310DDB-6C43-E5BB-A38D-AD38EC85D7AA}"/>
          </ac:spMkLst>
        </pc:spChg>
        <pc:spChg chg="mod">
          <ac:chgData name="" userId="" providerId="" clId="Web-{5869149F-C251-444B-8677-CFF022829ADF}" dt="2026-09-23T20:37:45.548" v="0" actId="34807"/>
          <ac:spMkLst>
            <pc:docMk/>
            <pc:sldMk cId="1311526038" sldId="659"/>
            <ac:spMk id="785" creationId="{E7CE5481-24CE-6328-C0B2-60A2B1584EE3}"/>
          </ac:spMkLst>
        </pc:spChg>
      </pc:sldChg>
      <pc:sldChg chg="modSp modNotesTx">
        <pc:chgData name="" userId="" providerId="" clId="Web-{5869149F-C251-444B-8677-CFF022829ADF}" dt="2026-09-23T20:37:45.548" v="0" actId="34807"/>
        <pc:sldMkLst>
          <pc:docMk/>
          <pc:sldMk cId="3593776381" sldId="862"/>
        </pc:sldMkLst>
        <pc:spChg chg="mod">
          <ac:chgData name="" userId="" providerId="" clId="Web-{5869149F-C251-444B-8677-CFF022829ADF}" dt="2026-09-23T20:37:45.548" v="0" actId="34807"/>
          <ac:spMkLst>
            <pc:docMk/>
            <pc:sldMk cId="3593776381" sldId="862"/>
            <ac:spMk id="1086" creationId="{3D1C590F-7AE6-E7CF-CD52-E62D635312A4}"/>
          </ac:spMkLst>
        </pc:spChg>
        <pc:spChg chg="mod">
          <ac:chgData name="" userId="" providerId="" clId="Web-{5869149F-C251-444B-8677-CFF022829ADF}" dt="2026-09-23T20:37:45.548" v="0" actId="34807"/>
          <ac:spMkLst>
            <pc:docMk/>
            <pc:sldMk cId="3593776381" sldId="862"/>
            <ac:spMk id="1181" creationId="{7A7E93A0-787D-7578-F777-24E6E55BD6C1}"/>
          </ac:spMkLst>
        </pc:spChg>
        <pc:spChg chg="mod">
          <ac:chgData name="" userId="" providerId="" clId="Web-{5869149F-C251-444B-8677-CFF022829ADF}" dt="2026-09-23T20:37:45.548" v="0" actId="34807"/>
          <ac:spMkLst>
            <pc:docMk/>
            <pc:sldMk cId="3593776381" sldId="862"/>
            <ac:spMk id="1331" creationId="{20F56915-C064-E0FE-3BD3-AEA81313009B}"/>
          </ac:spMkLst>
        </pc:spChg>
        <pc:spChg chg="mod">
          <ac:chgData name="" userId="" providerId="" clId="Web-{5869149F-C251-444B-8677-CFF022829ADF}" dt="2026-09-23T20:37:45.548" v="0" actId="34807"/>
          <ac:spMkLst>
            <pc:docMk/>
            <pc:sldMk cId="3593776381" sldId="862"/>
            <ac:spMk id="1490" creationId="{25839287-0EBB-7F55-23E3-58A4A82A8913}"/>
          </ac:spMkLst>
        </pc:spChg>
      </pc:sldChg>
      <pc:sldChg chg="modSp modNotesTx">
        <pc:chgData name="" userId="" providerId="" clId="Web-{5869149F-C251-444B-8677-CFF022829ADF}" dt="2026-09-23T20:37:45.548" v="0" actId="34807"/>
        <pc:sldMkLst>
          <pc:docMk/>
          <pc:sldMk cId="3346186341" sldId="1066"/>
        </pc:sldMkLst>
        <pc:spChg chg="mod">
          <ac:chgData name="" userId="" providerId="" clId="Web-{5869149F-C251-444B-8677-CFF022829ADF}" dt="2026-09-23T20:37:45.548" v="0" actId="34807"/>
          <ac:spMkLst>
            <pc:docMk/>
            <pc:sldMk cId="3346186341" sldId="1066"/>
            <ac:spMk id="1835" creationId="{70F6D90A-4C48-472B-B20A-60B711DC3BC8}"/>
          </ac:spMkLst>
        </pc:spChg>
        <pc:spChg chg="mod">
          <ac:chgData name="" userId="" providerId="" clId="Web-{5869149F-C251-444B-8677-CFF022829ADF}" dt="2026-09-23T20:37:45.548" v="0" actId="34807"/>
          <ac:spMkLst>
            <pc:docMk/>
            <pc:sldMk cId="3346186341" sldId="1066"/>
            <ac:spMk id="2150" creationId="{B99C8449-5AD1-A60C-E869-3547340A3878}"/>
          </ac:spMkLst>
        </pc:spChg>
        <pc:spChg chg="mod">
          <ac:chgData name="" userId="" providerId="" clId="Web-{5869149F-C251-444B-8677-CFF022829ADF}" dt="2026-09-23T20:37:45.548" v="0" actId="34807"/>
          <ac:spMkLst>
            <pc:docMk/>
            <pc:sldMk cId="3346186341" sldId="1066"/>
            <ac:spMk id="2351" creationId="{5A2101CD-FD30-65BB-827C-31923FE24B19}"/>
          </ac:spMkLst>
        </pc:spChg>
      </pc:sldChg>
      <pc:sldChg chg="modSp modNotesTx">
        <pc:chgData name="" userId="" providerId="" clId="Web-{5869149F-C251-444B-8677-CFF022829ADF}" dt="2026-09-23T20:37:45.548" v="0" actId="34807"/>
        <pc:sldMkLst>
          <pc:docMk/>
          <pc:sldMk cId="2537011641" sldId="1271"/>
        </pc:sldMkLst>
        <pc:spChg chg="mod">
          <ac:chgData name="" userId="" providerId="" clId="Web-{5869149F-C251-444B-8677-CFF022829ADF}" dt="2026-09-23T20:37:45.548" v="0" actId="34807"/>
          <ac:spMkLst>
            <pc:docMk/>
            <pc:sldMk cId="2537011641" sldId="1271"/>
            <ac:spMk id="2780" creationId="{B704D8AB-A4F6-D686-4EF7-54427403D499}"/>
          </ac:spMkLst>
        </pc:spChg>
        <pc:spChg chg="mod">
          <ac:chgData name="" userId="" providerId="" clId="Web-{5869149F-C251-444B-8677-CFF022829ADF}" dt="2026-09-23T20:37:45.548" v="0" actId="34807"/>
          <ac:spMkLst>
            <pc:docMk/>
            <pc:sldMk cId="2537011641" sldId="1271"/>
            <ac:spMk id="2931" creationId="{FA296FC8-18FA-DF8C-BDBC-C1D075EDCE69}"/>
          </ac:spMkLst>
        </pc:spChg>
        <pc:spChg chg="mod">
          <ac:chgData name="" userId="" providerId="" clId="Web-{5869149F-C251-444B-8677-CFF022829ADF}" dt="2026-09-23T20:37:45.548" v="0" actId="34807"/>
          <ac:spMkLst>
            <pc:docMk/>
            <pc:sldMk cId="2537011641" sldId="1271"/>
            <ac:spMk id="3086" creationId="{229D9299-826B-7F34-2D85-CA0992AA3AC6}"/>
          </ac:spMkLst>
        </pc:spChg>
        <pc:spChg chg="mod">
          <ac:chgData name="" userId="" providerId="" clId="Web-{5869149F-C251-444B-8677-CFF022829ADF}" dt="2026-09-23T20:37:45.548" v="0" actId="34807"/>
          <ac:spMkLst>
            <pc:docMk/>
            <pc:sldMk cId="2537011641" sldId="1271"/>
            <ac:spMk id="3165" creationId="{FE27E9CF-0C56-DBA2-8619-AC9DD3E6BEC0}"/>
          </ac:spMkLst>
        </pc:spChg>
        <pc:spChg chg="mod">
          <ac:chgData name="" userId="" providerId="" clId="Web-{5869149F-C251-444B-8677-CFF022829ADF}" dt="2026-09-23T20:37:45.548" v="0" actId="34807"/>
          <ac:spMkLst>
            <pc:docMk/>
            <pc:sldMk cId="2537011641" sldId="1271"/>
            <ac:spMk id="3245" creationId="{923B0A65-A93B-1A37-B405-4234B19539BF}"/>
          </ac:spMkLst>
        </pc:spChg>
        <pc:spChg chg="mod">
          <ac:chgData name="" userId="" providerId="" clId="Web-{5869149F-C251-444B-8677-CFF022829ADF}" dt="2026-09-23T20:37:45.548" v="0" actId="34807"/>
          <ac:spMkLst>
            <pc:docMk/>
            <pc:sldMk cId="2537011641" sldId="1271"/>
            <ac:spMk id="3575" creationId="{BEE81A97-CB9B-E603-7747-9B2EBD91CA67}"/>
          </ac:spMkLst>
        </pc:spChg>
        <pc:spChg chg="mod">
          <ac:chgData name="" userId="" providerId="" clId="Web-{5869149F-C251-444B-8677-CFF022829ADF}" dt="2026-09-23T20:37:45.548" v="0" actId="34807"/>
          <ac:spMkLst>
            <pc:docMk/>
            <pc:sldMk cId="2537011641" sldId="1271"/>
            <ac:spMk id="3833" creationId="{8CF950E0-9970-1D05-08CE-144C4E7541C2}"/>
          </ac:spMkLst>
        </pc:spChg>
      </pc:sldChg>
      <pc:sldChg chg="modSp modNotesTx">
        <pc:chgData name="" userId="" providerId="" clId="Web-{5869149F-C251-444B-8677-CFF022829ADF}" dt="2026-09-23T20:37:45.548" v="0" actId="34807"/>
        <pc:sldMkLst>
          <pc:docMk/>
          <pc:sldMk cId="1935787609" sldId="1477"/>
        </pc:sldMkLst>
        <pc:spChg chg="mod">
          <ac:chgData name="" userId="" providerId="" clId="Web-{5869149F-C251-444B-8677-CFF022829ADF}" dt="2026-09-23T20:37:45.548" v="0" actId="34807"/>
          <ac:spMkLst>
            <pc:docMk/>
            <pc:sldMk cId="1935787609" sldId="1477"/>
            <ac:spMk id="4191" creationId="{AB5D7DFA-F7FE-8E62-CB7B-BCB51DD3FE84}"/>
          </ac:spMkLst>
        </pc:spChg>
        <pc:spChg chg="mod">
          <ac:chgData name="" userId="" providerId="" clId="Web-{5869149F-C251-444B-8677-CFF022829ADF}" dt="2026-09-23T20:37:45.548" v="0" actId="34807"/>
          <ac:spMkLst>
            <pc:docMk/>
            <pc:sldMk cId="1935787609" sldId="1477"/>
            <ac:spMk id="4376" creationId="{285AF226-8B68-9045-6ABF-640FA65623F7}"/>
          </ac:spMkLst>
        </pc:spChg>
        <pc:spChg chg="mod">
          <ac:chgData name="" userId="" providerId="" clId="Web-{5869149F-C251-444B-8677-CFF022829ADF}" dt="2026-09-23T20:37:45.548" v="0" actId="34807"/>
          <ac:spMkLst>
            <pc:docMk/>
            <pc:sldMk cId="1935787609" sldId="1477"/>
            <ac:spMk id="4661" creationId="{CEDA610A-9451-BE66-7DC6-AC712DA2F594}"/>
          </ac:spMkLst>
        </pc:spChg>
        <pc:spChg chg="mod">
          <ac:chgData name="" userId="" providerId="" clId="Web-{5869149F-C251-444B-8677-CFF022829ADF}" dt="2026-09-23T20:37:45.548" v="0" actId="34807"/>
          <ac:spMkLst>
            <pc:docMk/>
            <pc:sldMk cId="1935787609" sldId="1477"/>
            <ac:spMk id="4955" creationId="{D5740AC1-80BE-C9E9-3403-E8CFD48B6F0C}"/>
          </ac:spMkLst>
        </pc:spChg>
      </pc:sldChg>
      <pc:sldChg chg="modSp modNotesTx">
        <pc:chgData name="" userId="" providerId="" clId="Web-{5869149F-C251-444B-8677-CFF022829ADF}" dt="2026-09-23T20:37:45.548" v="0" actId="34807"/>
        <pc:sldMkLst>
          <pc:docMk/>
          <pc:sldMk cId="2199697486" sldId="1684"/>
        </pc:sldMkLst>
        <pc:spChg chg="mod">
          <ac:chgData name="" userId="" providerId="" clId="Web-{5869149F-C251-444B-8677-CFF022829ADF}" dt="2026-09-23T20:37:45.548" v="0" actId="34807"/>
          <ac:spMkLst>
            <pc:docMk/>
            <pc:sldMk cId="2199697486" sldId="1684"/>
            <ac:spMk id="5570" creationId="{3BE59A50-4BAA-5B50-8CCE-516415BCD701}"/>
          </ac:spMkLst>
        </pc:spChg>
        <pc:spChg chg="mod">
          <ac:chgData name="" userId="" providerId="" clId="Web-{5869149F-C251-444B-8677-CFF022829ADF}" dt="2026-09-23T20:37:45.548" v="0" actId="34807"/>
          <ac:spMkLst>
            <pc:docMk/>
            <pc:sldMk cId="2199697486" sldId="1684"/>
            <ac:spMk id="6110" creationId="{74004B9C-168B-A955-7E0B-1B0A7A395F96}"/>
          </ac:spMkLst>
        </pc:spChg>
        <pc:spChg chg="mod">
          <ac:chgData name="" userId="" providerId="" clId="Web-{5869149F-C251-444B-8677-CFF022829ADF}" dt="2026-09-23T20:37:45.548" v="0" actId="34807"/>
          <ac:spMkLst>
            <pc:docMk/>
            <pc:sldMk cId="2199697486" sldId="1684"/>
            <ac:spMk id="6446" creationId="{909848DA-752A-004C-7FB7-8A549A29A369}"/>
          </ac:spMkLst>
        </pc:spChg>
      </pc:sldChg>
      <pc:sldChg chg="modSp modNotesTx">
        <pc:chgData name="" userId="" providerId="" clId="Web-{5869149F-C251-444B-8677-CFF022829ADF}" dt="2026-09-23T20:37:45.548" v="0" actId="34807"/>
        <pc:sldMkLst>
          <pc:docMk/>
          <pc:sldMk cId="219408922" sldId="1892"/>
        </pc:sldMkLst>
        <pc:spChg chg="mod">
          <ac:chgData name="" userId="" providerId="" clId="Web-{5869149F-C251-444B-8677-CFF022829ADF}" dt="2026-09-23T20:37:45.548" v="0" actId="34807"/>
          <ac:spMkLst>
            <pc:docMk/>
            <pc:sldMk cId="219408922" sldId="1892"/>
            <ac:spMk id="7145" creationId="{ABBB48AA-985C-0DE8-589D-ECCC17ADABD4}"/>
          </ac:spMkLst>
        </pc:spChg>
        <pc:spChg chg="mod">
          <ac:chgData name="" userId="" providerId="" clId="Web-{5869149F-C251-444B-8677-CFF022829ADF}" dt="2026-09-23T20:37:45.548" v="0" actId="34807"/>
          <ac:spMkLst>
            <pc:docMk/>
            <pc:sldMk cId="219408922" sldId="1892"/>
            <ac:spMk id="7386" creationId="{288F4671-89E9-3250-89BA-DC4E3E7DE628}"/>
          </ac:spMkLst>
        </pc:spChg>
        <pc:spChg chg="mod">
          <ac:chgData name="" userId="" providerId="" clId="Web-{5869149F-C251-444B-8677-CFF022829ADF}" dt="2026-09-23T20:37:45.548" v="0" actId="34807"/>
          <ac:spMkLst>
            <pc:docMk/>
            <pc:sldMk cId="219408922" sldId="1892"/>
            <ac:spMk id="7755" creationId="{E38982C6-07FB-19A1-DA93-F5173897CB99}"/>
          </ac:spMkLst>
        </pc:spChg>
        <pc:spChg chg="mod">
          <ac:chgData name="" userId="" providerId="" clId="Web-{5869149F-C251-444B-8677-CFF022829ADF}" dt="2026-09-23T20:37:45.548" v="0" actId="34807"/>
          <ac:spMkLst>
            <pc:docMk/>
            <pc:sldMk cId="219408922" sldId="1892"/>
            <ac:spMk id="7880" creationId="{EF54B35E-7037-F1EB-EFB9-4565B68D3876}"/>
          </ac:spMkLst>
        </pc:spChg>
        <pc:spChg chg="mod">
          <ac:chgData name="" userId="" providerId="" clId="Web-{5869149F-C251-444B-8677-CFF022829ADF}" dt="2026-09-23T20:37:45.548" v="0" actId="34807"/>
          <ac:spMkLst>
            <pc:docMk/>
            <pc:sldMk cId="219408922" sldId="1892"/>
            <ac:spMk id="8261" creationId="{F0B1B2E0-538A-97AF-F9C9-167FA4B3D60D}"/>
          </ac:spMkLst>
        </pc:spChg>
        <pc:spChg chg="mod">
          <ac:chgData name="" userId="" providerId="" clId="Web-{5869149F-C251-444B-8677-CFF022829ADF}" dt="2026-09-23T20:37:45.548" v="0" actId="34807"/>
          <ac:spMkLst>
            <pc:docMk/>
            <pc:sldMk cId="219408922" sldId="1892"/>
            <ac:spMk id="8390" creationId="{D4ADC1FF-CBCB-8317-7631-90C467AA2DEB}"/>
          </ac:spMkLst>
        </pc:spChg>
        <pc:spChg chg="mod">
          <ac:chgData name="" userId="" providerId="" clId="Web-{5869149F-C251-444B-8677-CFF022829ADF}" dt="2026-09-23T20:37:45.548" v="0" actId="34807"/>
          <ac:spMkLst>
            <pc:docMk/>
            <pc:sldMk cId="219408922" sldId="1892"/>
            <ac:spMk id="8651" creationId="{D204084B-9EE8-EA77-4466-DBADA7DCD7A8}"/>
          </ac:spMkLst>
        </pc:spChg>
      </pc:sldChg>
      <pc:sldChg chg="modSp modNotesTx">
        <pc:chgData name="" userId="" providerId="" clId="Web-{5869149F-C251-444B-8677-CFF022829ADF}" dt="2026-09-23T20:37:45.548" v="0" actId="34807"/>
        <pc:sldMkLst>
          <pc:docMk/>
          <pc:sldMk cId="3203671895" sldId="2101"/>
        </pc:sldMkLst>
        <pc:spChg chg="mod">
          <ac:chgData name="" userId="" providerId="" clId="Web-{5869149F-C251-444B-8677-CFF022829ADF}" dt="2026-09-23T20:37:45.548" v="0" actId="34807"/>
          <ac:spMkLst>
            <pc:docMk/>
            <pc:sldMk cId="3203671895" sldId="2101"/>
            <ac:spMk id="9321" creationId="{257F5FD7-1230-28A3-BD33-893E0A064306}"/>
          </ac:spMkLst>
        </pc:spChg>
        <pc:spChg chg="mod">
          <ac:chgData name="" userId="" providerId="" clId="Web-{5869149F-C251-444B-8677-CFF022829ADF}" dt="2026-09-23T20:37:45.548" v="0" actId="34807"/>
          <ac:spMkLst>
            <pc:docMk/>
            <pc:sldMk cId="3203671895" sldId="2101"/>
            <ac:spMk id="9596" creationId="{68326D0C-097F-DB23-013C-71AA95A17FF0}"/>
          </ac:spMkLst>
        </pc:spChg>
        <pc:spChg chg="mod">
          <ac:chgData name="" userId="" providerId="" clId="Web-{5869149F-C251-444B-8677-CFF022829ADF}" dt="2026-09-23T20:37:45.548" v="0" actId="34807"/>
          <ac:spMkLst>
            <pc:docMk/>
            <pc:sldMk cId="3203671895" sldId="2101"/>
            <ac:spMk id="10016" creationId="{CB3883D3-B570-D93D-8E2F-1E0B25977D46}"/>
          </ac:spMkLst>
        </pc:spChg>
        <pc:spChg chg="mod">
          <ac:chgData name="" userId="" providerId="" clId="Web-{5869149F-C251-444B-8677-CFF022829ADF}" dt="2026-09-23T20:37:45.548" v="0" actId="34807"/>
          <ac:spMkLst>
            <pc:docMk/>
            <pc:sldMk cId="3203671895" sldId="2101"/>
            <ac:spMk id="10445" creationId="{B09509F4-C468-FB63-F74C-A58C6C9B6FD2}"/>
          </ac:spMkLst>
        </pc:spChg>
      </pc:sldChg>
      <pc:sldChg chg="modSp modNotesTx">
        <pc:chgData name="" userId="" providerId="" clId="Web-{5869149F-C251-444B-8677-CFF022829ADF}" dt="2026-09-23T20:37:45.548" v="0" actId="34807"/>
        <pc:sldMkLst>
          <pc:docMk/>
          <pc:sldMk cId="1545315809" sldId="2311"/>
        </pc:sldMkLst>
        <pc:spChg chg="mod">
          <ac:chgData name="" userId="" providerId="" clId="Web-{5869149F-C251-444B-8677-CFF022829ADF}" dt="2026-09-23T20:37:45.548" v="0" actId="34807"/>
          <ac:spMkLst>
            <pc:docMk/>
            <pc:sldMk cId="1545315809" sldId="2311"/>
            <ac:spMk id="11330" creationId="{D7BC6E4B-5182-A528-152D-8A75A8EE2C46}"/>
          </ac:spMkLst>
        </pc:spChg>
      </pc:sldChg>
      <pc:sldChg chg="modSp modNotesTx">
        <pc:chgData name="" userId="" providerId="" clId="Web-{5869149F-C251-444B-8677-CFF022829ADF}" dt="2026-09-23T20:37:45.548" v="0" actId="34807"/>
        <pc:sldMkLst>
          <pc:docMk/>
          <pc:sldMk cId="688135655" sldId="2522"/>
        </pc:sldMkLst>
        <pc:spChg chg="mod">
          <ac:chgData name="" userId="" providerId="" clId="Web-{5869149F-C251-444B-8677-CFF022829ADF}" dt="2026-09-23T20:37:45.548" v="0" actId="34807"/>
          <ac:spMkLst>
            <pc:docMk/>
            <pc:sldMk cId="688135655" sldId="2522"/>
            <ac:spMk id="12271" creationId="{95EED639-1F79-DF1A-56A6-132B78C6347F}"/>
          </ac:spMkLst>
        </pc:spChg>
      </pc:sldChg>
      <pc:sldChg chg="modSp modNotesTx">
        <pc:chgData name="" userId="" providerId="" clId="Web-{5869149F-C251-444B-8677-CFF022829ADF}" dt="2026-09-23T20:37:45.548" v="0" actId="34807"/>
        <pc:sldMkLst>
          <pc:docMk/>
          <pc:sldMk cId="1632435452" sldId="2734"/>
        </pc:sldMkLst>
        <pc:spChg chg="mod">
          <ac:chgData name="" userId="" providerId="" clId="Web-{5869149F-C251-444B-8677-CFF022829ADF}" dt="2026-09-23T20:37:45.548" v="0" actId="34807"/>
          <ac:spMkLst>
            <pc:docMk/>
            <pc:sldMk cId="1632435452" sldId="2734"/>
            <ac:spMk id="12432" creationId="{70BCFAB8-D055-F2E9-4110-184715AC8D9B}"/>
          </ac:spMkLst>
        </pc:spChg>
      </pc:sldChg>
      <pc:sldChg chg="modSp modNotesTx">
        <pc:chgData name="" userId="" providerId="" clId="Web-{5869149F-C251-444B-8677-CFF022829ADF}" dt="2026-09-23T20:37:45.548" v="0" actId="34807"/>
        <pc:sldMkLst>
          <pc:docMk/>
          <pc:sldMk cId="2144855956" sldId="2947"/>
        </pc:sldMkLst>
        <pc:spChg chg="mod">
          <ac:chgData name="" userId="" providerId="" clId="Web-{5869149F-C251-444B-8677-CFF022829ADF}" dt="2026-09-23T20:37:45.548" v="0" actId="34807"/>
          <ac:spMkLst>
            <pc:docMk/>
            <pc:sldMk cId="2144855956" sldId="2947"/>
            <ac:spMk id="12789" creationId="{2AF288A1-216C-31AA-2F2E-60DD30CCEF0B}"/>
          </ac:spMkLst>
        </pc:spChg>
      </pc:sldChg>
      <pc:sldChg chg="modSp modNotesTx">
        <pc:chgData name="" userId="" providerId="" clId="Web-{5869149F-C251-444B-8677-CFF022829ADF}" dt="2026-09-23T20:37:45.548" v="0" actId="34807"/>
        <pc:sldMkLst>
          <pc:docMk/>
          <pc:sldMk cId="4258842327" sldId="3161"/>
        </pc:sldMkLst>
        <pc:spChg chg="mod">
          <ac:chgData name="" userId="" providerId="" clId="Web-{5869149F-C251-444B-8677-CFF022829ADF}" dt="2026-09-23T20:37:45.548" v="0" actId="34807"/>
          <ac:spMkLst>
            <pc:docMk/>
            <pc:sldMk cId="4258842327" sldId="3161"/>
            <ac:spMk id="13342" creationId="{BF6B86BC-3569-37C4-E535-EF3009DFF867}"/>
          </ac:spMkLst>
        </pc:spChg>
      </pc:sldChg>
      <pc:sldChg chg="modSp modNotesTx">
        <pc:chgData name="" userId="" providerId="" clId="Web-{5869149F-C251-444B-8677-CFF022829ADF}" dt="2026-09-23T20:37:45.548" v="0" actId="34807"/>
        <pc:sldMkLst>
          <pc:docMk/>
          <pc:sldMk cId="2783002150" sldId="3376"/>
        </pc:sldMkLst>
        <pc:spChg chg="mod">
          <ac:chgData name="" userId="" providerId="" clId="Web-{5869149F-C251-444B-8677-CFF022829ADF}" dt="2026-09-23T20:37:45.548" v="0" actId="34807"/>
          <ac:spMkLst>
            <pc:docMk/>
            <pc:sldMk cId="2783002150" sldId="3376"/>
            <ac:spMk id="14091" creationId="{EA4F1B98-698F-7667-D835-0302767D5DC1}"/>
          </ac:spMkLst>
        </pc:spChg>
      </pc:sldChg>
      <pc:sldChg chg="modSp modNotesTx">
        <pc:chgData name="" userId="" providerId="" clId="Web-{5869149F-C251-444B-8677-CFF022829ADF}" dt="2026-09-23T20:37:45.548" v="0" actId="34807"/>
        <pc:sldMkLst>
          <pc:docMk/>
          <pc:sldMk cId="906547146" sldId="3592"/>
        </pc:sldMkLst>
        <pc:spChg chg="mod">
          <ac:chgData name="" userId="" providerId="" clId="Web-{5869149F-C251-444B-8677-CFF022829ADF}" dt="2026-09-23T20:37:45.548" v="0" actId="34807"/>
          <ac:spMkLst>
            <pc:docMk/>
            <pc:sldMk cId="906547146" sldId="3592"/>
            <ac:spMk id="15036" creationId="{565EF8DF-5591-212F-CC16-AA5C3B662417}"/>
          </ac:spMkLst>
        </pc:spChg>
        <pc:spChg chg="mod">
          <ac:chgData name="" userId="" providerId="" clId="Web-{5869149F-C251-444B-8677-CFF022829ADF}" dt="2026-09-23T20:37:45.548" v="0" actId="34807"/>
          <ac:spMkLst>
            <pc:docMk/>
            <pc:sldMk cId="906547146" sldId="3592"/>
            <ac:spMk id="15187" creationId="{638A7E54-4072-156A-56B1-FC9962CECC68}"/>
          </ac:spMkLst>
        </pc:spChg>
        <pc:spChg chg="mod">
          <ac:chgData name="" userId="" providerId="" clId="Web-{5869149F-C251-444B-8677-CFF022829ADF}" dt="2026-09-23T20:37:45.548" v="0" actId="34807"/>
          <ac:spMkLst>
            <pc:docMk/>
            <pc:sldMk cId="906547146" sldId="3592"/>
            <ac:spMk id="15342" creationId="{027ACF7C-77B9-754A-C166-4C09CD418ACF}"/>
          </ac:spMkLst>
        </pc:spChg>
        <pc:spChg chg="mod">
          <ac:chgData name="" userId="" providerId="" clId="Web-{5869149F-C251-444B-8677-CFF022829ADF}" dt="2026-09-23T20:37:45.548" v="0" actId="34807"/>
          <ac:spMkLst>
            <pc:docMk/>
            <pc:sldMk cId="906547146" sldId="3592"/>
            <ac:spMk id="15421" creationId="{1D30233A-D5E8-EF69-3D4E-2898ADE72D9C}"/>
          </ac:spMkLst>
        </pc:spChg>
      </pc:sldChg>
      <pc:sldChg chg="modSp modNotesTx">
        <pc:chgData name="" userId="" providerId="" clId="Web-{5869149F-C251-444B-8677-CFF022829ADF}" dt="2026-09-23T20:37:45.548" v="0" actId="34807"/>
        <pc:sldMkLst>
          <pc:docMk/>
          <pc:sldMk cId="3039165750" sldId="3809"/>
        </pc:sldMkLst>
        <pc:spChg chg="mod">
          <ac:chgData name="" userId="" providerId="" clId="Web-{5869149F-C251-444B-8677-CFF022829ADF}" dt="2026-09-23T20:37:45.548" v="0" actId="34807"/>
          <ac:spMkLst>
            <pc:docMk/>
            <pc:sldMk cId="3039165750" sldId="3809"/>
            <ac:spMk id="15747" creationId="{502F54CE-321B-6218-882C-BAAFCAB6AEBF}"/>
          </ac:spMkLst>
        </pc:spChg>
        <pc:spChg chg="mod">
          <ac:chgData name="" userId="" providerId="" clId="Web-{5869149F-C251-444B-8677-CFF022829ADF}" dt="2026-09-23T20:37:45.548" v="0" actId="34807"/>
          <ac:spMkLst>
            <pc:docMk/>
            <pc:sldMk cId="3039165750" sldId="3809"/>
            <ac:spMk id="15916" creationId="{EC32AA03-412D-EE88-E7A8-988252A6E08A}"/>
          </ac:spMkLst>
        </pc:spChg>
        <pc:spChg chg="mod">
          <ac:chgData name="" userId="" providerId="" clId="Web-{5869149F-C251-444B-8677-CFF022829ADF}" dt="2026-09-23T20:37:45.548" v="0" actId="34807"/>
          <ac:spMkLst>
            <pc:docMk/>
            <pc:sldMk cId="3039165750" sldId="3809"/>
            <ac:spMk id="16177" creationId="{CA5D9F1B-61A0-B342-3B79-1CE357BDB9EC}"/>
          </ac:spMkLst>
        </pc:spChg>
        <pc:spChg chg="mod">
          <ac:chgData name="" userId="" providerId="" clId="Web-{5869149F-C251-444B-8677-CFF022829ADF}" dt="2026-09-23T20:37:45.548" v="0" actId="34807"/>
          <ac:spMkLst>
            <pc:docMk/>
            <pc:sldMk cId="3039165750" sldId="3809"/>
            <ac:spMk id="16266" creationId="{00DC9B48-5D8B-11F4-702E-BE95D759F3B1}"/>
          </ac:spMkLst>
        </pc:spChg>
        <pc:spChg chg="mod">
          <ac:chgData name="" userId="" providerId="" clId="Web-{5869149F-C251-444B-8677-CFF022829ADF}" dt="2026-09-23T20:37:45.548" v="0" actId="34807"/>
          <ac:spMkLst>
            <pc:docMk/>
            <pc:sldMk cId="3039165750" sldId="3809"/>
            <ac:spMk id="16539" creationId="{A898A709-D2FA-135B-0D6C-18371B0ACC24}"/>
          </ac:spMkLst>
        </pc:spChg>
        <pc:spChg chg="mod">
          <ac:chgData name="" userId="" providerId="" clId="Web-{5869149F-C251-444B-8677-CFF022829ADF}" dt="2026-09-23T20:37:45.548" v="0" actId="34807"/>
          <ac:spMkLst>
            <pc:docMk/>
            <pc:sldMk cId="3039165750" sldId="3809"/>
            <ac:spMk id="16632" creationId="{862E22BA-ECC7-EAAF-7D6F-33CB14136EFC}"/>
          </ac:spMkLst>
        </pc:spChg>
      </pc:sldChg>
      <pc:sldChg chg="modSp modNotesTx">
        <pc:chgData name="" userId="" providerId="" clId="Web-{5869149F-C251-444B-8677-CFF022829ADF}" dt="2026-09-23T20:37:45.548" v="0" actId="34807"/>
        <pc:sldMkLst>
          <pc:docMk/>
          <pc:sldMk cId="3351078758" sldId="4027"/>
        </pc:sldMkLst>
        <pc:spChg chg="mod">
          <ac:chgData name="" userId="" providerId="" clId="Web-{5869149F-C251-444B-8677-CFF022829ADF}" dt="2026-09-23T20:37:45.548" v="0" actId="34807"/>
          <ac:spMkLst>
            <pc:docMk/>
            <pc:sldMk cId="3351078758" sldId="4027"/>
            <ac:spMk id="17311" creationId="{C7A5E9E5-6C0A-5402-905F-B68CC9AB1D4A}"/>
          </ac:spMkLst>
        </pc:spChg>
        <pc:spChg chg="mod">
          <ac:chgData name="" userId="" providerId="" clId="Web-{5869149F-C251-444B-8677-CFF022829ADF}" dt="2026-09-23T20:37:45.548" v="0" actId="34807"/>
          <ac:spMkLst>
            <pc:docMk/>
            <pc:sldMk cId="3351078758" sldId="4027"/>
            <ac:spMk id="17514" creationId="{7B1AD2B2-B5FA-FC99-3D0F-7A74D1D339E1}"/>
          </ac:spMkLst>
        </pc:spChg>
        <pc:spChg chg="mod">
          <ac:chgData name="" userId="" providerId="" clId="Web-{5869149F-C251-444B-8677-CFF022829ADF}" dt="2026-09-23T20:37:45.548" v="0" actId="34807"/>
          <ac:spMkLst>
            <pc:docMk/>
            <pc:sldMk cId="3351078758" sldId="4027"/>
            <ac:spMk id="17826" creationId="{AC875105-B69A-EB94-6505-4839CD15F156}"/>
          </ac:spMkLst>
        </pc:spChg>
        <pc:spChg chg="mod">
          <ac:chgData name="" userId="" providerId="" clId="Web-{5869149F-C251-444B-8677-CFF022829ADF}" dt="2026-09-23T20:37:45.548" v="0" actId="34807"/>
          <ac:spMkLst>
            <pc:docMk/>
            <pc:sldMk cId="3351078758" sldId="4027"/>
            <ac:spMk id="18147" creationId="{45B94716-A8D3-093A-FF49-52C77222544F}"/>
          </ac:spMkLst>
        </pc:spChg>
      </pc:sldChg>
      <pc:sldChg chg="modSp modNotesTx">
        <pc:chgData name="" userId="" providerId="" clId="Web-{5869149F-C251-444B-8677-CFF022829ADF}" dt="2026-09-23T20:37:45.548" v="0" actId="34807"/>
        <pc:sldMkLst>
          <pc:docMk/>
          <pc:sldMk cId="4025982179" sldId="4246"/>
        </pc:sldMkLst>
        <pc:spChg chg="mod">
          <ac:chgData name="" userId="" providerId="" clId="Web-{5869149F-C251-444B-8677-CFF022829ADF}" dt="2026-09-23T20:37:45.548" v="0" actId="34807"/>
          <ac:spMkLst>
            <pc:docMk/>
            <pc:sldMk cId="4025982179" sldId="4246"/>
            <ac:spMk id="18816" creationId="{67008B92-6D2F-3FB8-E2FF-5EF6A7D5772D}"/>
          </ac:spMkLst>
        </pc:spChg>
        <pc:spChg chg="mod">
          <ac:chgData name="" userId="" providerId="" clId="Web-{5869149F-C251-444B-8677-CFF022829ADF}" dt="2026-09-23T20:37:45.548" v="0" actId="34807"/>
          <ac:spMkLst>
            <pc:docMk/>
            <pc:sldMk cId="4025982179" sldId="4246"/>
            <ac:spMk id="19047" creationId="{F1AA66C9-41B4-858E-5143-F53A38CCA280}"/>
          </ac:spMkLst>
        </pc:spChg>
        <pc:spChg chg="mod">
          <ac:chgData name="" userId="" providerId="" clId="Web-{5869149F-C251-444B-8677-CFF022829ADF}" dt="2026-09-23T20:37:45.548" v="0" actId="34807"/>
          <ac:spMkLst>
            <pc:docMk/>
            <pc:sldMk cId="4025982179" sldId="4246"/>
            <ac:spMk id="19164" creationId="{0A6A9D0A-156C-5BF6-03BA-C4E60DFEC006}"/>
          </ac:spMkLst>
        </pc:spChg>
        <pc:spChg chg="mod">
          <ac:chgData name="" userId="" providerId="" clId="Web-{5869149F-C251-444B-8677-CFF022829ADF}" dt="2026-09-23T20:37:45.548" v="0" actId="34807"/>
          <ac:spMkLst>
            <pc:docMk/>
            <pc:sldMk cId="4025982179" sldId="4246"/>
            <ac:spMk id="19282" creationId="{BF041AFA-D9E1-41AF-4F7E-052B19BE24C7}"/>
          </ac:spMkLst>
        </pc:spChg>
        <pc:spChg chg="mod">
          <ac:chgData name="" userId="" providerId="" clId="Web-{5869149F-C251-444B-8677-CFF022829ADF}" dt="2026-09-23T20:37:45.548" v="0" actId="34807"/>
          <ac:spMkLst>
            <pc:docMk/>
            <pc:sldMk cId="4025982179" sldId="4246"/>
            <ac:spMk id="19401" creationId="{1179674D-933C-7FE3-A7D6-E02C142DEFA5}"/>
          </ac:spMkLst>
        </pc:spChg>
        <pc:spChg chg="mod">
          <ac:chgData name="" userId="" providerId="" clId="Web-{5869149F-C251-444B-8677-CFF022829ADF}" dt="2026-09-23T20:37:45.548" v="0" actId="34807"/>
          <ac:spMkLst>
            <pc:docMk/>
            <pc:sldMk cId="4025982179" sldId="4246"/>
            <ac:spMk id="19521" creationId="{AEE3E754-D3A1-3FB8-7505-058641710641}"/>
          </ac:spMkLst>
        </pc:spChg>
        <pc:spChg chg="mod">
          <ac:chgData name="" userId="" providerId="" clId="Web-{5869149F-C251-444B-8677-CFF022829ADF}" dt="2026-09-23T20:37:45.548" v="0" actId="34807"/>
          <ac:spMkLst>
            <pc:docMk/>
            <pc:sldMk cId="4025982179" sldId="4246"/>
            <ac:spMk id="19642" creationId="{E3ACDEEC-EE37-1B8C-AC8D-A6E3E5EB5555}"/>
          </ac:spMkLst>
        </pc:spChg>
        <pc:spChg chg="mod">
          <ac:chgData name="" userId="" providerId="" clId="Web-{5869149F-C251-444B-8677-CFF022829ADF}" dt="2026-09-23T20:37:45.548" v="0" actId="34807"/>
          <ac:spMkLst>
            <pc:docMk/>
            <pc:sldMk cId="4025982179" sldId="4246"/>
            <ac:spMk id="19764" creationId="{45642D59-2242-DA38-EA00-E1C23C704A6D}"/>
          </ac:spMkLst>
        </pc:spChg>
        <pc:spChg chg="mod">
          <ac:chgData name="" userId="" providerId="" clId="Web-{5869149F-C251-444B-8677-CFF022829ADF}" dt="2026-09-23T20:37:45.548" v="0" actId="34807"/>
          <ac:spMkLst>
            <pc:docMk/>
            <pc:sldMk cId="4025982179" sldId="4246"/>
            <ac:spMk id="19887" creationId="{EC76DC8F-C482-0EBB-4DCD-45DA04A56CAC}"/>
          </ac:spMkLst>
        </pc:spChg>
        <pc:spChg chg="mod">
          <ac:chgData name="" userId="" providerId="" clId="Web-{5869149F-C251-444B-8677-CFF022829ADF}" dt="2026-09-23T20:37:45.548" v="0" actId="34807"/>
          <ac:spMkLst>
            <pc:docMk/>
            <pc:sldMk cId="4025982179" sldId="4246"/>
            <ac:spMk id="20011" creationId="{A1D1780A-2350-4BA3-3939-0680636FC664}"/>
          </ac:spMkLst>
        </pc:spChg>
      </pc:sldChg>
    </pc:docChg>
  </pc:docChgLst>
  <pc:docChgLst>
    <pc:chgData clId="Web-{5C1BD8E7-BA3D-49B6-B86B-A1FF53412F48}"/>
    <pc:docChg chg="mod modSld modMainMaster setSldSz">
      <pc:chgData name="" userId="" providerId="" clId="Web-{5C1BD8E7-BA3D-49B6-B86B-A1FF53412F48}" dt="2026-09-23T20:15:12.090" v="2" actId="34807"/>
      <pc:docMkLst>
        <pc:docMk/>
      </pc:docMkLst>
      <pc:sldChg chg="addSp modSp mod setBg">
        <pc:chgData name="" userId="" providerId="" clId="Web-{5C1BD8E7-BA3D-49B6-B86B-A1FF53412F48}" dt="2026-09-23T20:15:12.090" v="2" actId="34807"/>
        <pc:sldMkLst>
          <pc:docMk/>
          <pc:sldMk cId="0" sldId="256"/>
        </pc:sldMkLst>
        <pc:spChg chg="add mod">
          <ac:chgData name="" userId="" providerId="" clId="Web-{5C1BD8E7-BA3D-49B6-B86B-A1FF53412F48}" dt="2026-09-23T20:15:11.840" v="1" actId="34807"/>
          <ac:spMkLst>
            <pc:docMk/>
            <pc:sldMk cId="0" sldId="256"/>
            <ac:spMk id="2" creationId="{82A01C80-1787-9F3F-38FF-2CF9D6C2B8F4}"/>
          </ac:spMkLst>
        </pc:spChg>
        <pc:spChg chg="add mod">
          <ac:chgData name="" userId="" providerId="" clId="Web-{5C1BD8E7-BA3D-49B6-B86B-A1FF53412F48}" dt="2026-09-23T20:15:11.840" v="1" actId="34807"/>
          <ac:spMkLst>
            <pc:docMk/>
            <pc:sldMk cId="0" sldId="256"/>
            <ac:spMk id="4" creationId="{0B7E5C37-0FC5-9358-EA1E-D4CFE0592C9E}"/>
          </ac:spMkLst>
        </pc:spChg>
      </pc:sldChg>
      <pc:sldMasterChg chg="modSp modSldLayout">
        <pc:chgData name="" userId="" providerId="" clId="Web-{5C1BD8E7-BA3D-49B6-B86B-A1FF53412F48}" dt="2026-09-23T20:14:45.715" v="0" actId="34807"/>
        <pc:sldMasterMkLst>
          <pc:docMk/>
          <pc:sldMasterMk cId="2209977519" sldId="2147483648"/>
        </pc:sldMasterMkLst>
        <pc:spChg chg="mod">
          <ac:chgData name="" userId="" providerId="" clId="Web-{5C1BD8E7-BA3D-49B6-B86B-A1FF53412F48}" dt="2026-09-23T20:14:45.715" v="0" actId="34807"/>
          <ac:spMkLst>
            <pc:docMk/>
            <pc:sldMasterMk cId="2209977519" sldId="2147483648"/>
            <ac:spMk id="2" creationId="{00000000-0000-0000-0000-000000000000}"/>
          </ac:spMkLst>
        </pc:spChg>
        <pc:spChg chg="mod">
          <ac:chgData name="" userId="" providerId="" clId="Web-{5C1BD8E7-BA3D-49B6-B86B-A1FF53412F48}" dt="2026-09-23T20:14:45.715" v="0" actId="34807"/>
          <ac:spMkLst>
            <pc:docMk/>
            <pc:sldMasterMk cId="2209977519" sldId="2147483648"/>
            <ac:spMk id="3" creationId="{00000000-0000-0000-0000-000000000000}"/>
          </ac:spMkLst>
        </pc:spChg>
        <pc:spChg chg="mod">
          <ac:chgData name="" userId="" providerId="" clId="Web-{5C1BD8E7-BA3D-49B6-B86B-A1FF53412F48}" dt="2026-09-23T20:14:45.715" v="0" actId="34807"/>
          <ac:spMkLst>
            <pc:docMk/>
            <pc:sldMasterMk cId="2209977519" sldId="2147483648"/>
            <ac:spMk id="4" creationId="{00000000-0000-0000-0000-000000000000}"/>
          </ac:spMkLst>
        </pc:spChg>
        <pc:spChg chg="mod">
          <ac:chgData name="" userId="" providerId="" clId="Web-{5C1BD8E7-BA3D-49B6-B86B-A1FF53412F48}" dt="2026-09-23T20:14:45.715" v="0" actId="34807"/>
          <ac:spMkLst>
            <pc:docMk/>
            <pc:sldMasterMk cId="2209977519" sldId="2147483648"/>
            <ac:spMk id="5" creationId="{00000000-0000-0000-0000-000000000000}"/>
          </ac:spMkLst>
        </pc:spChg>
        <pc:spChg chg="mod">
          <ac:chgData name="" userId="" providerId="" clId="Web-{5C1BD8E7-BA3D-49B6-B86B-A1FF53412F48}" dt="2026-09-23T20:14:45.715" v="0" actId="34807"/>
          <ac:spMkLst>
            <pc:docMk/>
            <pc:sldMasterMk cId="2209977519" sldId="2147483648"/>
            <ac:spMk id="6" creationId="{00000000-0000-0000-0000-000000000000}"/>
          </ac:spMkLst>
        </pc:spChg>
        <pc:sldLayoutChg chg="modSp">
          <pc:chgData name="" userId="" providerId="" clId="Web-{5C1BD8E7-BA3D-49B6-B86B-A1FF53412F48}" dt="2026-09-23T20:14:45.715" v="0" actId="34807"/>
          <pc:sldLayoutMkLst>
            <pc:docMk/>
            <pc:sldMasterMk cId="2209977519" sldId="2147483648"/>
            <pc:sldLayoutMk cId="3168075583" sldId="2147483649"/>
          </pc:sldLayoutMkLst>
          <pc:spChg chg="mod">
            <ac:chgData name="" userId="" providerId="" clId="Web-{5C1BD8E7-BA3D-49B6-B86B-A1FF53412F48}" dt="2026-09-23T20:14:45.715" v="0" actId="34807"/>
            <ac:spMkLst>
              <pc:docMk/>
              <pc:sldMasterMk cId="2209977519" sldId="2147483648"/>
              <pc:sldLayoutMk cId="3168075583" sldId="2147483649"/>
              <ac:spMk id="2" creationId="{00000000-0000-0000-0000-000000000000}"/>
            </ac:spMkLst>
          </pc:spChg>
          <pc:spChg chg="mod">
            <ac:chgData name="" userId="" providerId="" clId="Web-{5C1BD8E7-BA3D-49B6-B86B-A1FF53412F48}" dt="2026-09-23T20:14:45.715" v="0" actId="34807"/>
            <ac:spMkLst>
              <pc:docMk/>
              <pc:sldMasterMk cId="2209977519" sldId="2147483648"/>
              <pc:sldLayoutMk cId="3168075583" sldId="2147483649"/>
              <ac:spMk id="3" creationId="{00000000-0000-0000-0000-000000000000}"/>
            </ac:spMkLst>
          </pc:spChg>
        </pc:sldLayoutChg>
        <pc:sldLayoutChg chg="modSp">
          <pc:chgData name="" userId="" providerId="" clId="Web-{5C1BD8E7-BA3D-49B6-B86B-A1FF53412F48}" dt="2026-09-23T20:14:45.715" v="0" actId="34807"/>
          <pc:sldLayoutMkLst>
            <pc:docMk/>
            <pc:sldMasterMk cId="2209977519" sldId="2147483648"/>
            <pc:sldLayoutMk cId="960648375" sldId="2147483651"/>
          </pc:sldLayoutMkLst>
          <pc:spChg chg="mod">
            <ac:chgData name="" userId="" providerId="" clId="Web-{5C1BD8E7-BA3D-49B6-B86B-A1FF53412F48}" dt="2026-09-23T20:14:45.715" v="0" actId="34807"/>
            <ac:spMkLst>
              <pc:docMk/>
              <pc:sldMasterMk cId="2209977519" sldId="2147483648"/>
              <pc:sldLayoutMk cId="960648375" sldId="2147483651"/>
              <ac:spMk id="2" creationId="{00000000-0000-0000-0000-000000000000}"/>
            </ac:spMkLst>
          </pc:spChg>
          <pc:spChg chg="mod">
            <ac:chgData name="" userId="" providerId="" clId="Web-{5C1BD8E7-BA3D-49B6-B86B-A1FF53412F48}" dt="2026-09-23T20:14:45.715" v="0" actId="34807"/>
            <ac:spMkLst>
              <pc:docMk/>
              <pc:sldMasterMk cId="2209977519" sldId="2147483648"/>
              <pc:sldLayoutMk cId="960648375" sldId="2147483651"/>
              <ac:spMk id="3" creationId="{00000000-0000-0000-0000-000000000000}"/>
            </ac:spMkLst>
          </pc:spChg>
        </pc:sldLayoutChg>
        <pc:sldLayoutChg chg="modSp">
          <pc:chgData name="" userId="" providerId="" clId="Web-{5C1BD8E7-BA3D-49B6-B86B-A1FF53412F48}" dt="2026-09-23T20:14:45.715" v="0" actId="34807"/>
          <pc:sldLayoutMkLst>
            <pc:docMk/>
            <pc:sldMasterMk cId="2209977519" sldId="2147483648"/>
            <pc:sldLayoutMk cId="2782244947" sldId="2147483652"/>
          </pc:sldLayoutMkLst>
          <pc:spChg chg="mod">
            <ac:chgData name="" userId="" providerId="" clId="Web-{5C1BD8E7-BA3D-49B6-B86B-A1FF53412F48}" dt="2026-09-23T20:14:45.715" v="0" actId="34807"/>
            <ac:spMkLst>
              <pc:docMk/>
              <pc:sldMasterMk cId="2209977519" sldId="2147483648"/>
              <pc:sldLayoutMk cId="2782244947" sldId="2147483652"/>
              <ac:spMk id="3" creationId="{00000000-0000-0000-0000-000000000000}"/>
            </ac:spMkLst>
          </pc:spChg>
          <pc:spChg chg="mod">
            <ac:chgData name="" userId="" providerId="" clId="Web-{5C1BD8E7-BA3D-49B6-B86B-A1FF53412F48}" dt="2026-09-23T20:14:45.715" v="0" actId="34807"/>
            <ac:spMkLst>
              <pc:docMk/>
              <pc:sldMasterMk cId="2209977519" sldId="2147483648"/>
              <pc:sldLayoutMk cId="2782244947" sldId="2147483652"/>
              <ac:spMk id="4" creationId="{00000000-0000-0000-0000-000000000000}"/>
            </ac:spMkLst>
          </pc:spChg>
        </pc:sldLayoutChg>
        <pc:sldLayoutChg chg="modSp">
          <pc:chgData name="" userId="" providerId="" clId="Web-{5C1BD8E7-BA3D-49B6-B86B-A1FF53412F48}" dt="2026-09-23T20:14:45.715" v="0" actId="34807"/>
          <pc:sldLayoutMkLst>
            <pc:docMk/>
            <pc:sldMasterMk cId="2209977519" sldId="2147483648"/>
            <pc:sldLayoutMk cId="990158736" sldId="2147483653"/>
          </pc:sldLayoutMkLst>
          <pc:spChg chg="mod">
            <ac:chgData name="" userId="" providerId="" clId="Web-{5C1BD8E7-BA3D-49B6-B86B-A1FF53412F48}" dt="2026-09-23T20:14:45.715" v="0" actId="34807"/>
            <ac:spMkLst>
              <pc:docMk/>
              <pc:sldMasterMk cId="2209977519" sldId="2147483648"/>
              <pc:sldLayoutMk cId="990158736" sldId="2147483653"/>
              <ac:spMk id="3" creationId="{00000000-0000-0000-0000-000000000000}"/>
            </ac:spMkLst>
          </pc:spChg>
          <pc:spChg chg="mod">
            <ac:chgData name="" userId="" providerId="" clId="Web-{5C1BD8E7-BA3D-49B6-B86B-A1FF53412F48}" dt="2026-09-23T20:14:45.715" v="0" actId="34807"/>
            <ac:spMkLst>
              <pc:docMk/>
              <pc:sldMasterMk cId="2209977519" sldId="2147483648"/>
              <pc:sldLayoutMk cId="990158736" sldId="2147483653"/>
              <ac:spMk id="4" creationId="{00000000-0000-0000-0000-000000000000}"/>
            </ac:spMkLst>
          </pc:spChg>
          <pc:spChg chg="mod">
            <ac:chgData name="" userId="" providerId="" clId="Web-{5C1BD8E7-BA3D-49B6-B86B-A1FF53412F48}" dt="2026-09-23T20:14:45.715" v="0" actId="34807"/>
            <ac:spMkLst>
              <pc:docMk/>
              <pc:sldMasterMk cId="2209977519" sldId="2147483648"/>
              <pc:sldLayoutMk cId="990158736" sldId="2147483653"/>
              <ac:spMk id="5" creationId="{00000000-0000-0000-0000-000000000000}"/>
            </ac:spMkLst>
          </pc:spChg>
          <pc:spChg chg="mod">
            <ac:chgData name="" userId="" providerId="" clId="Web-{5C1BD8E7-BA3D-49B6-B86B-A1FF53412F48}" dt="2026-09-23T20:14:45.715" v="0" actId="34807"/>
            <ac:spMkLst>
              <pc:docMk/>
              <pc:sldMasterMk cId="2209977519" sldId="2147483648"/>
              <pc:sldLayoutMk cId="990158736" sldId="2147483653"/>
              <ac:spMk id="6" creationId="{00000000-0000-0000-0000-000000000000}"/>
            </ac:spMkLst>
          </pc:spChg>
        </pc:sldLayoutChg>
        <pc:sldLayoutChg chg="modSp">
          <pc:chgData name="" userId="" providerId="" clId="Web-{5C1BD8E7-BA3D-49B6-B86B-A1FF53412F48}" dt="2026-09-23T20:14:45.715" v="0" actId="34807"/>
          <pc:sldLayoutMkLst>
            <pc:docMk/>
            <pc:sldMasterMk cId="2209977519" sldId="2147483648"/>
            <pc:sldLayoutMk cId="1840726560" sldId="2147483656"/>
          </pc:sldLayoutMkLst>
          <pc:spChg chg="mod">
            <ac:chgData name="" userId="" providerId="" clId="Web-{5C1BD8E7-BA3D-49B6-B86B-A1FF53412F48}" dt="2026-09-23T20:14:45.715" v="0" actId="34807"/>
            <ac:spMkLst>
              <pc:docMk/>
              <pc:sldMasterMk cId="2209977519" sldId="2147483648"/>
              <pc:sldLayoutMk cId="1840726560" sldId="2147483656"/>
              <ac:spMk id="2" creationId="{00000000-0000-0000-0000-000000000000}"/>
            </ac:spMkLst>
          </pc:spChg>
          <pc:spChg chg="mod">
            <ac:chgData name="" userId="" providerId="" clId="Web-{5C1BD8E7-BA3D-49B6-B86B-A1FF53412F48}" dt="2026-09-23T20:14:45.715" v="0" actId="34807"/>
            <ac:spMkLst>
              <pc:docMk/>
              <pc:sldMasterMk cId="2209977519" sldId="2147483648"/>
              <pc:sldLayoutMk cId="1840726560" sldId="2147483656"/>
              <ac:spMk id="3" creationId="{00000000-0000-0000-0000-000000000000}"/>
            </ac:spMkLst>
          </pc:spChg>
          <pc:spChg chg="mod">
            <ac:chgData name="" userId="" providerId="" clId="Web-{5C1BD8E7-BA3D-49B6-B86B-A1FF53412F48}" dt="2026-09-23T20:14:45.715" v="0" actId="34807"/>
            <ac:spMkLst>
              <pc:docMk/>
              <pc:sldMasterMk cId="2209977519" sldId="2147483648"/>
              <pc:sldLayoutMk cId="1840726560" sldId="2147483656"/>
              <ac:spMk id="4" creationId="{00000000-0000-0000-0000-000000000000}"/>
            </ac:spMkLst>
          </pc:spChg>
        </pc:sldLayoutChg>
        <pc:sldLayoutChg chg="modSp">
          <pc:chgData name="" userId="" providerId="" clId="Web-{5C1BD8E7-BA3D-49B6-B86B-A1FF53412F48}" dt="2026-09-23T20:14:45.715" v="0" actId="34807"/>
          <pc:sldLayoutMkLst>
            <pc:docMk/>
            <pc:sldMasterMk cId="2209977519" sldId="2147483648"/>
            <pc:sldLayoutMk cId="3889236939" sldId="2147483657"/>
          </pc:sldLayoutMkLst>
          <pc:spChg chg="mod">
            <ac:chgData name="" userId="" providerId="" clId="Web-{5C1BD8E7-BA3D-49B6-B86B-A1FF53412F48}" dt="2026-09-23T20:14:45.715" v="0" actId="34807"/>
            <ac:spMkLst>
              <pc:docMk/>
              <pc:sldMasterMk cId="2209977519" sldId="2147483648"/>
              <pc:sldLayoutMk cId="3889236939" sldId="2147483657"/>
              <ac:spMk id="2" creationId="{00000000-0000-0000-0000-000000000000}"/>
            </ac:spMkLst>
          </pc:spChg>
          <pc:spChg chg="mod">
            <ac:chgData name="" userId="" providerId="" clId="Web-{5C1BD8E7-BA3D-49B6-B86B-A1FF53412F48}" dt="2026-09-23T20:14:45.715" v="0" actId="34807"/>
            <ac:spMkLst>
              <pc:docMk/>
              <pc:sldMasterMk cId="2209977519" sldId="2147483648"/>
              <pc:sldLayoutMk cId="3889236939" sldId="2147483657"/>
              <ac:spMk id="3" creationId="{00000000-0000-0000-0000-000000000000}"/>
            </ac:spMkLst>
          </pc:spChg>
          <pc:spChg chg="mod">
            <ac:chgData name="" userId="" providerId="" clId="Web-{5C1BD8E7-BA3D-49B6-B86B-A1FF53412F48}" dt="2026-09-23T20:14:45.715" v="0" actId="34807"/>
            <ac:spMkLst>
              <pc:docMk/>
              <pc:sldMasterMk cId="2209977519" sldId="2147483648"/>
              <pc:sldLayoutMk cId="3889236939" sldId="2147483657"/>
              <ac:spMk id="4" creationId="{00000000-0000-0000-0000-000000000000}"/>
            </ac:spMkLst>
          </pc:spChg>
        </pc:sldLayoutChg>
        <pc:sldLayoutChg chg="modSp">
          <pc:chgData name="" userId="" providerId="" clId="Web-{5C1BD8E7-BA3D-49B6-B86B-A1FF53412F48}" dt="2026-09-23T20:14:45.715" v="0" actId="34807"/>
          <pc:sldLayoutMkLst>
            <pc:docMk/>
            <pc:sldMasterMk cId="2209977519" sldId="2147483648"/>
            <pc:sldLayoutMk cId="3612223792" sldId="2147483659"/>
          </pc:sldLayoutMkLst>
          <pc:spChg chg="mod">
            <ac:chgData name="" userId="" providerId="" clId="Web-{5C1BD8E7-BA3D-49B6-B86B-A1FF53412F48}" dt="2026-09-23T20:14:45.715" v="0" actId="34807"/>
            <ac:spMkLst>
              <pc:docMk/>
              <pc:sldMasterMk cId="2209977519" sldId="2147483648"/>
              <pc:sldLayoutMk cId="3612223792" sldId="2147483659"/>
              <ac:spMk id="2" creationId="{00000000-0000-0000-0000-000000000000}"/>
            </ac:spMkLst>
          </pc:spChg>
          <pc:spChg chg="mod">
            <ac:chgData name="" userId="" providerId="" clId="Web-{5C1BD8E7-BA3D-49B6-B86B-A1FF53412F48}" dt="2026-09-23T20:14:45.715" v="0" actId="34807"/>
            <ac:spMkLst>
              <pc:docMk/>
              <pc:sldMasterMk cId="2209977519" sldId="2147483648"/>
              <pc:sldLayoutMk cId="3612223792" sldId="2147483659"/>
              <ac:spMk id="3" creationId="{00000000-0000-0000-0000-000000000000}"/>
            </ac:spMkLst>
          </pc:spChg>
        </pc:sldLayoutChg>
      </pc:sldMasterChg>
    </pc:docChg>
  </pc:docChgLst>
  <pc:docChgLst>
    <pc:chgData clId="Web-{9377D277-1747-4356-9A47-8707C143B6FC}"/>
    <pc:docChg chg="addSld modSld">
      <pc:chgData name="" userId="" providerId="" clId="Web-{9377D277-1747-4356-9A47-8707C143B6FC}" dt="2026-09-23T20:24:15.355" v="10" actId="34807"/>
      <pc:docMkLst>
        <pc:docMk/>
      </pc:docMkLst>
      <pc:sldChg chg="addSp delSp modSp mod setBg modNotesTx">
        <pc:chgData name="" userId="" providerId="" clId="Web-{9377D277-1747-4356-9A47-8707C143B6FC}" dt="2026-09-23T20:23:54.387" v="6" actId="34807"/>
        <pc:sldMkLst>
          <pc:docMk/>
          <pc:sldMk cId="0" sldId="256"/>
        </pc:sldMkLst>
        <pc:spChg chg="del">
          <ac:chgData name="" userId="" providerId="" clId="Web-{9377D277-1747-4356-9A47-8707C143B6FC}" dt="2026-09-23T20:23:52.324" v="5" actId="34807"/>
          <ac:spMkLst>
            <pc:docMk/>
            <pc:sldMk cId="0" sldId="256"/>
            <ac:spMk id="2" creationId="{82A01C80-1787-9F3F-38FF-2CF9D6C2B8F4}"/>
          </ac:spMkLst>
        </pc:spChg>
        <pc:spChg chg="del">
          <ac:chgData name="" userId="" providerId="" clId="Web-{9377D277-1747-4356-9A47-8707C143B6FC}" dt="2026-09-23T20:23:52.324" v="5" actId="34807"/>
          <ac:spMkLst>
            <pc:docMk/>
            <pc:sldMk cId="0" sldId="256"/>
            <ac:spMk id="4" creationId="{0B7E5C37-0FC5-9358-EA1E-D4CFE0592C9E}"/>
          </ac:spMkLst>
        </pc:spChg>
        <pc:spChg chg="add mod">
          <ac:chgData name="" userId="" providerId="" clId="Web-{9377D277-1747-4356-9A47-8707C143B6FC}" dt="2026-09-23T20:23:46.558" v="3" actId="34807"/>
          <ac:spMkLst>
            <pc:docMk/>
            <pc:sldMk cId="0" sldId="256"/>
            <ac:spMk id="6" creationId="{BB5D4697-C1D2-4F8F-D626-BF3114AAD828}"/>
          </ac:spMkLst>
        </pc:spChg>
        <pc:spChg chg="add mod">
          <ac:chgData name="" userId="" providerId="" clId="Web-{9377D277-1747-4356-9A47-8707C143B6FC}" dt="2026-09-23T20:23:46.558" v="3" actId="34807"/>
          <ac:spMkLst>
            <pc:docMk/>
            <pc:sldMk cId="0" sldId="256"/>
            <ac:spMk id="8" creationId="{E302D085-F8A2-0DFE-DEE5-5FA25799E01F}"/>
          </ac:spMkLst>
        </pc:spChg>
        <pc:spChg chg="add mod">
          <ac:chgData name="" userId="" providerId="" clId="Web-{9377D277-1747-4356-9A47-8707C143B6FC}" dt="2026-09-23T20:23:46.558" v="3" actId="34807"/>
          <ac:spMkLst>
            <pc:docMk/>
            <pc:sldMk cId="0" sldId="256"/>
            <ac:spMk id="11" creationId="{95F10D48-F575-7320-24AE-DA8D0E8EA99C}"/>
          </ac:spMkLst>
        </pc:spChg>
        <pc:spChg chg="add mod">
          <ac:chgData name="" userId="" providerId="" clId="Web-{9377D277-1747-4356-9A47-8707C143B6FC}" dt="2026-09-23T20:23:46.558" v="3" actId="34807"/>
          <ac:spMkLst>
            <pc:docMk/>
            <pc:sldMk cId="0" sldId="256"/>
            <ac:spMk id="15" creationId="{CECCC938-A6BE-64A9-328D-48A08DBC7D2C}"/>
          </ac:spMkLst>
        </pc:spChg>
        <pc:spChg chg="add mod">
          <ac:chgData name="" userId="" providerId="" clId="Web-{9377D277-1747-4356-9A47-8707C143B6FC}" dt="2026-09-23T20:23:46.558" v="3" actId="34807"/>
          <ac:spMkLst>
            <pc:docMk/>
            <pc:sldMk cId="0" sldId="256"/>
            <ac:spMk id="20" creationId="{1D71DFD9-77D8-AB6B-5AC6-77AA0B973F0F}"/>
          </ac:spMkLst>
        </pc:spChg>
        <pc:spChg chg="add mod">
          <ac:chgData name="" userId="" providerId="" clId="Web-{9377D277-1747-4356-9A47-8707C143B6FC}" dt="2026-09-23T20:23:54.387" v="6" actId="34807"/>
          <ac:spMkLst>
            <pc:docMk/>
            <pc:sldMk cId="0" sldId="256"/>
            <ac:spMk id="26" creationId="{C92D01AE-7B62-16BF-DE29-80709BA3DDCA}"/>
          </ac:spMkLst>
        </pc:spChg>
        <pc:spChg chg="add mod">
          <ac:chgData name="" userId="" providerId="" clId="Web-{9377D277-1747-4356-9A47-8707C143B6FC}" dt="2026-09-23T20:23:54.387" v="6" actId="34807"/>
          <ac:spMkLst>
            <pc:docMk/>
            <pc:sldMk cId="0" sldId="256"/>
            <ac:spMk id="41" creationId="{7A9E3FAC-C02B-F3B6-310C-5122A1ED521E}"/>
          </ac:spMkLst>
        </pc:spChg>
        <pc:spChg chg="add mod">
          <ac:chgData name="" userId="" providerId="" clId="Web-{9377D277-1747-4356-9A47-8707C143B6FC}" dt="2026-09-23T20:23:46.558" v="3" actId="34807"/>
          <ac:spMkLst>
            <pc:docMk/>
            <pc:sldMk cId="0" sldId="256"/>
            <ac:spMk id="50" creationId="{5297027A-577A-8F71-A111-835B9BE21B57}"/>
          </ac:spMkLst>
        </pc:spChg>
        <pc:spChg chg="add mod">
          <ac:chgData name="" userId="" providerId="" clId="Web-{9377D277-1747-4356-9A47-8707C143B6FC}" dt="2026-09-23T20:23:54.387" v="6" actId="34807"/>
          <ac:spMkLst>
            <pc:docMk/>
            <pc:sldMk cId="0" sldId="256"/>
            <ac:spMk id="60" creationId="{3B1D2744-1586-C111-0D65-9FEF6FBBEEF5}"/>
          </ac:spMkLst>
        </pc:spChg>
        <pc:spChg chg="add mod">
          <ac:chgData name="" userId="" providerId="" clId="Web-{9377D277-1747-4356-9A47-8707C143B6FC}" dt="2026-09-23T20:23:46.558" v="3" actId="34807"/>
          <ac:spMkLst>
            <pc:docMk/>
            <pc:sldMk cId="0" sldId="256"/>
            <ac:spMk id="71" creationId="{C7421F27-6D00-7CB3-95B9-071E32FF0844}"/>
          </ac:spMkLst>
        </pc:spChg>
        <pc:picChg chg="add mod">
          <ac:chgData name="" userId="" providerId="" clId="Web-{9377D277-1747-4356-9A47-8707C143B6FC}" dt="2026-09-23T20:23:45.746" v="2" actId="34807"/>
          <ac:picMkLst>
            <pc:docMk/>
            <pc:sldMk cId="0" sldId="256"/>
            <ac:picMk id="5" creationId="{5AEB49F3-0BD3-8941-AE15-87864846A476}"/>
          </ac:picMkLst>
        </pc:picChg>
      </pc:sldChg>
      <pc:sldChg chg="addSp modSp add mod setBg modNotesTx">
        <pc:chgData name="" userId="" providerId="" clId="Web-{9377D277-1747-4356-9A47-8707C143B6FC}" dt="2026-09-23T20:23:52.324" v="5" actId="34807"/>
        <pc:sldMkLst>
          <pc:docMk/>
          <pc:sldMk cId="3554873719" sldId="457"/>
        </pc:sldMkLst>
        <pc:spChg chg="add mod">
          <ac:chgData name="" userId="" providerId="" clId="Web-{9377D277-1747-4356-9A47-8707C143B6FC}" dt="2026-09-23T20:23:46.558" v="3" actId="34807"/>
          <ac:spMkLst>
            <pc:docMk/>
            <pc:sldMk cId="3554873719" sldId="457"/>
            <ac:spMk id="83" creationId="{935BB05E-E320-80AC-5313-CE1C28CBDE5C}"/>
          </ac:spMkLst>
        </pc:spChg>
        <pc:spChg chg="add mod">
          <ac:chgData name="" userId="" providerId="" clId="Web-{9377D277-1747-4356-9A47-8707C143B6FC}" dt="2026-09-23T20:23:46.558" v="3" actId="34807"/>
          <ac:spMkLst>
            <pc:docMk/>
            <pc:sldMk cId="3554873719" sldId="457"/>
            <ac:spMk id="96" creationId="{4E815424-53A0-65B6-1B8F-648784557486}"/>
          </ac:spMkLst>
        </pc:spChg>
        <pc:spChg chg="add mod">
          <ac:chgData name="" userId="" providerId="" clId="Web-{9377D277-1747-4356-9A47-8707C143B6FC}" dt="2026-09-23T20:23:46.558" v="3" actId="34807"/>
          <ac:spMkLst>
            <pc:docMk/>
            <pc:sldMk cId="3554873719" sldId="457"/>
            <ac:spMk id="110" creationId="{C6A6DF1F-7145-7804-AFD0-6EB1843128A2}"/>
          </ac:spMkLst>
        </pc:spChg>
        <pc:spChg chg="add mod">
          <ac:chgData name="" userId="" providerId="" clId="Web-{9377D277-1747-4356-9A47-8707C143B6FC}" dt="2026-09-23T20:23:46.558" v="3" actId="34807"/>
          <ac:spMkLst>
            <pc:docMk/>
            <pc:sldMk cId="3554873719" sldId="457"/>
            <ac:spMk id="158" creationId="{B20345CA-DC29-3B9E-0F5C-249908F57C22}"/>
          </ac:spMkLst>
        </pc:spChg>
        <pc:spChg chg="add mod">
          <ac:chgData name="" userId="" providerId="" clId="Web-{9377D277-1747-4356-9A47-8707C143B6FC}" dt="2026-09-23T20:23:46.558" v="3" actId="34807"/>
          <ac:spMkLst>
            <pc:docMk/>
            <pc:sldMk cId="3554873719" sldId="457"/>
            <ac:spMk id="176" creationId="{CD85AEF2-33EA-37FA-A74F-8CC6FB56BC71}"/>
          </ac:spMkLst>
        </pc:spChg>
        <pc:spChg chg="add mod">
          <ac:chgData name="" userId="" providerId="" clId="Web-{9377D277-1747-4356-9A47-8707C143B6FC}" dt="2026-09-23T20:23:46.558" v="3" actId="34807"/>
          <ac:spMkLst>
            <pc:docMk/>
            <pc:sldMk cId="3554873719" sldId="457"/>
            <ac:spMk id="215" creationId="{C1CCACE9-3346-9D58-304F-BBE39EE18ADD}"/>
          </ac:spMkLst>
        </pc:spChg>
        <pc:spChg chg="add mod">
          <ac:chgData name="" userId="" providerId="" clId="Web-{9377D277-1747-4356-9A47-8707C143B6FC}" dt="2026-09-23T20:23:46.558" v="3" actId="34807"/>
          <ac:spMkLst>
            <pc:docMk/>
            <pc:sldMk cId="3554873719" sldId="457"/>
            <ac:spMk id="258" creationId="{BE1D545E-78B1-8CD9-10CA-08E72C4E9308}"/>
          </ac:spMkLst>
        </pc:spChg>
        <pc:spChg chg="add mod">
          <ac:chgData name="" userId="" providerId="" clId="Web-{9377D277-1747-4356-9A47-8707C143B6FC}" dt="2026-09-23T20:23:46.558" v="3" actId="34807"/>
          <ac:spMkLst>
            <pc:docMk/>
            <pc:sldMk cId="3554873719" sldId="457"/>
            <ac:spMk id="281" creationId="{C1FCBE81-4945-6F3A-6E3F-B5213A2E7C83}"/>
          </ac:spMkLst>
        </pc:spChg>
        <pc:spChg chg="add mod">
          <ac:chgData name="" userId="" providerId="" clId="Web-{9377D277-1747-4356-9A47-8707C143B6FC}" dt="2026-09-23T20:23:46.558" v="3" actId="34807"/>
          <ac:spMkLst>
            <pc:docMk/>
            <pc:sldMk cId="3554873719" sldId="457"/>
            <ac:spMk id="305" creationId="{4A408921-B970-045F-5B2F-4508E9270493}"/>
          </ac:spMkLst>
        </pc:spChg>
        <pc:spChg chg="add mod">
          <ac:chgData name="" userId="" providerId="" clId="Web-{9377D277-1747-4356-9A47-8707C143B6FC}" dt="2026-09-23T20:23:46.558" v="3" actId="34807"/>
          <ac:spMkLst>
            <pc:docMk/>
            <pc:sldMk cId="3554873719" sldId="457"/>
            <ac:spMk id="330" creationId="{3A1B161D-9D17-5BAC-7C87-7B14D1F292E4}"/>
          </ac:spMkLst>
        </pc:spChg>
        <pc:picChg chg="add mod">
          <ac:chgData name="" userId="" providerId="" clId="Web-{9377D277-1747-4356-9A47-8707C143B6FC}" dt="2026-09-23T20:23:50.496" v="4" actId="34807"/>
          <ac:picMkLst>
            <pc:docMk/>
            <pc:sldMk cId="3554873719" sldId="457"/>
            <ac:picMk id="12252" creationId="{2914DE32-DCE2-6F78-16DC-1BDE542F2977}"/>
          </ac:picMkLst>
        </pc:picChg>
      </pc:sldChg>
      <pc:sldChg chg="addSp modSp add mod setBg modNotesTx">
        <pc:chgData name="" userId="" providerId="" clId="Web-{9377D277-1747-4356-9A47-8707C143B6FC}" dt="2026-09-23T20:23:52.324" v="5" actId="34807"/>
        <pc:sldMkLst>
          <pc:docMk/>
          <pc:sldMk cId="1311526038" sldId="659"/>
        </pc:sldMkLst>
        <pc:spChg chg="add mod">
          <ac:chgData name="" userId="" providerId="" clId="Web-{9377D277-1747-4356-9A47-8707C143B6FC}" dt="2026-09-23T20:23:46.558" v="3" actId="34807"/>
          <ac:spMkLst>
            <pc:docMk/>
            <pc:sldMk cId="1311526038" sldId="659"/>
            <ac:spMk id="356" creationId="{C711EA38-413F-4642-82E4-0B4B1A60499C}"/>
          </ac:spMkLst>
        </pc:spChg>
        <pc:spChg chg="add mod">
          <ac:chgData name="" userId="" providerId="" clId="Web-{9377D277-1747-4356-9A47-8707C143B6FC}" dt="2026-09-23T20:23:46.558" v="3" actId="34807"/>
          <ac:spMkLst>
            <pc:docMk/>
            <pc:sldMk cId="1311526038" sldId="659"/>
            <ac:spMk id="383" creationId="{D92855DB-7A8F-D7A7-89FD-3960D8E8F40F}"/>
          </ac:spMkLst>
        </pc:spChg>
        <pc:spChg chg="add mod">
          <ac:chgData name="" userId="" providerId="" clId="Web-{9377D277-1747-4356-9A47-8707C143B6FC}" dt="2026-09-23T20:23:46.558" v="3" actId="34807"/>
          <ac:spMkLst>
            <pc:docMk/>
            <pc:sldMk cId="1311526038" sldId="659"/>
            <ac:spMk id="411" creationId="{53884CBD-524E-D4D5-E91E-073D82DE4551}"/>
          </ac:spMkLst>
        </pc:spChg>
        <pc:spChg chg="add mod">
          <ac:chgData name="" userId="" providerId="" clId="Web-{9377D277-1747-4356-9A47-8707C143B6FC}" dt="2026-09-23T20:23:46.558" v="3" actId="34807"/>
          <ac:spMkLst>
            <pc:docMk/>
            <pc:sldMk cId="1311526038" sldId="659"/>
            <ac:spMk id="566" creationId="{156747D3-F411-5FE1-4530-7CCD1D8B94DB}"/>
          </ac:spMkLst>
        </pc:spChg>
        <pc:spChg chg="add mod">
          <ac:chgData name="" userId="" providerId="" clId="Web-{9377D277-1747-4356-9A47-8707C143B6FC}" dt="2026-09-23T20:23:46.558" v="3" actId="34807"/>
          <ac:spMkLst>
            <pc:docMk/>
            <pc:sldMk cId="1311526038" sldId="659"/>
            <ac:spMk id="600" creationId="{05C8D5B2-8F01-0A9C-073F-33252493D274}"/>
          </ac:spMkLst>
        </pc:spChg>
        <pc:spChg chg="add mod">
          <ac:chgData name="" userId="" providerId="" clId="Web-{9377D277-1747-4356-9A47-8707C143B6FC}" dt="2026-09-23T20:23:46.558" v="3" actId="34807"/>
          <ac:spMkLst>
            <pc:docMk/>
            <pc:sldMk cId="1311526038" sldId="659"/>
            <ac:spMk id="671" creationId="{2616253E-16D4-FDC6-83F7-70143FBF6421}"/>
          </ac:spMkLst>
        </pc:spChg>
        <pc:spChg chg="add mod">
          <ac:chgData name="" userId="" providerId="" clId="Web-{9377D277-1747-4356-9A47-8707C143B6FC}" dt="2026-09-23T20:23:46.558" v="3" actId="34807"/>
          <ac:spMkLst>
            <pc:docMk/>
            <pc:sldMk cId="1311526038" sldId="659"/>
            <ac:spMk id="708" creationId="{BCEE9554-AA50-EC0E-E472-3A92B832C4CE}"/>
          </ac:spMkLst>
        </pc:spChg>
        <pc:spChg chg="add mod">
          <ac:chgData name="" userId="" providerId="" clId="Web-{9377D277-1747-4356-9A47-8707C143B6FC}" dt="2026-09-23T20:23:46.558" v="3" actId="34807"/>
          <ac:spMkLst>
            <pc:docMk/>
            <pc:sldMk cId="1311526038" sldId="659"/>
            <ac:spMk id="746" creationId="{0E44C2EC-B572-C4C7-BEBE-8F780FDF1A0C}"/>
          </ac:spMkLst>
        </pc:spChg>
        <pc:spChg chg="add mod">
          <ac:chgData name="" userId="" providerId="" clId="Web-{9377D277-1747-4356-9A47-8707C143B6FC}" dt="2026-09-23T20:23:46.558" v="3" actId="34807"/>
          <ac:spMkLst>
            <pc:docMk/>
            <pc:sldMk cId="1311526038" sldId="659"/>
            <ac:spMk id="825" creationId="{79D9D08D-A45A-A5AC-0E07-DB9219594231}"/>
          </ac:spMkLst>
        </pc:spChg>
        <pc:spChg chg="add mod">
          <ac:chgData name="" userId="" providerId="" clId="Web-{9377D277-1747-4356-9A47-8707C143B6FC}" dt="2026-09-23T20:23:46.558" v="3" actId="34807"/>
          <ac:spMkLst>
            <pc:docMk/>
            <pc:sldMk cId="1311526038" sldId="659"/>
            <ac:spMk id="866" creationId="{7B161BB9-8A04-EA23-6E16-05725D68C5B0}"/>
          </ac:spMkLst>
        </pc:spChg>
        <pc:picChg chg="add mod">
          <ac:chgData name="" userId="" providerId="" clId="Web-{9377D277-1747-4356-9A47-8707C143B6FC}" dt="2026-09-23T20:23:50.496" v="4" actId="34807"/>
          <ac:picMkLst>
            <pc:docMk/>
            <pc:sldMk cId="1311526038" sldId="659"/>
            <ac:picMk id="12253" creationId="{0780A81E-C87C-820C-3BEF-59CC2864A0E1}"/>
          </ac:picMkLst>
        </pc:picChg>
      </pc:sldChg>
      <pc:sldChg chg="addSp modSp add mod setBg modNotesTx">
        <pc:chgData name="" userId="" providerId="" clId="Web-{9377D277-1747-4356-9A47-8707C143B6FC}" dt="2026-09-23T20:23:52.324" v="5" actId="34807"/>
        <pc:sldMkLst>
          <pc:docMk/>
          <pc:sldMk cId="3593776381" sldId="862"/>
        </pc:sldMkLst>
        <pc:spChg chg="add mod">
          <ac:chgData name="" userId="" providerId="" clId="Web-{9377D277-1747-4356-9A47-8707C143B6FC}" dt="2026-09-23T20:23:46.558" v="3" actId="34807"/>
          <ac:spMkLst>
            <pc:docMk/>
            <pc:sldMk cId="3593776381" sldId="862"/>
            <ac:spMk id="951" creationId="{01F1331A-96FB-4EF1-D077-2036BEAF0104}"/>
          </ac:spMkLst>
        </pc:spChg>
        <pc:spChg chg="add mod">
          <ac:chgData name="" userId="" providerId="" clId="Web-{9377D277-1747-4356-9A47-8707C143B6FC}" dt="2026-09-23T20:23:46.558" v="3" actId="34807"/>
          <ac:spMkLst>
            <pc:docMk/>
            <pc:sldMk cId="3593776381" sldId="862"/>
            <ac:spMk id="995" creationId="{B8478851-31DB-07DD-F3BE-1094878308FF}"/>
          </ac:spMkLst>
        </pc:spChg>
        <pc:spChg chg="add mod">
          <ac:chgData name="" userId="" providerId="" clId="Web-{9377D277-1747-4356-9A47-8707C143B6FC}" dt="2026-09-23T20:23:46.558" v="3" actId="34807"/>
          <ac:spMkLst>
            <pc:docMk/>
            <pc:sldMk cId="3593776381" sldId="862"/>
            <ac:spMk id="1040" creationId="{F91C3518-D8F5-70C2-E9F7-772369D133B4}"/>
          </ac:spMkLst>
        </pc:spChg>
        <pc:spChg chg="add mod">
          <ac:chgData name="" userId="" providerId="" clId="Web-{9377D277-1747-4356-9A47-8707C143B6FC}" dt="2026-09-23T20:23:46.558" v="3" actId="34807"/>
          <ac:spMkLst>
            <pc:docMk/>
            <pc:sldMk cId="3593776381" sldId="862"/>
            <ac:spMk id="1133" creationId="{A713D2C8-A05C-5D98-44AD-7AC68713CECF}"/>
          </ac:spMkLst>
        </pc:spChg>
        <pc:spChg chg="add mod">
          <ac:chgData name="" userId="" providerId="" clId="Web-{9377D277-1747-4356-9A47-8707C143B6FC}" dt="2026-09-23T20:23:46.558" v="3" actId="34807"/>
          <ac:spMkLst>
            <pc:docMk/>
            <pc:sldMk cId="3593776381" sldId="862"/>
            <ac:spMk id="1181" creationId="{7A7E93A0-787D-7578-F777-24E6E55BD6C1}"/>
          </ac:spMkLst>
        </pc:spChg>
        <pc:spChg chg="add mod">
          <ac:chgData name="" userId="" providerId="" clId="Web-{9377D277-1747-4356-9A47-8707C143B6FC}" dt="2026-09-23T20:23:46.558" v="3" actId="34807"/>
          <ac:spMkLst>
            <pc:docMk/>
            <pc:sldMk cId="3593776381" sldId="862"/>
            <ac:spMk id="1230" creationId="{42D9ACD2-F1D1-CD23-40F2-3E69C151B4E0}"/>
          </ac:spMkLst>
        </pc:spChg>
        <pc:spChg chg="add mod">
          <ac:chgData name="" userId="" providerId="" clId="Web-{9377D277-1747-4356-9A47-8707C143B6FC}" dt="2026-09-23T20:23:46.558" v="3" actId="34807"/>
          <ac:spMkLst>
            <pc:docMk/>
            <pc:sldMk cId="3593776381" sldId="862"/>
            <ac:spMk id="1280" creationId="{9B2C2719-2E45-59CF-9D1D-11232C2F2C99}"/>
          </ac:spMkLst>
        </pc:spChg>
        <pc:spChg chg="add mod">
          <ac:chgData name="" userId="" providerId="" clId="Web-{9377D277-1747-4356-9A47-8707C143B6FC}" dt="2026-09-23T20:23:46.558" v="3" actId="34807"/>
          <ac:spMkLst>
            <pc:docMk/>
            <pc:sldMk cId="3593776381" sldId="862"/>
            <ac:spMk id="1331" creationId="{20F56915-C064-E0FE-3BD3-AEA81313009B}"/>
          </ac:spMkLst>
        </pc:spChg>
        <pc:spChg chg="add mod">
          <ac:chgData name="" userId="" providerId="" clId="Web-{9377D277-1747-4356-9A47-8707C143B6FC}" dt="2026-09-23T20:23:46.558" v="3" actId="34807"/>
          <ac:spMkLst>
            <pc:docMk/>
            <pc:sldMk cId="3593776381" sldId="862"/>
            <ac:spMk id="1383" creationId="{FC58DF09-15AD-4E5A-2C79-280EF67D85D9}"/>
          </ac:spMkLst>
        </pc:spChg>
        <pc:spChg chg="add mod">
          <ac:chgData name="" userId="" providerId="" clId="Web-{9377D277-1747-4356-9A47-8707C143B6FC}" dt="2026-09-23T20:23:46.558" v="3" actId="34807"/>
          <ac:spMkLst>
            <pc:docMk/>
            <pc:sldMk cId="3593776381" sldId="862"/>
            <ac:spMk id="1601" creationId="{11C9732F-E29B-A0F2-67BF-406067595AB6}"/>
          </ac:spMkLst>
        </pc:spChg>
        <pc:picChg chg="add mod">
          <ac:chgData name="" userId="" providerId="" clId="Web-{9377D277-1747-4356-9A47-8707C143B6FC}" dt="2026-09-23T20:23:50.496" v="4" actId="34807"/>
          <ac:picMkLst>
            <pc:docMk/>
            <pc:sldMk cId="3593776381" sldId="862"/>
            <ac:picMk id="12254" creationId="{0E83CEA2-FFCB-EA0F-A824-3AAF31AF3F7E}"/>
          </ac:picMkLst>
        </pc:picChg>
      </pc:sldChg>
      <pc:sldChg chg="addSp modSp add mod setBg modNotesTx">
        <pc:chgData name="" userId="" providerId="" clId="Web-{9377D277-1747-4356-9A47-8707C143B6FC}" dt="2026-09-23T20:23:52.324" v="5" actId="34807"/>
        <pc:sldMkLst>
          <pc:docMk/>
          <pc:sldMk cId="3346186341" sldId="1066"/>
        </pc:sldMkLst>
        <pc:spChg chg="add mod">
          <ac:chgData name="" userId="" providerId="" clId="Web-{9377D277-1747-4356-9A47-8707C143B6FC}" dt="2026-09-23T20:23:46.558" v="3" actId="34807"/>
          <ac:spMkLst>
            <pc:docMk/>
            <pc:sldMk cId="3346186341" sldId="1066"/>
            <ac:spMk id="1716" creationId="{0972B849-4243-4B2B-4824-8965E9BB1D33}"/>
          </ac:spMkLst>
        </pc:spChg>
        <pc:spChg chg="add mod">
          <ac:chgData name="" userId="" providerId="" clId="Web-{9377D277-1747-4356-9A47-8707C143B6FC}" dt="2026-09-23T20:23:46.558" v="3" actId="34807"/>
          <ac:spMkLst>
            <pc:docMk/>
            <pc:sldMk cId="3346186341" sldId="1066"/>
            <ac:spMk id="1775" creationId="{7008E282-F4C0-2017-EE2A-07935F03E590}"/>
          </ac:spMkLst>
        </pc:spChg>
        <pc:spChg chg="add mod">
          <ac:chgData name="" userId="" providerId="" clId="Web-{9377D277-1747-4356-9A47-8707C143B6FC}" dt="2026-09-23T20:23:46.558" v="3" actId="34807"/>
          <ac:spMkLst>
            <pc:docMk/>
            <pc:sldMk cId="3346186341" sldId="1066"/>
            <ac:spMk id="1835" creationId="{70F6D90A-4C48-472B-B20A-60B711DC3BC8}"/>
          </ac:spMkLst>
        </pc:spChg>
        <pc:spChg chg="add mod">
          <ac:chgData name="" userId="" providerId="" clId="Web-{9377D277-1747-4356-9A47-8707C143B6FC}" dt="2026-09-23T20:23:46.558" v="3" actId="34807"/>
          <ac:spMkLst>
            <pc:docMk/>
            <pc:sldMk cId="3346186341" sldId="1066"/>
            <ac:spMk id="1896" creationId="{30E65D22-32B1-E190-51CB-E9C673CA76EC}"/>
          </ac:spMkLst>
        </pc:spChg>
        <pc:spChg chg="add mod">
          <ac:chgData name="" userId="" providerId="" clId="Web-{9377D277-1747-4356-9A47-8707C143B6FC}" dt="2026-09-23T20:23:46.558" v="3" actId="34807"/>
          <ac:spMkLst>
            <pc:docMk/>
            <pc:sldMk cId="3346186341" sldId="1066"/>
            <ac:spMk id="1958" creationId="{9FD5E65E-E40E-D93F-2BDF-5CC6722FDD52}"/>
          </ac:spMkLst>
        </pc:spChg>
        <pc:spChg chg="add mod">
          <ac:chgData name="" userId="" providerId="" clId="Web-{9377D277-1747-4356-9A47-8707C143B6FC}" dt="2026-09-23T20:23:46.558" v="3" actId="34807"/>
          <ac:spMkLst>
            <pc:docMk/>
            <pc:sldMk cId="3346186341" sldId="1066"/>
            <ac:spMk id="2021" creationId="{EAC62638-5F52-7028-9626-3869216D1087}"/>
          </ac:spMkLst>
        </pc:spChg>
        <pc:spChg chg="add mod">
          <ac:chgData name="" userId="" providerId="" clId="Web-{9377D277-1747-4356-9A47-8707C143B6FC}" dt="2026-09-23T20:23:46.558" v="3" actId="34807"/>
          <ac:spMkLst>
            <pc:docMk/>
            <pc:sldMk cId="3346186341" sldId="1066"/>
            <ac:spMk id="2085" creationId="{30EEDA59-716C-A531-D13B-4C4A414DEA59}"/>
          </ac:spMkLst>
        </pc:spChg>
        <pc:spChg chg="add mod">
          <ac:chgData name="" userId="" providerId="" clId="Web-{9377D277-1747-4356-9A47-8707C143B6FC}" dt="2026-09-23T20:23:46.558" v="3" actId="34807"/>
          <ac:spMkLst>
            <pc:docMk/>
            <pc:sldMk cId="3346186341" sldId="1066"/>
            <ac:spMk id="2351" creationId="{5A2101CD-FD30-65BB-827C-31923FE24B19}"/>
          </ac:spMkLst>
        </pc:spChg>
        <pc:spChg chg="add mod">
          <ac:chgData name="" userId="" providerId="" clId="Web-{9377D277-1747-4356-9A47-8707C143B6FC}" dt="2026-09-23T20:23:46.558" v="3" actId="34807"/>
          <ac:spMkLst>
            <pc:docMk/>
            <pc:sldMk cId="3346186341" sldId="1066"/>
            <ac:spMk id="2420" creationId="{D952C600-6E4F-9018-2DBF-4A52FA39026F}"/>
          </ac:spMkLst>
        </pc:spChg>
        <pc:spChg chg="add mod">
          <ac:chgData name="" userId="" providerId="" clId="Web-{9377D277-1747-4356-9A47-8707C143B6FC}" dt="2026-09-23T20:23:46.558" v="3" actId="34807"/>
          <ac:spMkLst>
            <pc:docMk/>
            <pc:sldMk cId="3346186341" sldId="1066"/>
            <ac:spMk id="2490" creationId="{AF1A581A-58F8-B945-C1E7-AD59B9575BEB}"/>
          </ac:spMkLst>
        </pc:spChg>
        <pc:picChg chg="add mod">
          <ac:chgData name="" userId="" providerId="" clId="Web-{9377D277-1747-4356-9A47-8707C143B6FC}" dt="2026-09-23T20:23:50.496" v="4" actId="34807"/>
          <ac:picMkLst>
            <pc:docMk/>
            <pc:sldMk cId="3346186341" sldId="1066"/>
            <ac:picMk id="12255" creationId="{CA783CC9-AC05-62E6-C985-149CC7C391E7}"/>
          </ac:picMkLst>
        </pc:picChg>
      </pc:sldChg>
      <pc:sldChg chg="addSp modSp add mod setBg modNotesTx">
        <pc:chgData name="" userId="" providerId="" clId="Web-{9377D277-1747-4356-9A47-8707C143B6FC}" dt="2026-09-23T20:23:52.324" v="5" actId="34807"/>
        <pc:sldMkLst>
          <pc:docMk/>
          <pc:sldMk cId="2537011641" sldId="1271"/>
        </pc:sldMkLst>
        <pc:spChg chg="add mod">
          <ac:chgData name="" userId="" providerId="" clId="Web-{9377D277-1747-4356-9A47-8707C143B6FC}" dt="2026-09-23T20:23:46.558" v="3" actId="34807"/>
          <ac:spMkLst>
            <pc:docMk/>
            <pc:sldMk cId="2537011641" sldId="1271"/>
            <ac:spMk id="2633" creationId="{220B475F-7D25-1E81-3C51-EF993526AD1C}"/>
          </ac:spMkLst>
        </pc:spChg>
        <pc:spChg chg="add mod">
          <ac:chgData name="" userId="" providerId="" clId="Web-{9377D277-1747-4356-9A47-8707C143B6FC}" dt="2026-09-23T20:23:46.558" v="3" actId="34807"/>
          <ac:spMkLst>
            <pc:docMk/>
            <pc:sldMk cId="2537011641" sldId="1271"/>
            <ac:spMk id="2780" creationId="{B704D8AB-A4F6-D686-4EF7-54427403D499}"/>
          </ac:spMkLst>
        </pc:spChg>
        <pc:spChg chg="add mod">
          <ac:chgData name="" userId="" providerId="" clId="Web-{9377D277-1747-4356-9A47-8707C143B6FC}" dt="2026-09-23T20:23:46.558" v="3" actId="34807"/>
          <ac:spMkLst>
            <pc:docMk/>
            <pc:sldMk cId="2537011641" sldId="1271"/>
            <ac:spMk id="2855" creationId="{A535D8BA-FB5D-CC2C-CF45-8FB678C531D1}"/>
          </ac:spMkLst>
        </pc:spChg>
        <pc:spChg chg="add mod">
          <ac:chgData name="" userId="" providerId="" clId="Web-{9377D277-1747-4356-9A47-8707C143B6FC}" dt="2026-09-23T20:23:46.558" v="3" actId="34807"/>
          <ac:spMkLst>
            <pc:docMk/>
            <pc:sldMk cId="2537011641" sldId="1271"/>
            <ac:spMk id="2931" creationId="{FA296FC8-18FA-DF8C-BDBC-C1D075EDCE69}"/>
          </ac:spMkLst>
        </pc:spChg>
        <pc:spChg chg="add mod">
          <ac:chgData name="" userId="" providerId="" clId="Web-{9377D277-1747-4356-9A47-8707C143B6FC}" dt="2026-09-23T20:23:46.558" v="3" actId="34807"/>
          <ac:spMkLst>
            <pc:docMk/>
            <pc:sldMk cId="2537011641" sldId="1271"/>
            <ac:spMk id="3008" creationId="{C2534778-FEF7-09AD-EA48-CA7EC73C4C08}"/>
          </ac:spMkLst>
        </pc:spChg>
        <pc:spChg chg="add mod">
          <ac:chgData name="" userId="" providerId="" clId="Web-{9377D277-1747-4356-9A47-8707C143B6FC}" dt="2026-09-23T20:23:46.558" v="3" actId="34807"/>
          <ac:spMkLst>
            <pc:docMk/>
            <pc:sldMk cId="2537011641" sldId="1271"/>
            <ac:spMk id="3086" creationId="{229D9299-826B-7F34-2D85-CA0992AA3AC6}"/>
          </ac:spMkLst>
        </pc:spChg>
        <pc:spChg chg="add mod">
          <ac:chgData name="" userId="" providerId="" clId="Web-{9377D277-1747-4356-9A47-8707C143B6FC}" dt="2026-09-23T20:23:46.558" v="3" actId="34807"/>
          <ac:spMkLst>
            <pc:docMk/>
            <pc:sldMk cId="2537011641" sldId="1271"/>
            <ac:spMk id="3165" creationId="{FE27E9CF-0C56-DBA2-8619-AC9DD3E6BEC0}"/>
          </ac:spMkLst>
        </pc:spChg>
        <pc:spChg chg="add mod">
          <ac:chgData name="" userId="" providerId="" clId="Web-{9377D277-1747-4356-9A47-8707C143B6FC}" dt="2026-09-23T20:23:46.558" v="3" actId="34807"/>
          <ac:spMkLst>
            <pc:docMk/>
            <pc:sldMk cId="2537011641" sldId="1271"/>
            <ac:spMk id="3245" creationId="{923B0A65-A93B-1A37-B405-4234B19539BF}"/>
          </ac:spMkLst>
        </pc:spChg>
        <pc:spChg chg="add mod">
          <ac:chgData name="" userId="" providerId="" clId="Web-{9377D277-1747-4356-9A47-8707C143B6FC}" dt="2026-09-23T20:23:46.558" v="3" actId="34807"/>
          <ac:spMkLst>
            <pc:docMk/>
            <pc:sldMk cId="2537011641" sldId="1271"/>
            <ac:spMk id="3326" creationId="{E6BFA226-E9AE-6BF3-D04C-342239FFF924}"/>
          </ac:spMkLst>
        </pc:spChg>
        <pc:spChg chg="add mod">
          <ac:chgData name="" userId="" providerId="" clId="Web-{9377D277-1747-4356-9A47-8707C143B6FC}" dt="2026-09-23T20:23:46.558" v="3" actId="34807"/>
          <ac:spMkLst>
            <pc:docMk/>
            <pc:sldMk cId="2537011641" sldId="1271"/>
            <ac:spMk id="3660" creationId="{AFA65236-8E31-98AE-8B58-361A625A3A01}"/>
          </ac:spMkLst>
        </pc:spChg>
        <pc:picChg chg="add mod">
          <ac:chgData name="" userId="" providerId="" clId="Web-{9377D277-1747-4356-9A47-8707C143B6FC}" dt="2026-09-23T20:23:50.496" v="4" actId="34807"/>
          <ac:picMkLst>
            <pc:docMk/>
            <pc:sldMk cId="2537011641" sldId="1271"/>
            <ac:picMk id="12256" creationId="{6FD4586D-B22A-D71D-1E6D-7A69363722C3}"/>
          </ac:picMkLst>
        </pc:picChg>
      </pc:sldChg>
      <pc:sldChg chg="addSp modSp add mod setBg modNotesTx">
        <pc:chgData name="" userId="" providerId="" clId="Web-{9377D277-1747-4356-9A47-8707C143B6FC}" dt="2026-09-23T20:23:52.324" v="5" actId="34807"/>
        <pc:sldMkLst>
          <pc:docMk/>
          <pc:sldMk cId="1935787609" sldId="1477"/>
        </pc:sldMkLst>
        <pc:spChg chg="add mod">
          <ac:chgData name="" userId="" providerId="" clId="Web-{9377D277-1747-4356-9A47-8707C143B6FC}" dt="2026-09-23T20:23:46.558" v="3" actId="34807"/>
          <ac:spMkLst>
            <pc:docMk/>
            <pc:sldMk cId="1935787609" sldId="1477"/>
            <ac:spMk id="3921" creationId="{72EF514E-C95A-52F9-AEED-31FD69D6C872}"/>
          </ac:spMkLst>
        </pc:spChg>
        <pc:spChg chg="add mod">
          <ac:chgData name="" userId="" providerId="" clId="Web-{9377D277-1747-4356-9A47-8707C143B6FC}" dt="2026-09-23T20:23:46.558" v="3" actId="34807"/>
          <ac:spMkLst>
            <pc:docMk/>
            <pc:sldMk cId="1935787609" sldId="1477"/>
            <ac:spMk id="4100" creationId="{33CED3B3-6F17-7709-AFD2-97824BAC8D8A}"/>
          </ac:spMkLst>
        </pc:spChg>
        <pc:spChg chg="add mod">
          <ac:chgData name="" userId="" providerId="" clId="Web-{9377D277-1747-4356-9A47-8707C143B6FC}" dt="2026-09-23T20:23:46.558" v="3" actId="34807"/>
          <ac:spMkLst>
            <pc:docMk/>
            <pc:sldMk cId="1935787609" sldId="1477"/>
            <ac:spMk id="4191" creationId="{AB5D7DFA-F7FE-8E62-CB7B-BCB51DD3FE84}"/>
          </ac:spMkLst>
        </pc:spChg>
        <pc:spChg chg="add mod">
          <ac:chgData name="" userId="" providerId="" clId="Web-{9377D277-1747-4356-9A47-8707C143B6FC}" dt="2026-09-23T20:23:46.558" v="3" actId="34807"/>
          <ac:spMkLst>
            <pc:docMk/>
            <pc:sldMk cId="1935787609" sldId="1477"/>
            <ac:spMk id="4283" creationId="{826DA94A-A65C-9183-7CEF-63858FCD2EE0}"/>
          </ac:spMkLst>
        </pc:spChg>
        <pc:spChg chg="add mod">
          <ac:chgData name="" userId="" providerId="" clId="Web-{9377D277-1747-4356-9A47-8707C143B6FC}" dt="2026-09-23T20:23:46.558" v="3" actId="34807"/>
          <ac:spMkLst>
            <pc:docMk/>
            <pc:sldMk cId="1935787609" sldId="1477"/>
            <ac:spMk id="4470" creationId="{856E08AC-934F-919C-4B3A-DE7C1447C402}"/>
          </ac:spMkLst>
        </pc:spChg>
        <pc:spChg chg="add mod">
          <ac:chgData name="" userId="" providerId="" clId="Web-{9377D277-1747-4356-9A47-8707C143B6FC}" dt="2026-09-23T20:23:46.558" v="3" actId="34807"/>
          <ac:spMkLst>
            <pc:docMk/>
            <pc:sldMk cId="1935787609" sldId="1477"/>
            <ac:spMk id="4565" creationId="{2288D2B0-35AE-AF88-77E9-F510A7F95C45}"/>
          </ac:spMkLst>
        </pc:spChg>
        <pc:spChg chg="add mod">
          <ac:chgData name="" userId="" providerId="" clId="Web-{9377D277-1747-4356-9A47-8707C143B6FC}" dt="2026-09-23T20:23:46.558" v="3" actId="34807"/>
          <ac:spMkLst>
            <pc:docMk/>
            <pc:sldMk cId="1935787609" sldId="1477"/>
            <ac:spMk id="4661" creationId="{CEDA610A-9451-BE66-7DC6-AC712DA2F594}"/>
          </ac:spMkLst>
        </pc:spChg>
        <pc:spChg chg="add mod">
          <ac:chgData name="" userId="" providerId="" clId="Web-{9377D277-1747-4356-9A47-8707C143B6FC}" dt="2026-09-23T20:23:46.558" v="3" actId="34807"/>
          <ac:spMkLst>
            <pc:docMk/>
            <pc:sldMk cId="1935787609" sldId="1477"/>
            <ac:spMk id="4955" creationId="{D5740AC1-80BE-C9E9-3403-E8CFD48B6F0C}"/>
          </ac:spMkLst>
        </pc:spChg>
        <pc:spChg chg="add mod">
          <ac:chgData name="" userId="" providerId="" clId="Web-{9377D277-1747-4356-9A47-8707C143B6FC}" dt="2026-09-23T20:23:46.558" v="3" actId="34807"/>
          <ac:spMkLst>
            <pc:docMk/>
            <pc:sldMk cId="1935787609" sldId="1477"/>
            <ac:spMk id="5055" creationId="{217E2DF9-7D34-F81B-CD7B-73D0F6DCE6A0}"/>
          </ac:spMkLst>
        </pc:spChg>
        <pc:spChg chg="add mod">
          <ac:chgData name="" userId="" providerId="" clId="Web-{9377D277-1747-4356-9A47-8707C143B6FC}" dt="2026-09-23T20:23:46.558" v="3" actId="34807"/>
          <ac:spMkLst>
            <pc:docMk/>
            <pc:sldMk cId="1935787609" sldId="1477"/>
            <ac:spMk id="5156" creationId="{9DBCC241-4D9E-0594-79E9-D9544ED2F275}"/>
          </ac:spMkLst>
        </pc:spChg>
        <pc:picChg chg="add mod">
          <ac:chgData name="" userId="" providerId="" clId="Web-{9377D277-1747-4356-9A47-8707C143B6FC}" dt="2026-09-23T20:23:50.496" v="4" actId="34807"/>
          <ac:picMkLst>
            <pc:docMk/>
            <pc:sldMk cId="1935787609" sldId="1477"/>
            <ac:picMk id="12257" creationId="{187011A9-8757-44B3-F632-C958F011F27F}"/>
          </ac:picMkLst>
        </pc:picChg>
      </pc:sldChg>
      <pc:sldChg chg="addSp modSp add mod setBg modNotesTx">
        <pc:chgData name="" userId="" providerId="" clId="Web-{9377D277-1747-4356-9A47-8707C143B6FC}" dt="2026-09-23T20:23:52.324" v="5" actId="34807"/>
        <pc:sldMkLst>
          <pc:docMk/>
          <pc:sldMk cId="2199697486" sldId="1684"/>
        </pc:sldMkLst>
        <pc:spChg chg="add mod">
          <ac:chgData name="" userId="" providerId="" clId="Web-{9377D277-1747-4356-9A47-8707C143B6FC}" dt="2026-09-23T20:23:46.558" v="3" actId="34807"/>
          <ac:spMkLst>
            <pc:docMk/>
            <pc:sldMk cId="2199697486" sldId="1684"/>
            <ac:spMk id="5258" creationId="{D06908A1-1BCB-C0EC-921E-C837E5E275C6}"/>
          </ac:spMkLst>
        </pc:spChg>
        <pc:spChg chg="add mod">
          <ac:chgData name="" userId="" providerId="" clId="Web-{9377D277-1747-4356-9A47-8707C143B6FC}" dt="2026-09-23T20:23:46.558" v="3" actId="34807"/>
          <ac:spMkLst>
            <pc:docMk/>
            <pc:sldMk cId="2199697486" sldId="1684"/>
            <ac:spMk id="5570" creationId="{3BE59A50-4BAA-5B50-8CCE-516415BCD701}"/>
          </ac:spMkLst>
        </pc:spChg>
        <pc:spChg chg="add mod">
          <ac:chgData name="" userId="" providerId="" clId="Web-{9377D277-1747-4356-9A47-8707C143B6FC}" dt="2026-09-23T20:23:46.558" v="3" actId="34807"/>
          <ac:spMkLst>
            <pc:docMk/>
            <pc:sldMk cId="2199697486" sldId="1684"/>
            <ac:spMk id="5676" creationId="{C43B3F19-901F-9702-994B-DD540A5C6765}"/>
          </ac:spMkLst>
        </pc:spChg>
        <pc:spChg chg="add mod">
          <ac:chgData name="" userId="" providerId="" clId="Web-{9377D277-1747-4356-9A47-8707C143B6FC}" dt="2026-09-23T20:23:46.558" v="3" actId="34807"/>
          <ac:spMkLst>
            <pc:docMk/>
            <pc:sldMk cId="2199697486" sldId="1684"/>
            <ac:spMk id="5783" creationId="{FFA25D6E-0548-970E-D911-C7B1B21E0ED7}"/>
          </ac:spMkLst>
        </pc:spChg>
        <pc:spChg chg="add mod">
          <ac:chgData name="" userId="" providerId="" clId="Web-{9377D277-1747-4356-9A47-8707C143B6FC}" dt="2026-09-23T20:23:46.558" v="3" actId="34807"/>
          <ac:spMkLst>
            <pc:docMk/>
            <pc:sldMk cId="2199697486" sldId="1684"/>
            <ac:spMk id="5891" creationId="{97BB93F8-0FA7-A72B-2BF1-0A6664414CFF}"/>
          </ac:spMkLst>
        </pc:spChg>
        <pc:spChg chg="add mod">
          <ac:chgData name="" userId="" providerId="" clId="Web-{9377D277-1747-4356-9A47-8707C143B6FC}" dt="2026-09-23T20:23:46.558" v="3" actId="34807"/>
          <ac:spMkLst>
            <pc:docMk/>
            <pc:sldMk cId="2199697486" sldId="1684"/>
            <ac:spMk id="6000" creationId="{171D7A5B-CA5F-4954-333B-B6B054B8361F}"/>
          </ac:spMkLst>
        </pc:spChg>
        <pc:spChg chg="add mod">
          <ac:chgData name="" userId="" providerId="" clId="Web-{9377D277-1747-4356-9A47-8707C143B6FC}" dt="2026-09-23T20:23:46.558" v="3" actId="34807"/>
          <ac:spMkLst>
            <pc:docMk/>
            <pc:sldMk cId="2199697486" sldId="1684"/>
            <ac:spMk id="6110" creationId="{74004B9C-168B-A955-7E0B-1B0A7A395F96}"/>
          </ac:spMkLst>
        </pc:spChg>
        <pc:spChg chg="add mod">
          <ac:chgData name="" userId="" providerId="" clId="Web-{9377D277-1747-4356-9A47-8707C143B6FC}" dt="2026-09-23T20:23:46.558" v="3" actId="34807"/>
          <ac:spMkLst>
            <pc:docMk/>
            <pc:sldMk cId="2199697486" sldId="1684"/>
            <ac:spMk id="6221" creationId="{39A7C9D3-8CEF-CED2-7196-BAE8B7ABA066}"/>
          </ac:spMkLst>
        </pc:spChg>
        <pc:spChg chg="add mod">
          <ac:chgData name="" userId="" providerId="" clId="Web-{9377D277-1747-4356-9A47-8707C143B6FC}" dt="2026-09-23T20:23:46.558" v="3" actId="34807"/>
          <ac:spMkLst>
            <pc:docMk/>
            <pc:sldMk cId="2199697486" sldId="1684"/>
            <ac:spMk id="6560" creationId="{DBFB90F1-B752-3BE5-17B1-E82594C9091F}"/>
          </ac:spMkLst>
        </pc:spChg>
        <pc:spChg chg="add mod">
          <ac:chgData name="" userId="" providerId="" clId="Web-{9377D277-1747-4356-9A47-8707C143B6FC}" dt="2026-09-23T20:23:46.558" v="3" actId="34807"/>
          <ac:spMkLst>
            <pc:docMk/>
            <pc:sldMk cId="2199697486" sldId="1684"/>
            <ac:spMk id="6675" creationId="{F31E762A-B220-2299-FB51-9742BDF3078E}"/>
          </ac:spMkLst>
        </pc:spChg>
        <pc:picChg chg="add mod">
          <ac:chgData name="" userId="" providerId="" clId="Web-{9377D277-1747-4356-9A47-8707C143B6FC}" dt="2026-09-23T20:23:50.496" v="4" actId="34807"/>
          <ac:picMkLst>
            <pc:docMk/>
            <pc:sldMk cId="2199697486" sldId="1684"/>
            <ac:picMk id="12258" creationId="{75FFB778-B386-5DED-EF6B-95301637E214}"/>
          </ac:picMkLst>
        </pc:picChg>
      </pc:sldChg>
      <pc:sldChg chg="addSp modSp add mod setBg modNotesTx">
        <pc:chgData name="" userId="" providerId="" clId="Web-{9377D277-1747-4356-9A47-8707C143B6FC}" dt="2026-09-23T20:23:52.324" v="5" actId="34807"/>
        <pc:sldMkLst>
          <pc:docMk/>
          <pc:sldMk cId="219408922" sldId="1892"/>
        </pc:sldMkLst>
        <pc:spChg chg="add mod">
          <ac:chgData name="" userId="" providerId="" clId="Web-{9377D277-1747-4356-9A47-8707C143B6FC}" dt="2026-09-23T20:23:46.558" v="3" actId="34807"/>
          <ac:spMkLst>
            <pc:docMk/>
            <pc:sldMk cId="219408922" sldId="1892"/>
            <ac:spMk id="6791" creationId="{C1B1C6A7-F5F3-8C59-4362-6A76FD65CB7D}"/>
          </ac:spMkLst>
        </pc:spChg>
        <pc:spChg chg="add mod">
          <ac:chgData name="" userId="" providerId="" clId="Web-{9377D277-1747-4356-9A47-8707C143B6FC}" dt="2026-09-23T20:23:46.558" v="3" actId="34807"/>
          <ac:spMkLst>
            <pc:docMk/>
            <pc:sldMk cId="219408922" sldId="1892"/>
            <ac:spMk id="6908" creationId="{3B7E935D-12AC-7C8A-01C8-C9DD268EE95F}"/>
          </ac:spMkLst>
        </pc:spChg>
        <pc:spChg chg="add mod">
          <ac:chgData name="" userId="" providerId="" clId="Web-{9377D277-1747-4356-9A47-8707C143B6FC}" dt="2026-09-23T20:23:46.558" v="3" actId="34807"/>
          <ac:spMkLst>
            <pc:docMk/>
            <pc:sldMk cId="219408922" sldId="1892"/>
            <ac:spMk id="7026" creationId="{DDCC97CC-5250-0A36-B442-DD6939CA5E67}"/>
          </ac:spMkLst>
        </pc:spChg>
        <pc:spChg chg="add mod">
          <ac:chgData name="" userId="" providerId="" clId="Web-{9377D277-1747-4356-9A47-8707C143B6FC}" dt="2026-09-23T20:23:46.558" v="3" actId="34807"/>
          <ac:spMkLst>
            <pc:docMk/>
            <pc:sldMk cId="219408922" sldId="1892"/>
            <ac:spMk id="7265" creationId="{EB550BDD-9F9E-7FC0-E557-B1BAA8909FF5}"/>
          </ac:spMkLst>
        </pc:spChg>
        <pc:spChg chg="add mod">
          <ac:chgData name="" userId="" providerId="" clId="Web-{9377D277-1747-4356-9A47-8707C143B6FC}" dt="2026-09-23T20:23:46.558" v="3" actId="34807"/>
          <ac:spMkLst>
            <pc:docMk/>
            <pc:sldMk cId="219408922" sldId="1892"/>
            <ac:spMk id="7508" creationId="{2A3AB649-7F7E-3D1C-1586-CC49439D0D41}"/>
          </ac:spMkLst>
        </pc:spChg>
        <pc:spChg chg="add mod">
          <ac:chgData name="" userId="" providerId="" clId="Web-{9377D277-1747-4356-9A47-8707C143B6FC}" dt="2026-09-23T20:23:46.558" v="3" actId="34807"/>
          <ac:spMkLst>
            <pc:docMk/>
            <pc:sldMk cId="219408922" sldId="1892"/>
            <ac:spMk id="7755" creationId="{E38982C6-07FB-19A1-DA93-F5173897CB99}"/>
          </ac:spMkLst>
        </pc:spChg>
        <pc:spChg chg="add mod">
          <ac:chgData name="" userId="" providerId="" clId="Web-{9377D277-1747-4356-9A47-8707C143B6FC}" dt="2026-09-23T20:23:46.558" v="3" actId="34807"/>
          <ac:spMkLst>
            <pc:docMk/>
            <pc:sldMk cId="219408922" sldId="1892"/>
            <ac:spMk id="7880" creationId="{EF54B35E-7037-F1EB-EFB9-4565B68D3876}"/>
          </ac:spMkLst>
        </pc:spChg>
        <pc:spChg chg="add mod">
          <ac:chgData name="" userId="" providerId="" clId="Web-{9377D277-1747-4356-9A47-8707C143B6FC}" dt="2026-09-23T20:23:46.558" v="3" actId="34807"/>
          <ac:spMkLst>
            <pc:docMk/>
            <pc:sldMk cId="219408922" sldId="1892"/>
            <ac:spMk id="8006" creationId="{99C27FF1-B39F-2409-31A1-BEE2CE670DF7}"/>
          </ac:spMkLst>
        </pc:spChg>
        <pc:spChg chg="add mod">
          <ac:chgData name="" userId="" providerId="" clId="Web-{9377D277-1747-4356-9A47-8707C143B6FC}" dt="2026-09-23T20:23:46.558" v="3" actId="34807"/>
          <ac:spMkLst>
            <pc:docMk/>
            <pc:sldMk cId="219408922" sldId="1892"/>
            <ac:spMk id="8133" creationId="{780B2D9C-E563-DE60-2D6B-7846BF79D308}"/>
          </ac:spMkLst>
        </pc:spChg>
        <pc:spChg chg="add mod">
          <ac:chgData name="" userId="" providerId="" clId="Web-{9377D277-1747-4356-9A47-8707C143B6FC}" dt="2026-09-23T20:23:46.558" v="3" actId="34807"/>
          <ac:spMkLst>
            <pc:docMk/>
            <pc:sldMk cId="219408922" sldId="1892"/>
            <ac:spMk id="8390" creationId="{D4ADC1FF-CBCB-8317-7631-90C467AA2DEB}"/>
          </ac:spMkLst>
        </pc:spChg>
        <pc:picChg chg="add mod">
          <ac:chgData name="" userId="" providerId="" clId="Web-{9377D277-1747-4356-9A47-8707C143B6FC}" dt="2026-09-23T20:23:50.496" v="4" actId="34807"/>
          <ac:picMkLst>
            <pc:docMk/>
            <pc:sldMk cId="219408922" sldId="1892"/>
            <ac:picMk id="12259" creationId="{C7B8EDC7-2F41-EB4F-D45F-36FD1811750A}"/>
          </ac:picMkLst>
        </pc:picChg>
      </pc:sldChg>
      <pc:sldChg chg="addSp modSp add mod setBg modNotesTx">
        <pc:chgData name="" userId="" providerId="" clId="Web-{9377D277-1747-4356-9A47-8707C143B6FC}" dt="2026-09-23T20:23:52.324" v="5" actId="34807"/>
        <pc:sldMkLst>
          <pc:docMk/>
          <pc:sldMk cId="3203671895" sldId="2101"/>
        </pc:sldMkLst>
        <pc:spChg chg="add mod">
          <ac:chgData name="" userId="" providerId="" clId="Web-{9377D277-1747-4356-9A47-8707C143B6FC}" dt="2026-09-23T20:23:46.558" v="3" actId="34807"/>
          <ac:spMkLst>
            <pc:docMk/>
            <pc:sldMk cId="3203671895" sldId="2101"/>
            <ac:spMk id="8916" creationId="{F3D19A08-EDAE-09F5-DC58-ABAA01AB8C17}"/>
          </ac:spMkLst>
        </pc:spChg>
        <pc:spChg chg="add mod">
          <ac:chgData name="" userId="" providerId="" clId="Web-{9377D277-1747-4356-9A47-8707C143B6FC}" dt="2026-09-23T20:23:46.558" v="3" actId="34807"/>
          <ac:spMkLst>
            <pc:docMk/>
            <pc:sldMk cId="3203671895" sldId="2101"/>
            <ac:spMk id="9321" creationId="{257F5FD7-1230-28A3-BD33-893E0A064306}"/>
          </ac:spMkLst>
        </pc:spChg>
        <pc:spChg chg="add mod">
          <ac:chgData name="" userId="" providerId="" clId="Web-{9377D277-1747-4356-9A47-8707C143B6FC}" dt="2026-09-23T20:23:46.558" v="3" actId="34807"/>
          <ac:spMkLst>
            <pc:docMk/>
            <pc:sldMk cId="3203671895" sldId="2101"/>
            <ac:spMk id="9458" creationId="{F44AB0F5-C147-88AB-70E3-24D8803EC3A2}"/>
          </ac:spMkLst>
        </pc:spChg>
        <pc:spChg chg="add mod">
          <ac:chgData name="" userId="" providerId="" clId="Web-{9377D277-1747-4356-9A47-8707C143B6FC}" dt="2026-09-23T20:23:46.558" v="3" actId="34807"/>
          <ac:spMkLst>
            <pc:docMk/>
            <pc:sldMk cId="3203671895" sldId="2101"/>
            <ac:spMk id="9596" creationId="{68326D0C-097F-DB23-013C-71AA95A17FF0}"/>
          </ac:spMkLst>
        </pc:spChg>
        <pc:spChg chg="add mod">
          <ac:chgData name="" userId="" providerId="" clId="Web-{9377D277-1747-4356-9A47-8707C143B6FC}" dt="2026-09-23T20:23:46.558" v="3" actId="34807"/>
          <ac:spMkLst>
            <pc:docMk/>
            <pc:sldMk cId="3203671895" sldId="2101"/>
            <ac:spMk id="9735" creationId="{FA850CFF-D28C-26E7-46C8-622DBF002536}"/>
          </ac:spMkLst>
        </pc:spChg>
        <pc:spChg chg="add mod">
          <ac:chgData name="" userId="" providerId="" clId="Web-{9377D277-1747-4356-9A47-8707C143B6FC}" dt="2026-09-23T20:23:46.558" v="3" actId="34807"/>
          <ac:spMkLst>
            <pc:docMk/>
            <pc:sldMk cId="3203671895" sldId="2101"/>
            <ac:spMk id="10016" creationId="{CB3883D3-B570-D93D-8E2F-1E0B25977D46}"/>
          </ac:spMkLst>
        </pc:spChg>
        <pc:spChg chg="add mod">
          <ac:chgData name="" userId="" providerId="" clId="Web-{9377D277-1747-4356-9A47-8707C143B6FC}" dt="2026-09-23T20:23:46.558" v="3" actId="34807"/>
          <ac:spMkLst>
            <pc:docMk/>
            <pc:sldMk cId="3203671895" sldId="2101"/>
            <ac:spMk id="10158" creationId="{5B779461-FE92-E88A-0542-F583111843B9}"/>
          </ac:spMkLst>
        </pc:spChg>
        <pc:spChg chg="add mod">
          <ac:chgData name="" userId="" providerId="" clId="Web-{9377D277-1747-4356-9A47-8707C143B6FC}" dt="2026-09-23T20:23:46.558" v="3" actId="34807"/>
          <ac:spMkLst>
            <pc:docMk/>
            <pc:sldMk cId="3203671895" sldId="2101"/>
            <ac:spMk id="10301" creationId="{572DDFDE-E375-51F3-627E-2F6A5FCDB644}"/>
          </ac:spMkLst>
        </pc:spChg>
        <pc:spChg chg="add mod">
          <ac:chgData name="" userId="" providerId="" clId="Web-{9377D277-1747-4356-9A47-8707C143B6FC}" dt="2026-09-23T20:23:46.558" v="3" actId="34807"/>
          <ac:spMkLst>
            <pc:docMk/>
            <pc:sldMk cId="3203671895" sldId="2101"/>
            <ac:spMk id="10445" creationId="{B09509F4-C468-FB63-F74C-A58C6C9B6FD2}"/>
          </ac:spMkLst>
        </pc:spChg>
        <pc:spChg chg="add mod">
          <ac:chgData name="" userId="" providerId="" clId="Web-{9377D277-1747-4356-9A47-8707C143B6FC}" dt="2026-09-23T20:23:46.558" v="3" actId="34807"/>
          <ac:spMkLst>
            <pc:docMk/>
            <pc:sldMk cId="3203671895" sldId="2101"/>
            <ac:spMk id="10736" creationId="{26C29F73-B2A1-A316-B07C-DFCA4D8A3EEC}"/>
          </ac:spMkLst>
        </pc:spChg>
        <pc:picChg chg="add mod">
          <ac:chgData name="" userId="" providerId="" clId="Web-{9377D277-1747-4356-9A47-8707C143B6FC}" dt="2026-09-23T20:23:50.496" v="4" actId="34807"/>
          <ac:picMkLst>
            <pc:docMk/>
            <pc:sldMk cId="3203671895" sldId="2101"/>
            <ac:picMk id="12260" creationId="{6282D48F-7D71-5F16-CE49-48B0F3480133}"/>
          </ac:picMkLst>
        </pc:picChg>
      </pc:sldChg>
      <pc:sldChg chg="addSp modSp add mod setBg modNotesTx">
        <pc:chgData name="" userId="" providerId="" clId="Web-{9377D277-1747-4356-9A47-8707C143B6FC}" dt="2026-09-23T20:23:52.324" v="5" actId="34807"/>
        <pc:sldMkLst>
          <pc:docMk/>
          <pc:sldMk cId="1545315809" sldId="2311"/>
        </pc:sldMkLst>
        <pc:spChg chg="add mod">
          <ac:chgData name="" userId="" providerId="" clId="Web-{9377D277-1747-4356-9A47-8707C143B6FC}" dt="2026-09-23T20:23:46.558" v="3" actId="34807"/>
          <ac:spMkLst>
            <pc:docMk/>
            <pc:sldMk cId="1545315809" sldId="2311"/>
            <ac:spMk id="10883" creationId="{DA7052FB-DF7D-257B-4AF8-036C4819FD48}"/>
          </ac:spMkLst>
        </pc:spChg>
        <pc:spChg chg="add mod">
          <ac:chgData name="" userId="" providerId="" clId="Web-{9377D277-1747-4356-9A47-8707C143B6FC}" dt="2026-09-23T20:23:46.558" v="3" actId="34807"/>
          <ac:spMkLst>
            <pc:docMk/>
            <pc:sldMk cId="1545315809" sldId="2311"/>
            <ac:spMk id="11031" creationId="{9DE52CB4-6E60-BBE0-EFB4-956E309AE2F6}"/>
          </ac:spMkLst>
        </pc:spChg>
        <pc:spChg chg="add mod">
          <ac:chgData name="" userId="" providerId="" clId="Web-{9377D277-1747-4356-9A47-8707C143B6FC}" dt="2026-09-23T20:23:46.558" v="3" actId="34807"/>
          <ac:spMkLst>
            <pc:docMk/>
            <pc:sldMk cId="1545315809" sldId="2311"/>
            <ac:spMk id="11180" creationId="{A7E78F1B-7AF9-FBD8-9C34-9062B23238D1}"/>
          </ac:spMkLst>
        </pc:spChg>
        <pc:spChg chg="add mod">
          <ac:chgData name="" userId="" providerId="" clId="Web-{9377D277-1747-4356-9A47-8707C143B6FC}" dt="2026-09-23T20:23:46.558" v="3" actId="34807"/>
          <ac:spMkLst>
            <pc:docMk/>
            <pc:sldMk cId="1545315809" sldId="2311"/>
            <ac:spMk id="11330" creationId="{D7BC6E4B-5182-A528-152D-8A75A8EE2C46}"/>
          </ac:spMkLst>
        </pc:spChg>
        <pc:spChg chg="add mod">
          <ac:chgData name="" userId="" providerId="" clId="Web-{9377D277-1747-4356-9A47-8707C143B6FC}" dt="2026-09-23T20:23:46.558" v="3" actId="34807"/>
          <ac:spMkLst>
            <pc:docMk/>
            <pc:sldMk cId="1545315809" sldId="2311"/>
            <ac:spMk id="11481" creationId="{716BCFA1-8824-050C-16A0-7EFFEF509A27}"/>
          </ac:spMkLst>
        </pc:spChg>
        <pc:spChg chg="add mod">
          <ac:chgData name="" userId="" providerId="" clId="Web-{9377D277-1747-4356-9A47-8707C143B6FC}" dt="2026-09-23T20:23:46.558" v="3" actId="34807"/>
          <ac:spMkLst>
            <pc:docMk/>
            <pc:sldMk cId="1545315809" sldId="2311"/>
            <ac:spMk id="11633" creationId="{62F10232-4553-1233-19BD-714041AC3047}"/>
          </ac:spMkLst>
        </pc:spChg>
        <pc:spChg chg="add mod">
          <ac:chgData name="" userId="" providerId="" clId="Web-{9377D277-1747-4356-9A47-8707C143B6FC}" dt="2026-09-23T20:23:46.558" v="3" actId="34807"/>
          <ac:spMkLst>
            <pc:docMk/>
            <pc:sldMk cId="1545315809" sldId="2311"/>
            <ac:spMk id="11786" creationId="{4A58E4F3-6B9F-73E1-3A08-C0767AB2C59C}"/>
          </ac:spMkLst>
        </pc:spChg>
        <pc:spChg chg="add mod">
          <ac:chgData name="" userId="" providerId="" clId="Web-{9377D277-1747-4356-9A47-8707C143B6FC}" dt="2026-09-23T20:23:46.558" v="3" actId="34807"/>
          <ac:spMkLst>
            <pc:docMk/>
            <pc:sldMk cId="1545315809" sldId="2311"/>
            <ac:spMk id="11940" creationId="{7560EC69-3374-E967-215A-6C265514A01D}"/>
          </ac:spMkLst>
        </pc:spChg>
        <pc:spChg chg="add mod">
          <ac:chgData name="" userId="" providerId="" clId="Web-{9377D277-1747-4356-9A47-8707C143B6FC}" dt="2026-09-23T20:23:46.558" v="3" actId="34807"/>
          <ac:spMkLst>
            <pc:docMk/>
            <pc:sldMk cId="1545315809" sldId="2311"/>
            <ac:spMk id="12095" creationId="{00D0BE78-BA91-169A-DAA8-D6AD98518C86}"/>
          </ac:spMkLst>
        </pc:spChg>
        <pc:spChg chg="add mod">
          <ac:chgData name="" userId="" providerId="" clId="Web-{9377D277-1747-4356-9A47-8707C143B6FC}" dt="2026-09-23T20:23:46.558" v="3" actId="34807"/>
          <ac:spMkLst>
            <pc:docMk/>
            <pc:sldMk cId="1545315809" sldId="2311"/>
            <ac:spMk id="12251" creationId="{B227A38A-ACC3-5C82-0F5C-1C8AB67A90F4}"/>
          </ac:spMkLst>
        </pc:spChg>
        <pc:picChg chg="add mod">
          <ac:chgData name="" userId="" providerId="" clId="Web-{9377D277-1747-4356-9A47-8707C143B6FC}" dt="2026-09-23T20:23:50.496" v="4" actId="34807"/>
          <ac:picMkLst>
            <pc:docMk/>
            <pc:sldMk cId="1545315809" sldId="2311"/>
            <ac:picMk id="12261" creationId="{EDF9C85E-C82E-A43F-0FE3-FBE8BCEFD508}"/>
          </ac:picMkLst>
        </pc:picChg>
      </pc:sldChg>
      <pc:sldChg chg="addSp modSp add mod setBg modNotesTx">
        <pc:chgData name="" userId="" providerId="" clId="Web-{9377D277-1747-4356-9A47-8707C143B6FC}" dt="2026-09-23T20:24:13.684" v="9" actId="34807"/>
        <pc:sldMkLst>
          <pc:docMk/>
          <pc:sldMk cId="688135655" sldId="2522"/>
        </pc:sldMkLst>
        <pc:spChg chg="add mod">
          <ac:chgData name="" userId="" providerId="" clId="Web-{9377D277-1747-4356-9A47-8707C143B6FC}" dt="2026-09-23T20:24:10.434" v="7" actId="34807"/>
          <ac:spMkLst>
            <pc:docMk/>
            <pc:sldMk cId="688135655" sldId="2522"/>
            <ac:spMk id="12262" creationId="{75603AD5-E096-86CF-5DB2-FAD3417BACA6}"/>
          </ac:spMkLst>
        </pc:spChg>
        <pc:spChg chg="add mod">
          <ac:chgData name="" userId="" providerId="" clId="Web-{9377D277-1747-4356-9A47-8707C143B6FC}" dt="2026-09-23T20:24:10.434" v="7" actId="34807"/>
          <ac:spMkLst>
            <pc:docMk/>
            <pc:sldMk cId="688135655" sldId="2522"/>
            <ac:spMk id="12264" creationId="{92F52634-DA29-2F72-1740-F9CF0D00D6F1}"/>
          </ac:spMkLst>
        </pc:spChg>
        <pc:spChg chg="add mod">
          <ac:chgData name="" userId="" providerId="" clId="Web-{9377D277-1747-4356-9A47-8707C143B6FC}" dt="2026-09-23T20:24:10.434" v="7" actId="34807"/>
          <ac:spMkLst>
            <pc:docMk/>
            <pc:sldMk cId="688135655" sldId="2522"/>
            <ac:spMk id="12267" creationId="{43D02951-D7A1-AC0A-FB80-57D93C295F3B}"/>
          </ac:spMkLst>
        </pc:spChg>
        <pc:spChg chg="add mod">
          <ac:chgData name="" userId="" providerId="" clId="Web-{9377D277-1747-4356-9A47-8707C143B6FC}" dt="2026-09-23T20:24:10.434" v="7" actId="34807"/>
          <ac:spMkLst>
            <pc:docMk/>
            <pc:sldMk cId="688135655" sldId="2522"/>
            <ac:spMk id="12276" creationId="{FB573CF4-960C-490B-C66D-671C06567961}"/>
          </ac:spMkLst>
        </pc:spChg>
        <pc:spChg chg="add mod">
          <ac:chgData name="" userId="" providerId="" clId="Web-{9377D277-1747-4356-9A47-8707C143B6FC}" dt="2026-09-23T20:24:10.434" v="7" actId="34807"/>
          <ac:spMkLst>
            <pc:docMk/>
            <pc:sldMk cId="688135655" sldId="2522"/>
            <ac:spMk id="12289" creationId="{2CF41858-B9EC-6927-942F-0AD64B22E84F}"/>
          </ac:spMkLst>
        </pc:spChg>
        <pc:spChg chg="add mod">
          <ac:chgData name="" userId="" providerId="" clId="Web-{9377D277-1747-4356-9A47-8707C143B6FC}" dt="2026-09-23T20:24:10.434" v="7" actId="34807"/>
          <ac:spMkLst>
            <pc:docMk/>
            <pc:sldMk cId="688135655" sldId="2522"/>
            <ac:spMk id="12297" creationId="{D323A094-B294-BF9C-4C0A-3A7293B52972}"/>
          </ac:spMkLst>
        </pc:spChg>
        <pc:spChg chg="add mod">
          <ac:chgData name="" userId="" providerId="" clId="Web-{9377D277-1747-4356-9A47-8707C143B6FC}" dt="2026-09-23T20:24:10.434" v="7" actId="34807"/>
          <ac:spMkLst>
            <pc:docMk/>
            <pc:sldMk cId="688135655" sldId="2522"/>
            <ac:spMk id="12306" creationId="{F8860591-F997-3CA6-1B44-64E6F5333678}"/>
          </ac:spMkLst>
        </pc:spChg>
        <pc:spChg chg="add mod">
          <ac:chgData name="" userId="" providerId="" clId="Web-{9377D277-1747-4356-9A47-8707C143B6FC}" dt="2026-09-23T20:24:10.434" v="7" actId="34807"/>
          <ac:spMkLst>
            <pc:docMk/>
            <pc:sldMk cId="688135655" sldId="2522"/>
            <ac:spMk id="12327" creationId="{EDDFF05D-02A1-54D2-B330-DCDE046C4F21}"/>
          </ac:spMkLst>
        </pc:spChg>
        <pc:spChg chg="add mod">
          <ac:chgData name="" userId="" providerId="" clId="Web-{9377D277-1747-4356-9A47-8707C143B6FC}" dt="2026-09-23T20:24:10.434" v="7" actId="34807"/>
          <ac:spMkLst>
            <pc:docMk/>
            <pc:sldMk cId="688135655" sldId="2522"/>
            <ac:spMk id="12352" creationId="{DAA6809C-83B8-AEAA-95FE-21F40B4947CB}"/>
          </ac:spMkLst>
        </pc:spChg>
        <pc:spChg chg="add mod">
          <ac:chgData name="" userId="" providerId="" clId="Web-{9377D277-1747-4356-9A47-8707C143B6FC}" dt="2026-09-23T20:24:10.434" v="7" actId="34807"/>
          <ac:spMkLst>
            <pc:docMk/>
            <pc:sldMk cId="688135655" sldId="2522"/>
            <ac:spMk id="12366" creationId="{74808AE6-2053-CF38-91C1-0F8C30E75651}"/>
          </ac:spMkLst>
        </pc:spChg>
        <pc:picChg chg="add mod">
          <ac:chgData name="" userId="" providerId="" clId="Web-{9377D277-1747-4356-9A47-8707C143B6FC}" dt="2026-09-23T20:24:11.949" v="8" actId="34807"/>
          <ac:picMkLst>
            <pc:docMk/>
            <pc:sldMk cId="688135655" sldId="2522"/>
            <ac:picMk id="20012" creationId="{455ACDBE-7111-7130-0D2B-146BB6781414}"/>
          </ac:picMkLst>
        </pc:picChg>
      </pc:sldChg>
      <pc:sldChg chg="addSp modSp add mod setBg modNotesTx">
        <pc:chgData name="" userId="" providerId="" clId="Web-{9377D277-1747-4356-9A47-8707C143B6FC}" dt="2026-09-23T20:24:13.684" v="9" actId="34807"/>
        <pc:sldMkLst>
          <pc:docMk/>
          <pc:sldMk cId="1632435452" sldId="2734"/>
        </pc:sldMkLst>
        <pc:spChg chg="add mod">
          <ac:chgData name="" userId="" providerId="" clId="Web-{9377D277-1747-4356-9A47-8707C143B6FC}" dt="2026-09-23T20:24:10.434" v="7" actId="34807"/>
          <ac:spMkLst>
            <pc:docMk/>
            <pc:sldMk cId="1632435452" sldId="2734"/>
            <ac:spMk id="12381" creationId="{99C605EF-0817-6ECB-88E0-DEFA1AB16DBE}"/>
          </ac:spMkLst>
        </pc:spChg>
        <pc:spChg chg="add mod">
          <ac:chgData name="" userId="" providerId="" clId="Web-{9377D277-1747-4356-9A47-8707C143B6FC}" dt="2026-09-23T20:24:10.434" v="7" actId="34807"/>
          <ac:spMkLst>
            <pc:docMk/>
            <pc:sldMk cId="1632435452" sldId="2734"/>
            <ac:spMk id="12397" creationId="{7B45206B-ACB9-CFBB-F722-D3016020A61B}"/>
          </ac:spMkLst>
        </pc:spChg>
        <pc:spChg chg="add mod">
          <ac:chgData name="" userId="" providerId="" clId="Web-{9377D277-1747-4356-9A47-8707C143B6FC}" dt="2026-09-23T20:24:10.434" v="7" actId="34807"/>
          <ac:spMkLst>
            <pc:docMk/>
            <pc:sldMk cId="1632435452" sldId="2734"/>
            <ac:spMk id="12414" creationId="{9ACCAA42-C5FE-E9D1-FF32-2CF7CB958FB3}"/>
          </ac:spMkLst>
        </pc:spChg>
        <pc:spChg chg="add mod">
          <ac:chgData name="" userId="" providerId="" clId="Web-{9377D277-1747-4356-9A47-8707C143B6FC}" dt="2026-09-23T20:24:10.434" v="7" actId="34807"/>
          <ac:spMkLst>
            <pc:docMk/>
            <pc:sldMk cId="1632435452" sldId="2734"/>
            <ac:spMk id="12451" creationId="{98E61085-707D-04A9-7AD2-7811EFBAFC29}"/>
          </ac:spMkLst>
        </pc:spChg>
        <pc:spChg chg="add mod">
          <ac:chgData name="" userId="" providerId="" clId="Web-{9377D277-1747-4356-9A47-8707C143B6FC}" dt="2026-09-23T20:24:10.434" v="7" actId="34807"/>
          <ac:spMkLst>
            <pc:docMk/>
            <pc:sldMk cId="1632435452" sldId="2734"/>
            <ac:spMk id="12471" creationId="{86DB6AC7-29DD-7127-BF1E-D50B9BBDAF2B}"/>
          </ac:spMkLst>
        </pc:spChg>
        <pc:spChg chg="add mod">
          <ac:chgData name="" userId="" providerId="" clId="Web-{9377D277-1747-4356-9A47-8707C143B6FC}" dt="2026-09-23T20:24:10.434" v="7" actId="34807"/>
          <ac:spMkLst>
            <pc:docMk/>
            <pc:sldMk cId="1632435452" sldId="2734"/>
            <ac:spMk id="12492" creationId="{8D895221-271F-159A-D5D3-044537CE00EE}"/>
          </ac:spMkLst>
        </pc:spChg>
        <pc:spChg chg="add mod">
          <ac:chgData name="" userId="" providerId="" clId="Web-{9377D277-1747-4356-9A47-8707C143B6FC}" dt="2026-09-23T20:24:10.434" v="7" actId="34807"/>
          <ac:spMkLst>
            <pc:docMk/>
            <pc:sldMk cId="1632435452" sldId="2734"/>
            <ac:spMk id="12537" creationId="{6C978D5A-8DA7-2393-9A37-B0304CD2BA24}"/>
          </ac:spMkLst>
        </pc:spChg>
        <pc:spChg chg="add mod">
          <ac:chgData name="" userId="" providerId="" clId="Web-{9377D277-1747-4356-9A47-8707C143B6FC}" dt="2026-09-23T20:24:10.434" v="7" actId="34807"/>
          <ac:spMkLst>
            <pc:docMk/>
            <pc:sldMk cId="1632435452" sldId="2734"/>
            <ac:spMk id="12561" creationId="{8F7CFC8F-AAE9-5A91-074E-9D47828BE015}"/>
          </ac:spMkLst>
        </pc:spChg>
        <pc:spChg chg="add mod">
          <ac:chgData name="" userId="" providerId="" clId="Web-{9377D277-1747-4356-9A47-8707C143B6FC}" dt="2026-09-23T20:24:10.434" v="7" actId="34807"/>
          <ac:spMkLst>
            <pc:docMk/>
            <pc:sldMk cId="1632435452" sldId="2734"/>
            <ac:spMk id="12586" creationId="{4AD75928-2187-5BD1-97BF-6822537F72AC}"/>
          </ac:spMkLst>
        </pc:spChg>
        <pc:spChg chg="add mod">
          <ac:chgData name="" userId="" providerId="" clId="Web-{9377D277-1747-4356-9A47-8707C143B6FC}" dt="2026-09-23T20:24:10.434" v="7" actId="34807"/>
          <ac:spMkLst>
            <pc:docMk/>
            <pc:sldMk cId="1632435452" sldId="2734"/>
            <ac:spMk id="12639" creationId="{552F83A0-A403-3731-438D-B8A496590766}"/>
          </ac:spMkLst>
        </pc:spChg>
        <pc:picChg chg="add mod">
          <ac:chgData name="" userId="" providerId="" clId="Web-{9377D277-1747-4356-9A47-8707C143B6FC}" dt="2026-09-23T20:24:11.949" v="8" actId="34807"/>
          <ac:picMkLst>
            <pc:docMk/>
            <pc:sldMk cId="1632435452" sldId="2734"/>
            <ac:picMk id="20013" creationId="{E9DC2FEC-8671-0FCB-7B1C-BA9394F6B4A3}"/>
          </ac:picMkLst>
        </pc:picChg>
      </pc:sldChg>
      <pc:sldChg chg="addSp modSp add mod setBg modNotesTx">
        <pc:chgData name="" userId="" providerId="" clId="Web-{9377D277-1747-4356-9A47-8707C143B6FC}" dt="2026-09-23T20:24:13.684" v="9" actId="34807"/>
        <pc:sldMkLst>
          <pc:docMk/>
          <pc:sldMk cId="2144855956" sldId="2947"/>
        </pc:sldMkLst>
        <pc:spChg chg="add mod">
          <ac:chgData name="" userId="" providerId="" clId="Web-{9377D277-1747-4356-9A47-8707C143B6FC}" dt="2026-09-23T20:24:10.434" v="7" actId="34807"/>
          <ac:spMkLst>
            <pc:docMk/>
            <pc:sldMk cId="2144855956" sldId="2947"/>
            <ac:spMk id="12696" creationId="{43138E68-5D67-881B-D1CD-B6ADEBA0A60C}"/>
          </ac:spMkLst>
        </pc:spChg>
        <pc:spChg chg="add mod">
          <ac:chgData name="" userId="" providerId="" clId="Web-{9377D277-1747-4356-9A47-8707C143B6FC}" dt="2026-09-23T20:24:10.434" v="7" actId="34807"/>
          <ac:spMkLst>
            <pc:docMk/>
            <pc:sldMk cId="2144855956" sldId="2947"/>
            <ac:spMk id="12726" creationId="{049D0AEA-F624-112C-D12D-F805DF14842F}"/>
          </ac:spMkLst>
        </pc:spChg>
        <pc:spChg chg="add mod">
          <ac:chgData name="" userId="" providerId="" clId="Web-{9377D277-1747-4356-9A47-8707C143B6FC}" dt="2026-09-23T20:24:10.434" v="7" actId="34807"/>
          <ac:spMkLst>
            <pc:docMk/>
            <pc:sldMk cId="2144855956" sldId="2947"/>
            <ac:spMk id="12757" creationId="{16E9EDAD-0656-C20F-AEC7-C9B28BD32E9B}"/>
          </ac:spMkLst>
        </pc:spChg>
        <pc:spChg chg="add mod">
          <ac:chgData name="" userId="" providerId="" clId="Web-{9377D277-1747-4356-9A47-8707C143B6FC}" dt="2026-09-23T20:24:10.434" v="7" actId="34807"/>
          <ac:spMkLst>
            <pc:docMk/>
            <pc:sldMk cId="2144855956" sldId="2947"/>
            <ac:spMk id="12789" creationId="{2AF288A1-216C-31AA-2F2E-60DD30CCEF0B}"/>
          </ac:spMkLst>
        </pc:spChg>
        <pc:spChg chg="add mod">
          <ac:chgData name="" userId="" providerId="" clId="Web-{9377D277-1747-4356-9A47-8707C143B6FC}" dt="2026-09-23T20:24:10.434" v="7" actId="34807"/>
          <ac:spMkLst>
            <pc:docMk/>
            <pc:sldMk cId="2144855956" sldId="2947"/>
            <ac:spMk id="12891" creationId="{A9DCE957-943D-7694-D0C6-317ABA33C360}"/>
          </ac:spMkLst>
        </pc:spChg>
        <pc:spChg chg="add mod">
          <ac:chgData name="" userId="" providerId="" clId="Web-{9377D277-1747-4356-9A47-8707C143B6FC}" dt="2026-09-23T20:24:10.434" v="7" actId="34807"/>
          <ac:spMkLst>
            <pc:docMk/>
            <pc:sldMk cId="2144855956" sldId="2947"/>
            <ac:spMk id="12927" creationId="{5E702F69-5AAD-AADD-A42F-0080F682C40A}"/>
          </ac:spMkLst>
        </pc:spChg>
        <pc:spChg chg="add mod">
          <ac:chgData name="" userId="" providerId="" clId="Web-{9377D277-1747-4356-9A47-8707C143B6FC}" dt="2026-09-23T20:24:10.434" v="7" actId="34807"/>
          <ac:spMkLst>
            <pc:docMk/>
            <pc:sldMk cId="2144855956" sldId="2947"/>
            <ac:spMk id="12964" creationId="{3A3E31E7-7F52-31B4-056F-17B586DD31B3}"/>
          </ac:spMkLst>
        </pc:spChg>
        <pc:spChg chg="add mod">
          <ac:chgData name="" userId="" providerId="" clId="Web-{9377D277-1747-4356-9A47-8707C143B6FC}" dt="2026-09-23T20:24:10.434" v="7" actId="34807"/>
          <ac:spMkLst>
            <pc:docMk/>
            <pc:sldMk cId="2144855956" sldId="2947"/>
            <ac:spMk id="13002" creationId="{D09C242A-2E0C-4BDA-3C1F-305A6C399F53}"/>
          </ac:spMkLst>
        </pc:spChg>
        <pc:spChg chg="add mod">
          <ac:chgData name="" userId="" providerId="" clId="Web-{9377D277-1747-4356-9A47-8707C143B6FC}" dt="2026-09-23T20:24:10.434" v="7" actId="34807"/>
          <ac:spMkLst>
            <pc:docMk/>
            <pc:sldMk cId="2144855956" sldId="2947"/>
            <ac:spMk id="13122" creationId="{754D5B40-6031-5661-1303-777269AD68DC}"/>
          </ac:spMkLst>
        </pc:spChg>
        <pc:spChg chg="add mod">
          <ac:chgData name="" userId="" providerId="" clId="Web-{9377D277-1747-4356-9A47-8707C143B6FC}" dt="2026-09-23T20:24:10.434" v="7" actId="34807"/>
          <ac:spMkLst>
            <pc:docMk/>
            <pc:sldMk cId="2144855956" sldId="2947"/>
            <ac:spMk id="13164" creationId="{1F21855E-86B5-A056-27AC-E0CCDD9CF415}"/>
          </ac:spMkLst>
        </pc:spChg>
        <pc:picChg chg="add mod">
          <ac:chgData name="" userId="" providerId="" clId="Web-{9377D277-1747-4356-9A47-8707C143B6FC}" dt="2026-09-23T20:24:11.949" v="8" actId="34807"/>
          <ac:picMkLst>
            <pc:docMk/>
            <pc:sldMk cId="2144855956" sldId="2947"/>
            <ac:picMk id="20014" creationId="{1B977957-ABCD-D7CB-1BC3-2460F92E61E6}"/>
          </ac:picMkLst>
        </pc:picChg>
      </pc:sldChg>
      <pc:sldChg chg="addSp modSp add mod setBg modNotesTx">
        <pc:chgData name="" userId="" providerId="" clId="Web-{9377D277-1747-4356-9A47-8707C143B6FC}" dt="2026-09-23T20:24:13.684" v="9" actId="34807"/>
        <pc:sldMkLst>
          <pc:docMk/>
          <pc:sldMk cId="4258842327" sldId="3161"/>
        </pc:sldMkLst>
        <pc:spChg chg="add mod">
          <ac:chgData name="" userId="" providerId="" clId="Web-{9377D277-1747-4356-9A47-8707C143B6FC}" dt="2026-09-23T20:24:10.434" v="7" actId="34807"/>
          <ac:spMkLst>
            <pc:docMk/>
            <pc:sldMk cId="4258842327" sldId="3161"/>
            <ac:spMk id="13207" creationId="{37A8052D-C58E-DA4B-A08E-78561CD81FB7}"/>
          </ac:spMkLst>
        </pc:spChg>
        <pc:spChg chg="add mod">
          <ac:chgData name="" userId="" providerId="" clId="Web-{9377D277-1747-4356-9A47-8707C143B6FC}" dt="2026-09-23T20:24:10.434" v="7" actId="34807"/>
          <ac:spMkLst>
            <pc:docMk/>
            <pc:sldMk cId="4258842327" sldId="3161"/>
            <ac:spMk id="13251" creationId="{7D0A25AE-93C8-D096-3FDB-D5740113220C}"/>
          </ac:spMkLst>
        </pc:spChg>
        <pc:spChg chg="add mod">
          <ac:chgData name="" userId="" providerId="" clId="Web-{9377D277-1747-4356-9A47-8707C143B6FC}" dt="2026-09-23T20:24:10.434" v="7" actId="34807"/>
          <ac:spMkLst>
            <pc:docMk/>
            <pc:sldMk cId="4258842327" sldId="3161"/>
            <ac:spMk id="13296" creationId="{A064EF21-4E1E-1EED-6D53-8C9B5DCD2B99}"/>
          </ac:spMkLst>
        </pc:spChg>
        <pc:spChg chg="add mod">
          <ac:chgData name="" userId="" providerId="" clId="Web-{9377D277-1747-4356-9A47-8707C143B6FC}" dt="2026-09-23T20:24:10.434" v="7" actId="34807"/>
          <ac:spMkLst>
            <pc:docMk/>
            <pc:sldMk cId="4258842327" sldId="3161"/>
            <ac:spMk id="13389" creationId="{AAF89458-504C-1F8F-2CAA-1C9E89766956}"/>
          </ac:spMkLst>
        </pc:spChg>
        <pc:spChg chg="add mod">
          <ac:chgData name="" userId="" providerId="" clId="Web-{9377D277-1747-4356-9A47-8707C143B6FC}" dt="2026-09-23T20:24:10.434" v="7" actId="34807"/>
          <ac:spMkLst>
            <pc:docMk/>
            <pc:sldMk cId="4258842327" sldId="3161"/>
            <ac:spMk id="13437" creationId="{3D8CA416-C954-25FA-5AD1-81B5C54E3318}"/>
          </ac:spMkLst>
        </pc:spChg>
        <pc:spChg chg="add mod">
          <ac:chgData name="" userId="" providerId="" clId="Web-{9377D277-1747-4356-9A47-8707C143B6FC}" dt="2026-09-23T20:24:10.434" v="7" actId="34807"/>
          <ac:spMkLst>
            <pc:docMk/>
            <pc:sldMk cId="4258842327" sldId="3161"/>
            <ac:spMk id="13486" creationId="{1C17AE37-17D7-EBA9-7355-C09F89A2BFD2}"/>
          </ac:spMkLst>
        </pc:spChg>
        <pc:spChg chg="add mod">
          <ac:chgData name="" userId="" providerId="" clId="Web-{9377D277-1747-4356-9A47-8707C143B6FC}" dt="2026-09-23T20:24:10.434" v="7" actId="34807"/>
          <ac:spMkLst>
            <pc:docMk/>
            <pc:sldMk cId="4258842327" sldId="3161"/>
            <ac:spMk id="13536" creationId="{827BE632-5E0C-35CC-CFE3-5EE52CC89284}"/>
          </ac:spMkLst>
        </pc:spChg>
        <pc:spChg chg="add mod">
          <ac:chgData name="" userId="" providerId="" clId="Web-{9377D277-1747-4356-9A47-8707C143B6FC}" dt="2026-09-23T20:24:10.434" v="7" actId="34807"/>
          <ac:spMkLst>
            <pc:docMk/>
            <pc:sldMk cId="4258842327" sldId="3161"/>
            <ac:spMk id="13587" creationId="{EE4905D4-67DB-F7CD-106D-BEDA7CABDF86}"/>
          </ac:spMkLst>
        </pc:spChg>
        <pc:spChg chg="add mod">
          <ac:chgData name="" userId="" providerId="" clId="Web-{9377D277-1747-4356-9A47-8707C143B6FC}" dt="2026-09-23T20:24:10.434" v="7" actId="34807"/>
          <ac:spMkLst>
            <pc:docMk/>
            <pc:sldMk cId="4258842327" sldId="3161"/>
            <ac:spMk id="13746" creationId="{C302305B-AD6B-F4FC-CF13-3E30516E99C6}"/>
          </ac:spMkLst>
        </pc:spChg>
        <pc:spChg chg="add mod">
          <ac:chgData name="" userId="" providerId="" clId="Web-{9377D277-1747-4356-9A47-8707C143B6FC}" dt="2026-09-23T20:24:10.434" v="7" actId="34807"/>
          <ac:spMkLst>
            <pc:docMk/>
            <pc:sldMk cId="4258842327" sldId="3161"/>
            <ac:spMk id="13801" creationId="{F7F7BDA8-4432-D2BD-C258-F23296FC335A}"/>
          </ac:spMkLst>
        </pc:spChg>
        <pc:picChg chg="add mod">
          <ac:chgData name="" userId="" providerId="" clId="Web-{9377D277-1747-4356-9A47-8707C143B6FC}" dt="2026-09-23T20:24:11.949" v="8" actId="34807"/>
          <ac:picMkLst>
            <pc:docMk/>
            <pc:sldMk cId="4258842327" sldId="3161"/>
            <ac:picMk id="20015" creationId="{2C64119C-BC74-AEB0-C2D3-F16D2B4EB6E8}"/>
          </ac:picMkLst>
        </pc:picChg>
      </pc:sldChg>
      <pc:sldChg chg="addSp modSp add mod setBg modNotesTx">
        <pc:chgData name="" userId="" providerId="" clId="Web-{9377D277-1747-4356-9A47-8707C143B6FC}" dt="2026-09-23T20:24:13.684" v="9" actId="34807"/>
        <pc:sldMkLst>
          <pc:docMk/>
          <pc:sldMk cId="2783002150" sldId="3376"/>
        </pc:sldMkLst>
        <pc:spChg chg="add mod">
          <ac:chgData name="" userId="" providerId="" clId="Web-{9377D277-1747-4356-9A47-8707C143B6FC}" dt="2026-09-23T20:24:10.434" v="7" actId="34807"/>
          <ac:spMkLst>
            <pc:docMk/>
            <pc:sldMk cId="2783002150" sldId="3376"/>
            <ac:spMk id="13914" creationId="{5FAEBEDC-4113-10F7-6ACF-DC443694A5F1}"/>
          </ac:spMkLst>
        </pc:spChg>
        <pc:spChg chg="add mod">
          <ac:chgData name="" userId="" providerId="" clId="Web-{9377D277-1747-4356-9A47-8707C143B6FC}" dt="2026-09-23T20:24:10.434" v="7" actId="34807"/>
          <ac:spMkLst>
            <pc:docMk/>
            <pc:sldMk cId="2783002150" sldId="3376"/>
            <ac:spMk id="13972" creationId="{CD253306-89A2-58C5-5AFE-43DC739503C7}"/>
          </ac:spMkLst>
        </pc:spChg>
        <pc:spChg chg="add mod">
          <ac:chgData name="" userId="" providerId="" clId="Web-{9377D277-1747-4356-9A47-8707C143B6FC}" dt="2026-09-23T20:24:10.434" v="7" actId="34807"/>
          <ac:spMkLst>
            <pc:docMk/>
            <pc:sldMk cId="2783002150" sldId="3376"/>
            <ac:spMk id="14031" creationId="{BB8CDA6B-C440-DFB4-7400-CA963CDEFA6E}"/>
          </ac:spMkLst>
        </pc:spChg>
        <pc:spChg chg="add mod">
          <ac:chgData name="" userId="" providerId="" clId="Web-{9377D277-1747-4356-9A47-8707C143B6FC}" dt="2026-09-23T20:24:10.434" v="7" actId="34807"/>
          <ac:spMkLst>
            <pc:docMk/>
            <pc:sldMk cId="2783002150" sldId="3376"/>
            <ac:spMk id="14152" creationId="{1DEBBE6B-F87F-AFDB-AE91-893052C95C93}"/>
          </ac:spMkLst>
        </pc:spChg>
        <pc:spChg chg="add mod">
          <ac:chgData name="" userId="" providerId="" clId="Web-{9377D277-1747-4356-9A47-8707C143B6FC}" dt="2026-09-23T20:24:10.434" v="7" actId="34807"/>
          <ac:spMkLst>
            <pc:docMk/>
            <pc:sldMk cId="2783002150" sldId="3376"/>
            <ac:spMk id="14214" creationId="{4648FA17-61E7-B94D-9F15-C53DE0130950}"/>
          </ac:spMkLst>
        </pc:spChg>
        <pc:spChg chg="add mod">
          <ac:chgData name="" userId="" providerId="" clId="Web-{9377D277-1747-4356-9A47-8707C143B6FC}" dt="2026-09-23T20:24:10.434" v="7" actId="34807"/>
          <ac:spMkLst>
            <pc:docMk/>
            <pc:sldMk cId="2783002150" sldId="3376"/>
            <ac:spMk id="14277" creationId="{8BE73050-B8B9-5C03-625B-7A1034AC4D14}"/>
          </ac:spMkLst>
        </pc:spChg>
        <pc:spChg chg="add mod">
          <ac:chgData name="" userId="" providerId="" clId="Web-{9377D277-1747-4356-9A47-8707C143B6FC}" dt="2026-09-23T20:24:10.434" v="7" actId="34807"/>
          <ac:spMkLst>
            <pc:docMk/>
            <pc:sldMk cId="2783002150" sldId="3376"/>
            <ac:spMk id="14341" creationId="{D4216E0B-CD37-1D90-433F-9C3989139423}"/>
          </ac:spMkLst>
        </pc:spChg>
        <pc:spChg chg="add mod">
          <ac:chgData name="" userId="" providerId="" clId="Web-{9377D277-1747-4356-9A47-8707C143B6FC}" dt="2026-09-23T20:24:10.434" v="7" actId="34807"/>
          <ac:spMkLst>
            <pc:docMk/>
            <pc:sldMk cId="2783002150" sldId="3376"/>
            <ac:spMk id="14406" creationId="{18FFA3C3-C91E-063F-FEA1-E28F3D67824D}"/>
          </ac:spMkLst>
        </pc:spChg>
        <pc:spChg chg="add mod">
          <ac:chgData name="" userId="" providerId="" clId="Web-{9377D277-1747-4356-9A47-8707C143B6FC}" dt="2026-09-23T20:24:10.434" v="7" actId="34807"/>
          <ac:spMkLst>
            <pc:docMk/>
            <pc:sldMk cId="2783002150" sldId="3376"/>
            <ac:spMk id="14539" creationId="{2AD03461-61FF-1DCF-C412-C995F63BE7E3}"/>
          </ac:spMkLst>
        </pc:spChg>
        <pc:spChg chg="add mod">
          <ac:chgData name="" userId="" providerId="" clId="Web-{9377D277-1747-4356-9A47-8707C143B6FC}" dt="2026-09-23T20:24:10.434" v="7" actId="34807"/>
          <ac:spMkLst>
            <pc:docMk/>
            <pc:sldMk cId="2783002150" sldId="3376"/>
            <ac:spMk id="14676" creationId="{483A3112-A977-B542-6ED0-E2858EDCAD6F}"/>
          </ac:spMkLst>
        </pc:spChg>
        <pc:picChg chg="add mod">
          <ac:chgData name="" userId="" providerId="" clId="Web-{9377D277-1747-4356-9A47-8707C143B6FC}" dt="2026-09-23T20:24:11.949" v="8" actId="34807"/>
          <ac:picMkLst>
            <pc:docMk/>
            <pc:sldMk cId="2783002150" sldId="3376"/>
            <ac:picMk id="20016" creationId="{619A86EC-1965-660D-B2BA-76A76B6DC2DE}"/>
          </ac:picMkLst>
        </pc:picChg>
      </pc:sldChg>
      <pc:sldChg chg="addSp modSp add mod setBg modNotesTx">
        <pc:chgData name="" userId="" providerId="" clId="Web-{9377D277-1747-4356-9A47-8707C143B6FC}" dt="2026-09-23T20:24:13.684" v="9" actId="34807"/>
        <pc:sldMkLst>
          <pc:docMk/>
          <pc:sldMk cId="906547146" sldId="3592"/>
        </pc:sldMkLst>
        <pc:spChg chg="add mod">
          <ac:chgData name="" userId="" providerId="" clId="Web-{9377D277-1747-4356-9A47-8707C143B6FC}" dt="2026-09-23T20:24:10.434" v="7" actId="34807"/>
          <ac:spMkLst>
            <pc:docMk/>
            <pc:sldMk cId="906547146" sldId="3592"/>
            <ac:spMk id="14817" creationId="{564D33D6-E43E-66EE-DB87-DD590C7ED563}"/>
          </ac:spMkLst>
        </pc:spChg>
        <pc:spChg chg="add mod">
          <ac:chgData name="" userId="" providerId="" clId="Web-{9377D277-1747-4356-9A47-8707C143B6FC}" dt="2026-09-23T20:24:10.434" v="7" actId="34807"/>
          <ac:spMkLst>
            <pc:docMk/>
            <pc:sldMk cId="906547146" sldId="3592"/>
            <ac:spMk id="14889" creationId="{CF4B122E-6A4C-20F8-C828-FD3DADD6CF77}"/>
          </ac:spMkLst>
        </pc:spChg>
        <pc:spChg chg="add mod">
          <ac:chgData name="" userId="" providerId="" clId="Web-{9377D277-1747-4356-9A47-8707C143B6FC}" dt="2026-09-23T20:24:10.434" v="7" actId="34807"/>
          <ac:spMkLst>
            <pc:docMk/>
            <pc:sldMk cId="906547146" sldId="3592"/>
            <ac:spMk id="14962" creationId="{8F162B3D-30EB-B66F-A79D-647FA20689E1}"/>
          </ac:spMkLst>
        </pc:spChg>
        <pc:spChg chg="add mod">
          <ac:chgData name="" userId="" providerId="" clId="Web-{9377D277-1747-4356-9A47-8707C143B6FC}" dt="2026-09-23T20:24:10.434" v="7" actId="34807"/>
          <ac:spMkLst>
            <pc:docMk/>
            <pc:sldMk cId="906547146" sldId="3592"/>
            <ac:spMk id="15036" creationId="{565EF8DF-5591-212F-CC16-AA5C3B662417}"/>
          </ac:spMkLst>
        </pc:spChg>
        <pc:spChg chg="add mod">
          <ac:chgData name="" userId="" providerId="" clId="Web-{9377D277-1747-4356-9A47-8707C143B6FC}" dt="2026-09-23T20:24:10.434" v="7" actId="34807"/>
          <ac:spMkLst>
            <pc:docMk/>
            <pc:sldMk cId="906547146" sldId="3592"/>
            <ac:spMk id="15111" creationId="{C0F403B7-BC75-4C45-A502-A0A085D150D6}"/>
          </ac:spMkLst>
        </pc:spChg>
        <pc:spChg chg="add mod">
          <ac:chgData name="" userId="" providerId="" clId="Web-{9377D277-1747-4356-9A47-8707C143B6FC}" dt="2026-09-23T20:24:10.434" v="7" actId="34807"/>
          <ac:spMkLst>
            <pc:docMk/>
            <pc:sldMk cId="906547146" sldId="3592"/>
            <ac:spMk id="15187" creationId="{638A7E54-4072-156A-56B1-FC9962CECC68}"/>
          </ac:spMkLst>
        </pc:spChg>
        <pc:spChg chg="add mod">
          <ac:chgData name="" userId="" providerId="" clId="Web-{9377D277-1747-4356-9A47-8707C143B6FC}" dt="2026-09-23T20:24:10.434" v="7" actId="34807"/>
          <ac:spMkLst>
            <pc:docMk/>
            <pc:sldMk cId="906547146" sldId="3592"/>
            <ac:spMk id="15264" creationId="{567616B3-5940-46A8-2EB5-BB7C6A941DD5}"/>
          </ac:spMkLst>
        </pc:spChg>
        <pc:spChg chg="add mod">
          <ac:chgData name="" userId="" providerId="" clId="Web-{9377D277-1747-4356-9A47-8707C143B6FC}" dt="2026-09-23T20:24:10.434" v="7" actId="34807"/>
          <ac:spMkLst>
            <pc:docMk/>
            <pc:sldMk cId="906547146" sldId="3592"/>
            <ac:spMk id="15342" creationId="{027ACF7C-77B9-754A-C166-4C09CD418ACF}"/>
          </ac:spMkLst>
        </pc:spChg>
        <pc:spChg chg="add mod">
          <ac:chgData name="" userId="" providerId="" clId="Web-{9377D277-1747-4356-9A47-8707C143B6FC}" dt="2026-09-23T20:24:10.434" v="7" actId="34807"/>
          <ac:spMkLst>
            <pc:docMk/>
            <pc:sldMk cId="906547146" sldId="3592"/>
            <ac:spMk id="15421" creationId="{1D30233A-D5E8-EF69-3D4E-2898ADE72D9C}"/>
          </ac:spMkLst>
        </pc:spChg>
        <pc:picChg chg="add mod">
          <ac:chgData name="" userId="" providerId="" clId="Web-{9377D277-1747-4356-9A47-8707C143B6FC}" dt="2026-09-23T20:24:11.949" v="8" actId="34807"/>
          <ac:picMkLst>
            <pc:docMk/>
            <pc:sldMk cId="906547146" sldId="3592"/>
            <ac:picMk id="20017" creationId="{BF71CECD-CF6D-C682-E6A0-78E76C888AE7}"/>
          </ac:picMkLst>
        </pc:picChg>
      </pc:sldChg>
      <pc:sldChg chg="addSp modSp add mod setBg modNotesTx">
        <pc:chgData name="" userId="" providerId="" clId="Web-{9377D277-1747-4356-9A47-8707C143B6FC}" dt="2026-09-23T20:24:13.684" v="9" actId="34807"/>
        <pc:sldMkLst>
          <pc:docMk/>
          <pc:sldMk cId="3039165750" sldId="3809"/>
        </pc:sldMkLst>
        <pc:spChg chg="add mod">
          <ac:chgData name="" userId="" providerId="" clId="Web-{9377D277-1747-4356-9A47-8707C143B6FC}" dt="2026-09-23T20:24:10.434" v="7" actId="34807"/>
          <ac:spMkLst>
            <pc:docMk/>
            <pc:sldMk cId="3039165750" sldId="3809"/>
            <ac:spMk id="15831" creationId="{E950A63B-11C6-A5D8-A973-FA64F8A389D7}"/>
          </ac:spMkLst>
        </pc:spChg>
        <pc:spChg chg="add mod">
          <ac:chgData name="" userId="" providerId="" clId="Web-{9377D277-1747-4356-9A47-8707C143B6FC}" dt="2026-09-23T20:24:10.434" v="7" actId="34807"/>
          <ac:spMkLst>
            <pc:docMk/>
            <pc:sldMk cId="3039165750" sldId="3809"/>
            <ac:spMk id="15916" creationId="{EC32AA03-412D-EE88-E7A8-988252A6E08A}"/>
          </ac:spMkLst>
        </pc:spChg>
        <pc:spChg chg="add mod">
          <ac:chgData name="" userId="" providerId="" clId="Web-{9377D277-1747-4356-9A47-8707C143B6FC}" dt="2026-09-23T20:24:10.434" v="7" actId="34807"/>
          <ac:spMkLst>
            <pc:docMk/>
            <pc:sldMk cId="3039165750" sldId="3809"/>
            <ac:spMk id="16002" creationId="{A74470DF-0283-D743-7490-48370985DC60}"/>
          </ac:spMkLst>
        </pc:spChg>
        <pc:spChg chg="add mod">
          <ac:chgData name="" userId="" providerId="" clId="Web-{9377D277-1747-4356-9A47-8707C143B6FC}" dt="2026-09-23T20:24:10.434" v="7" actId="34807"/>
          <ac:spMkLst>
            <pc:docMk/>
            <pc:sldMk cId="3039165750" sldId="3809"/>
            <ac:spMk id="16089" creationId="{A12EBCD9-83F3-0530-A629-7EBB352D08E5}"/>
          </ac:spMkLst>
        </pc:spChg>
        <pc:spChg chg="add mod">
          <ac:chgData name="" userId="" providerId="" clId="Web-{9377D277-1747-4356-9A47-8707C143B6FC}" dt="2026-09-23T20:24:10.434" v="7" actId="34807"/>
          <ac:spMkLst>
            <pc:docMk/>
            <pc:sldMk cId="3039165750" sldId="3809"/>
            <ac:spMk id="16177" creationId="{CA5D9F1B-61A0-B342-3B79-1CE357BDB9EC}"/>
          </ac:spMkLst>
        </pc:spChg>
        <pc:spChg chg="add mod">
          <ac:chgData name="" userId="" providerId="" clId="Web-{9377D277-1747-4356-9A47-8707C143B6FC}" dt="2026-09-23T20:24:10.434" v="7" actId="34807"/>
          <ac:spMkLst>
            <pc:docMk/>
            <pc:sldMk cId="3039165750" sldId="3809"/>
            <ac:spMk id="16266" creationId="{00DC9B48-5D8B-11F4-702E-BE95D759F3B1}"/>
          </ac:spMkLst>
        </pc:spChg>
        <pc:spChg chg="add mod">
          <ac:chgData name="" userId="" providerId="" clId="Web-{9377D277-1747-4356-9A47-8707C143B6FC}" dt="2026-09-23T20:24:10.434" v="7" actId="34807"/>
          <ac:spMkLst>
            <pc:docMk/>
            <pc:sldMk cId="3039165750" sldId="3809"/>
            <ac:spMk id="16632" creationId="{862E22BA-ECC7-EAAF-7D6F-33CB14136EFC}"/>
          </ac:spMkLst>
        </pc:spChg>
        <pc:spChg chg="add mod">
          <ac:chgData name="" userId="" providerId="" clId="Web-{9377D277-1747-4356-9A47-8707C143B6FC}" dt="2026-09-23T20:24:10.434" v="7" actId="34807"/>
          <ac:spMkLst>
            <pc:docMk/>
            <pc:sldMk cId="3039165750" sldId="3809"/>
            <ac:spMk id="16726" creationId="{0051DE1A-B9B2-51D3-F0E7-C602C6028F2E}"/>
          </ac:spMkLst>
        </pc:spChg>
        <pc:spChg chg="add mod">
          <ac:chgData name="" userId="" providerId="" clId="Web-{9377D277-1747-4356-9A47-8707C143B6FC}" dt="2026-09-23T20:24:10.434" v="7" actId="34807"/>
          <ac:spMkLst>
            <pc:docMk/>
            <pc:sldMk cId="3039165750" sldId="3809"/>
            <ac:spMk id="16821" creationId="{FA2A4280-4669-5449-F726-8DC1CF835C2B}"/>
          </ac:spMkLst>
        </pc:spChg>
        <pc:spChg chg="add mod">
          <ac:chgData name="" userId="" providerId="" clId="Web-{9377D277-1747-4356-9A47-8707C143B6FC}" dt="2026-09-23T20:24:10.434" v="7" actId="34807"/>
          <ac:spMkLst>
            <pc:docMk/>
            <pc:sldMk cId="3039165750" sldId="3809"/>
            <ac:spMk id="16917" creationId="{BEC2974F-F141-B7F3-157D-2200C98ABE03}"/>
          </ac:spMkLst>
        </pc:spChg>
        <pc:picChg chg="add mod">
          <ac:chgData name="" userId="" providerId="" clId="Web-{9377D277-1747-4356-9A47-8707C143B6FC}" dt="2026-09-23T20:24:11.949" v="8" actId="34807"/>
          <ac:picMkLst>
            <pc:docMk/>
            <pc:sldMk cId="3039165750" sldId="3809"/>
            <ac:picMk id="20018" creationId="{89E757FE-972E-3EB6-DB22-C524F4FABD6D}"/>
          </ac:picMkLst>
        </pc:picChg>
      </pc:sldChg>
      <pc:sldChg chg="addSp modSp add mod setBg modNotesTx">
        <pc:chgData name="" userId="" providerId="" clId="Web-{9377D277-1747-4356-9A47-8707C143B6FC}" dt="2026-09-23T20:24:13.684" v="9" actId="34807"/>
        <pc:sldMkLst>
          <pc:docMk/>
          <pc:sldMk cId="3351078758" sldId="4027"/>
        </pc:sldMkLst>
        <pc:spChg chg="add mod">
          <ac:chgData name="" userId="" providerId="" clId="Web-{9377D277-1747-4356-9A47-8707C143B6FC}" dt="2026-09-23T20:24:10.434" v="7" actId="34807"/>
          <ac:spMkLst>
            <pc:docMk/>
            <pc:sldMk cId="3351078758" sldId="4027"/>
            <ac:spMk id="17014" creationId="{9F3D1A99-606E-E64B-1902-8057B8F8AE59}"/>
          </ac:spMkLst>
        </pc:spChg>
        <pc:spChg chg="add mod">
          <ac:chgData name="" userId="" providerId="" clId="Web-{9377D277-1747-4356-9A47-8707C143B6FC}" dt="2026-09-23T20:24:10.434" v="7" actId="34807"/>
          <ac:spMkLst>
            <pc:docMk/>
            <pc:sldMk cId="3351078758" sldId="4027"/>
            <ac:spMk id="17112" creationId="{799CAF99-68DA-A32C-82D4-40215D0CD977}"/>
          </ac:spMkLst>
        </pc:spChg>
        <pc:spChg chg="add mod">
          <ac:chgData name="" userId="" providerId="" clId="Web-{9377D277-1747-4356-9A47-8707C143B6FC}" dt="2026-09-23T20:24:10.434" v="7" actId="34807"/>
          <ac:spMkLst>
            <pc:docMk/>
            <pc:sldMk cId="3351078758" sldId="4027"/>
            <ac:spMk id="17311" creationId="{C7A5E9E5-6C0A-5402-905F-B68CC9AB1D4A}"/>
          </ac:spMkLst>
        </pc:spChg>
        <pc:spChg chg="add mod">
          <ac:chgData name="" userId="" providerId="" clId="Web-{9377D277-1747-4356-9A47-8707C143B6FC}" dt="2026-09-23T20:24:10.434" v="7" actId="34807"/>
          <ac:spMkLst>
            <pc:docMk/>
            <pc:sldMk cId="3351078758" sldId="4027"/>
            <ac:spMk id="17412" creationId="{46C65560-D60A-6E52-E741-FBACE181CBAD}"/>
          </ac:spMkLst>
        </pc:spChg>
        <pc:spChg chg="add mod">
          <ac:chgData name="" userId="" providerId="" clId="Web-{9377D277-1747-4356-9A47-8707C143B6FC}" dt="2026-09-23T20:24:10.434" v="7" actId="34807"/>
          <ac:spMkLst>
            <pc:docMk/>
            <pc:sldMk cId="3351078758" sldId="4027"/>
            <ac:spMk id="17514" creationId="{7B1AD2B2-B5FA-FC99-3D0F-7A74D1D339E1}"/>
          </ac:spMkLst>
        </pc:spChg>
        <pc:spChg chg="add mod">
          <ac:chgData name="" userId="" providerId="" clId="Web-{9377D277-1747-4356-9A47-8707C143B6FC}" dt="2026-09-23T20:24:10.434" v="7" actId="34807"/>
          <ac:spMkLst>
            <pc:docMk/>
            <pc:sldMk cId="3351078758" sldId="4027"/>
            <ac:spMk id="17617" creationId="{CBD0ADCD-A882-10BF-4095-63526088AC9C}"/>
          </ac:spMkLst>
        </pc:spChg>
        <pc:spChg chg="add mod">
          <ac:chgData name="" userId="" providerId="" clId="Web-{9377D277-1747-4356-9A47-8707C143B6FC}" dt="2026-09-23T20:24:10.434" v="7" actId="34807"/>
          <ac:spMkLst>
            <pc:docMk/>
            <pc:sldMk cId="3351078758" sldId="4027"/>
            <ac:spMk id="17932" creationId="{93C7E2C5-FE63-BFC0-5126-C279294F7C5C}"/>
          </ac:spMkLst>
        </pc:spChg>
        <pc:spChg chg="add mod">
          <ac:chgData name="" userId="" providerId="" clId="Web-{9377D277-1747-4356-9A47-8707C143B6FC}" dt="2026-09-23T20:24:10.434" v="7" actId="34807"/>
          <ac:spMkLst>
            <pc:docMk/>
            <pc:sldMk cId="3351078758" sldId="4027"/>
            <ac:spMk id="18147" creationId="{45B94716-A8D3-093A-FF49-52C77222544F}"/>
          </ac:spMkLst>
        </pc:spChg>
        <pc:spChg chg="add mod">
          <ac:chgData name="" userId="" providerId="" clId="Web-{9377D277-1747-4356-9A47-8707C143B6FC}" dt="2026-09-23T20:24:10.434" v="7" actId="34807"/>
          <ac:spMkLst>
            <pc:docMk/>
            <pc:sldMk cId="3351078758" sldId="4027"/>
            <ac:spMk id="18256" creationId="{9B658BB5-7D1C-8CC8-CAD3-491F498F86B1}"/>
          </ac:spMkLst>
        </pc:spChg>
        <pc:spChg chg="add mod">
          <ac:chgData name="" userId="" providerId="" clId="Web-{9377D277-1747-4356-9A47-8707C143B6FC}" dt="2026-09-23T20:24:10.434" v="7" actId="34807"/>
          <ac:spMkLst>
            <pc:docMk/>
            <pc:sldMk cId="3351078758" sldId="4027"/>
            <ac:spMk id="18366" creationId="{55A0CE25-CB2C-471E-478D-6B3F639337E2}"/>
          </ac:spMkLst>
        </pc:spChg>
        <pc:picChg chg="add mod">
          <ac:chgData name="" userId="" providerId="" clId="Web-{9377D277-1747-4356-9A47-8707C143B6FC}" dt="2026-09-23T20:24:11.949" v="8" actId="34807"/>
          <ac:picMkLst>
            <pc:docMk/>
            <pc:sldMk cId="3351078758" sldId="4027"/>
            <ac:picMk id="20019" creationId="{98363B63-B671-851F-3A7E-8DF2C0F99A02}"/>
          </ac:picMkLst>
        </pc:picChg>
      </pc:sldChg>
      <pc:sldChg chg="addSp modSp add mod setBg modNotesTx">
        <pc:chgData name="" userId="" providerId="" clId="Web-{9377D277-1747-4356-9A47-8707C143B6FC}" dt="2026-09-23T20:24:15.355" v="10" actId="34807"/>
        <pc:sldMkLst>
          <pc:docMk/>
          <pc:sldMk cId="4025982179" sldId="4246"/>
        </pc:sldMkLst>
        <pc:spChg chg="add mod">
          <ac:chgData name="" userId="" providerId="" clId="Web-{9377D277-1747-4356-9A47-8707C143B6FC}" dt="2026-09-23T20:24:10.434" v="7" actId="34807"/>
          <ac:spMkLst>
            <pc:docMk/>
            <pc:sldMk cId="4025982179" sldId="4246"/>
            <ac:spMk id="18477" creationId="{6CA1FCA7-782B-3210-4A28-0D4AA1DD719E}"/>
          </ac:spMkLst>
        </pc:spChg>
        <pc:spChg chg="add mod">
          <ac:chgData name="" userId="" providerId="" clId="Web-{9377D277-1747-4356-9A47-8707C143B6FC}" dt="2026-09-23T20:24:10.434" v="7" actId="34807"/>
          <ac:spMkLst>
            <pc:docMk/>
            <pc:sldMk cId="4025982179" sldId="4246"/>
            <ac:spMk id="18702" creationId="{487E5A8E-6CF0-BB99-30C2-6BFBB32CD36E}"/>
          </ac:spMkLst>
        </pc:spChg>
        <pc:spChg chg="add mod">
          <ac:chgData name="" userId="" providerId="" clId="Web-{9377D277-1747-4356-9A47-8707C143B6FC}" dt="2026-09-23T20:24:10.434" v="7" actId="34807"/>
          <ac:spMkLst>
            <pc:docMk/>
            <pc:sldMk cId="4025982179" sldId="4246"/>
            <ac:spMk id="18816" creationId="{67008B92-6D2F-3FB8-E2FF-5EF6A7D5772D}"/>
          </ac:spMkLst>
        </pc:spChg>
        <pc:spChg chg="add mod">
          <ac:chgData name="" userId="" providerId="" clId="Web-{9377D277-1747-4356-9A47-8707C143B6FC}" dt="2026-09-23T20:24:10.434" v="7" actId="34807"/>
          <ac:spMkLst>
            <pc:docMk/>
            <pc:sldMk cId="4025982179" sldId="4246"/>
            <ac:spMk id="18931" creationId="{A9942DE7-232B-F8FB-620D-FE633F307239}"/>
          </ac:spMkLst>
        </pc:spChg>
        <pc:spChg chg="add mod">
          <ac:chgData name="" userId="" providerId="" clId="Web-{9377D277-1747-4356-9A47-8707C143B6FC}" dt="2026-09-23T20:24:15.355" v="10" actId="34807"/>
          <ac:spMkLst>
            <pc:docMk/>
            <pc:sldMk cId="4025982179" sldId="4246"/>
            <ac:spMk id="19047" creationId="{F1AA66C9-41B4-858E-5143-F53A38CCA280}"/>
          </ac:spMkLst>
        </pc:spChg>
        <pc:spChg chg="mod">
          <ac:chgData name="" userId="" providerId="" clId="Web-{9377D277-1747-4356-9A47-8707C143B6FC}" dt="2026-09-23T20:24:15.355" v="10" actId="34807"/>
          <ac:spMkLst>
            <pc:docMk/>
            <pc:sldMk cId="4025982179" sldId="4246"/>
            <ac:spMk id="19164" creationId="{0A6A9D0A-156C-5BF6-03BA-C4E60DFEC006}"/>
          </ac:spMkLst>
        </pc:spChg>
        <pc:spChg chg="add mod">
          <ac:chgData name="" userId="" providerId="" clId="Web-{9377D277-1747-4356-9A47-8707C143B6FC}" dt="2026-09-23T20:24:15.355" v="10" actId="34807"/>
          <ac:spMkLst>
            <pc:docMk/>
            <pc:sldMk cId="4025982179" sldId="4246"/>
            <ac:spMk id="19282" creationId="{BF041AFA-D9E1-41AF-4F7E-052B19BE24C7}"/>
          </ac:spMkLst>
        </pc:spChg>
        <pc:spChg chg="mod">
          <ac:chgData name="" userId="" providerId="" clId="Web-{9377D277-1747-4356-9A47-8707C143B6FC}" dt="2026-09-23T20:24:15.355" v="10" actId="34807"/>
          <ac:spMkLst>
            <pc:docMk/>
            <pc:sldMk cId="4025982179" sldId="4246"/>
            <ac:spMk id="19401" creationId="{1179674D-933C-7FE3-A7D6-E02C142DEFA5}"/>
          </ac:spMkLst>
        </pc:spChg>
        <pc:spChg chg="add mod">
          <ac:chgData name="" userId="" providerId="" clId="Web-{9377D277-1747-4356-9A47-8707C143B6FC}" dt="2026-09-23T20:24:15.355" v="10" actId="34807"/>
          <ac:spMkLst>
            <pc:docMk/>
            <pc:sldMk cId="4025982179" sldId="4246"/>
            <ac:spMk id="19521" creationId="{AEE3E754-D3A1-3FB8-7505-058641710641}"/>
          </ac:spMkLst>
        </pc:spChg>
        <pc:spChg chg="add mod">
          <ac:chgData name="" userId="" providerId="" clId="Web-{9377D277-1747-4356-9A47-8707C143B6FC}" dt="2026-09-23T20:24:15.355" v="10" actId="34807"/>
          <ac:spMkLst>
            <pc:docMk/>
            <pc:sldMk cId="4025982179" sldId="4246"/>
            <ac:spMk id="19642" creationId="{E3ACDEEC-EE37-1B8C-AC8D-A6E3E5EB5555}"/>
          </ac:spMkLst>
        </pc:spChg>
        <pc:spChg chg="add mod">
          <ac:chgData name="" userId="" providerId="" clId="Web-{9377D277-1747-4356-9A47-8707C143B6FC}" dt="2026-09-23T20:24:15.355" v="10" actId="34807"/>
          <ac:spMkLst>
            <pc:docMk/>
            <pc:sldMk cId="4025982179" sldId="4246"/>
            <ac:spMk id="19764" creationId="{45642D59-2242-DA38-EA00-E1C23C704A6D}"/>
          </ac:spMkLst>
        </pc:spChg>
        <pc:spChg chg="add mod">
          <ac:chgData name="" userId="" providerId="" clId="Web-{9377D277-1747-4356-9A47-8707C143B6FC}" dt="2026-09-23T20:24:15.355" v="10" actId="34807"/>
          <ac:spMkLst>
            <pc:docMk/>
            <pc:sldMk cId="4025982179" sldId="4246"/>
            <ac:spMk id="19887" creationId="{EC76DC8F-C482-0EBB-4DCD-45DA04A56CAC}"/>
          </ac:spMkLst>
        </pc:spChg>
        <pc:picChg chg="add mod">
          <ac:chgData name="" userId="" providerId="" clId="Web-{9377D277-1747-4356-9A47-8707C143B6FC}" dt="2026-09-23T20:24:11.949" v="8" actId="34807"/>
          <ac:picMkLst>
            <pc:docMk/>
            <pc:sldMk cId="4025982179" sldId="4246"/>
            <ac:picMk id="20020" creationId="{24E47582-0205-3BBD-04E4-A8D05FE3B1C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95817F-B044-4DC3-8222-F2C98B1AC425}" type="datetimeFigureOut">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C71AF2-8B2F-453F-B6CA-1F0223E800FC}" type="slidenum">
              <a:t>‹#›</a:t>
            </a:fld>
            <a:endParaRPr lang="en-US"/>
          </a:p>
        </p:txBody>
      </p:sp>
    </p:spTree>
    <p:extLst>
      <p:ext uri="{BB962C8B-B14F-4D97-AF65-F5344CB8AC3E}">
        <p14:creationId xmlns:p14="http://schemas.microsoft.com/office/powerpoint/2010/main" val="686645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Course ID: SYN-CON-2026. Version: 0.1 draft. Audience: Synozur staff and relevant contractors. Prepared September 23, 2026. This is proposed annual awareness courseware, not a certification, legal opinion, or statement that controls are implemented. Approve policy scope and wording before release. Editable text and shapes; no animations, macros, or essential external media. Brand-adapted draft uses the official logo from IT Policy and Synozur colors. Protected brand templates could not be accessed, so official masters were not applied; Arial is an import-compatible substitute for the preferred Avenir Next LT Pro. Do not describe this draft as using the official slide template.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F0C71AF2-8B2F-453F-B6CA-1F0223E800FC}" type="slidenum">
              <a:t>1</a:t>
            </a:fld>
            <a:endParaRPr lang="en-US"/>
          </a:p>
        </p:txBody>
      </p:sp>
    </p:spTree>
    <p:extLst>
      <p:ext uri="{BB962C8B-B14F-4D97-AF65-F5344CB8AC3E}">
        <p14:creationId xmlns:p14="http://schemas.microsoft.com/office/powerpoint/2010/main" val="3168678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Suggested delivery: self-paced annual awareness. All examples and scenarios are fictional and generic. General course content complements, but does not replace, applicable policy, client-specific requirements, onboarding, role-based training, or incident-driven refreshers. This course provides training evidence, not NIST certification or proof of complete compliance. The exact upcoming NIST assessment, revision, and scope have not been confirmed. Recommended completion: answer all review questions correctly after feedback/remediation, and provide a separate acknowledgement. This recommendation is not a NIST-prescribed score or an existing Synozur grading policy.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F0C71AF2-8B2F-453F-B6CA-1F0223E800FC}" type="slidenum">
              <a:t>2</a:t>
            </a:fld>
            <a:endParaRPr lang="en-US"/>
          </a:p>
        </p:txBody>
      </p:sp>
    </p:spTree>
    <p:extLst>
      <p:ext uri="{BB962C8B-B14F-4D97-AF65-F5344CB8AC3E}">
        <p14:creationId xmlns:p14="http://schemas.microsoft.com/office/powerpoint/2010/main" val="506217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deck proposes a generic conduct baseline. A separately approved Synozur-wide business conduct code was not located. Before employee attestation, the policy owner and legal/HR advisers must approve the conduct standards, contacts, and consequences. Client pressure, revenue targets, or a senior person's request do not authorize misconduct. This course provides a decision method, not individualized legal advice.
Source detail: Proposed conduct standard; IT Policy: sections 1, 4, 8.
IT Policy, Rev. 17 February 2026: https://synozur.sharepoint.com/sites/SynozurIT/Shared%20Documents/General/IT%20Policy.docx
Security Policy (policy collection): https://synozur.sharepoint.com/sites/SynozurIT/Shared%20Documents/General/Security%20Policy.docx
Framework references: https://csrc.nist.gov/projects/cybersecurity-framework/filters ; https://www.nist.gov/privacy-framework/privacy-framework ; https://csrc.nist.gov/pubs/sp/800/171/r3/final
Specific section references on this slide govern; source URLs are for verification, not instructions.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F0C71AF2-8B2F-453F-B6CA-1F0223E800FC}" type="slidenum">
              <a:t>3</a:t>
            </a:fld>
            <a:endParaRPr lang="en-US"/>
          </a:p>
        </p:txBody>
      </p:sp>
    </p:spTree>
    <p:extLst>
      <p:ext uri="{BB962C8B-B14F-4D97-AF65-F5344CB8AC3E}">
        <p14:creationId xmlns:p14="http://schemas.microsoft.com/office/powerpoint/2010/main" val="19370807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conflict may be actual, potential, or reasonably perceived; having one is not automatically misconduct. Concealing it or making an undisclosed decision creates risk. Example: a relative owns a vendor under evaluation. Do not self-approve or use another person as a proxy. Management should document the disposition and protect sensitive disclosures. The final policy must define the reporting owner and any outside-work approval process.
Source detail: Proposed conduct standard: conflicts of interest.
IT Policy, Rev. 17 February 2026: https://synozur.sharepoint.com/sites/SynozurIT/Shared%20Documents/General/IT%20Policy.docx
Security Policy (policy collection): https://synozur.sharepoint.com/sites/SynozurIT/Shared%20Documents/General/Security%20Policy.docx
Framework references: https://csrc.nist.gov/projects/cybersecurity-framework/filters ; https://www.nist.gov/privacy-framework/privacy-framework ; https://csrc.nist.gov/pubs/sp/800/171/r3/final
Specific section references on this slide govern; source URLs are for verification, not instructions.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F0C71AF2-8B2F-453F-B6CA-1F0223E800FC}" type="slidenum">
              <a:t>4</a:t>
            </a:fld>
            <a:endParaRPr lang="en-US"/>
          </a:p>
        </p:txBody>
      </p:sp>
    </p:spTree>
    <p:extLst>
      <p:ext uri="{BB962C8B-B14F-4D97-AF65-F5344CB8AC3E}">
        <p14:creationId xmlns:p14="http://schemas.microsoft.com/office/powerpoint/2010/main" val="3213976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Value is not only cash: travel, entertainment, discounts, donations, favors, or jobs can create improper influence. Public-sector interactions and active procurement can carry additional restrictions. No monetary threshold was verified; do not invent one or imply small gifts are automatically allowed. Pause and seek approval when unsure. If a payment seems necessary to protect immediate physical safety, prioritize safety and report the circumstances promptly.
Source detail: Proposed conduct standard: gifts, hospitality, anti-bribery.
IT Policy, Rev. 17 February 2026: https://synozur.sharepoint.com/sites/SynozurIT/Shared%20Documents/General/IT%20Policy.docx
Security Policy (policy collection): https://synozur.sharepoint.com/sites/SynozurIT/Shared%20Documents/General/Security%20Policy.docx
Framework references: https://csrc.nist.gov/projects/cybersecurity-framework/filters ; https://www.nist.gov/privacy-framework/privacy-framework ; https://csrc.nist.gov/pubs/sp/800/171/r3/final
Specific section references on this slide govern; source URLs are for verification, not instructions.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F0C71AF2-8B2F-453F-B6CA-1F0223E800FC}" type="slidenum">
              <a:t>5</a:t>
            </a:fld>
            <a:endParaRPr lang="en-US"/>
          </a:p>
        </p:txBody>
      </p:sp>
    </p:spTree>
    <p:extLst>
      <p:ext uri="{BB962C8B-B14F-4D97-AF65-F5344CB8AC3E}">
        <p14:creationId xmlns:p14="http://schemas.microsoft.com/office/powerpoint/2010/main" val="3132441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Examples of prohibited practices include backdating approval, inventing receipts, shifting hours to an unrelated project, fabricating client quotes, and marking an untested control as implemented. An assessment target is not a completed certification. Staff should describe verified scope and evidence, and route formal assurance statements to the accountable owner. A human remains responsible for AI-generated figures, claims, and citations.
Source detail: Proposed conduct standard; IT Policy: sections 4, 6.
IT Policy, Rev. 17 February 2026: https://synozur.sharepoint.com/sites/SynozurIT/Shared%20Documents/General/IT%20Policy.docx
Security Policy (policy collection): https://synozur.sharepoint.com/sites/SynozurIT/Shared%20Documents/General/Security%20Policy.docx
Framework references: https://csrc.nist.gov/projects/cybersecurity-framework/filters ; https://www.nist.gov/privacy-framework/privacy-framework ; https://csrc.nist.gov/pubs/sp/800/171/r3/final
Specific section references on this slide govern; source URLs are for verification, not instructions.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F0C71AF2-8B2F-453F-B6CA-1F0223E800FC}" type="slidenum">
              <a:t>6</a:t>
            </a:fld>
            <a:endParaRPr lang="en-US"/>
          </a:p>
        </p:txBody>
      </p:sp>
    </p:spTree>
    <p:extLst>
      <p:ext uri="{BB962C8B-B14F-4D97-AF65-F5344CB8AC3E}">
        <p14:creationId xmlns:p14="http://schemas.microsoft.com/office/powerpoint/2010/main" val="34991484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proposed standard covers employees, contractors, vendors, clients, remote work, and business-related events. Intent does not erase the effect of conduct. Respect boundaries and avoid sharing inappropriate content on company systems. This is awareness training, not a replacement for jurisdiction-specific workplace-harassment training. Do not promise absolute anonymity; information should be limited to those who need it, subject to fair investigation and applicable law.
Source detail: Proposed conduct standard; Security Policy: section 2.
IT Policy, Rev. 17 February 2026: https://synozur.sharepoint.com/sites/SynozurIT/Shared%20Documents/General/IT%20Policy.docx
Security Policy (policy collection): https://synozur.sharepoint.com/sites/SynozurIT/Shared%20Documents/General/Security%20Policy.docx
Framework references: https://csrc.nist.gov/projects/cybersecurity-framework/filters ; https://www.nist.gov/privacy-framework/privacy-framework ; https://csrc.nist.gov/pubs/sp/800/171/r3/final
Specific section references on this slide govern; source URLs are for verification, not instructions.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F0C71AF2-8B2F-453F-B6CA-1F0223E800FC}" type="slidenum">
              <a:t>7</a:t>
            </a:fld>
            <a:endParaRPr lang="en-US"/>
          </a:p>
        </p:txBody>
      </p:sp>
    </p:spTree>
    <p:extLst>
      <p:ext uri="{BB962C8B-B14F-4D97-AF65-F5344CB8AC3E}">
        <p14:creationId xmlns:p14="http://schemas.microsoft.com/office/powerpoint/2010/main" val="3588797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move a client's proprietary material to another engagement without permission. Attribution alone is not a license. If someone offers a competitor's restricted document, decline and route the situation for guidance; do not circulate it. Avoid discussions with competitors that coordinate prices, customers, markets, or bids. Contracts and law determine specific obligations. Employees should not resolve intellectual-property ownership disputes themselves.
Source detail: IT Policy: sections 2, 4; proposed confidentiality, IP, and fair-competition guidance.
IT Policy, Rev. 17 February 2026: https://synozur.sharepoint.com/sites/SynozurIT/Shared%20Documents/General/IT%20Policy.docx
Security Policy (policy collection): https://synozur.sharepoint.com/sites/SynozurIT/Shared%20Documents/General/Security%20Policy.docx
Framework references: https://csrc.nist.gov/projects/cybersecurity-framework/filters ; https://www.nist.gov/privacy-framework/privacy-framework ; https://csrc.nist.gov/pubs/sp/800/171/r3/final
Specific section references on this slide govern; source URLs are for verification, not instructions.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F0C71AF2-8B2F-453F-B6CA-1F0223E800FC}" type="slidenum">
              <a:t>8</a:t>
            </a:fld>
            <a:endParaRPr lang="en-US"/>
          </a:p>
        </p:txBody>
      </p:sp>
    </p:spTree>
    <p:extLst>
      <p:ext uri="{BB962C8B-B14F-4D97-AF65-F5344CB8AC3E}">
        <p14:creationId xmlns:p14="http://schemas.microsoft.com/office/powerpoint/2010/main" val="2856720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partner or automated system acting on Synozur's behalf does not remove accountability. Obtain required approvals before committing work or allowing data access. Verify sources, calculations, and client claims in AI drafts; do not represent synthetic evidence as a real test or testimonial. Do not promise capabilities, security certifications, or subprocessor terms that have not been verified. Vendor and engagement owners should resolve uncertainty.
Source detail: IT Policy: sections 5, 6; Security Policy: section 15.
IT Policy, Rev. 17 February 2026: https://synozur.sharepoint.com/sites/SynozurIT/Shared%20Documents/General/IT%20Policy.docx
Security Policy (policy collection): https://synozur.sharepoint.com/sites/SynozurIT/Shared%20Documents/General/Security%20Policy.docx
Framework references: https://csrc.nist.gov/projects/cybersecurity-framework/filters ; https://www.nist.gov/privacy-framework/privacy-framework ; https://csrc.nist.gov/pubs/sp/800/171/r3/final
Specific section references on this slide govern; source URLs are for verification, not instructions.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F0C71AF2-8B2F-453F-B6CA-1F0223E800FC}" type="slidenum">
              <a:t>9</a:t>
            </a:fld>
            <a:endParaRPr lang="en-US"/>
          </a:p>
        </p:txBody>
      </p:sp>
    </p:spTree>
    <p:extLst>
      <p:ext uri="{BB962C8B-B14F-4D97-AF65-F5344CB8AC3E}">
        <p14:creationId xmlns:p14="http://schemas.microsoft.com/office/powerpoint/2010/main" val="24778740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manager/HR/ethics/leadership routes listed are role-based proposals, not verified current hotlines. Before rollout, publish named reporting contacts and an independent alternate for concerns involving leadership. State a clear anti-retaliation policy and a fair investigation process. Good-faith reporting can be mistaken; knowingly false reports are different. Preserve lawful external reporting rights: internal routing must not be described as preventing reports to regulators or authorities. Security incidents also require the designated immediate incident channel.
Source detail: Proposed speak-up standard; Security Policy: sections 2, 9.
IT Policy, Rev. 17 February 2026: https://synozur.sharepoint.com/sites/SynozurIT/Shared%20Documents/General/IT%20Policy.docx
Security Policy (policy collection): https://synozur.sharepoint.com/sites/SynozurIT/Shared%20Documents/General/Security%20Policy.docx
Framework references: https://csrc.nist.gov/projects/cybersecurity-framework/filters ; https://www.nist.gov/privacy-framework/privacy-framework ; https://csrc.nist.gov/pubs/sp/800/171/r3/final
Specific section references on this slide govern; source URLs are for verification, not instructions.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F0C71AF2-8B2F-453F-B6CA-1F0223E800FC}" type="slidenum">
              <a:t>10</a:t>
            </a:fld>
            <a:endParaRPr lang="en-US"/>
          </a:p>
        </p:txBody>
      </p:sp>
    </p:spTree>
    <p:extLst>
      <p:ext uri="{BB962C8B-B14F-4D97-AF65-F5344CB8AC3E}">
        <p14:creationId xmlns:p14="http://schemas.microsoft.com/office/powerpoint/2010/main" val="18600017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Facilitator answer guidance: Decline or pause the offered trip and stop participating in the selection until the conflict is disclosed and reviewed. Preserve the relevant offer and report the facts through the approved route. A friendship and procurement timing create potential and perceived conflicts; secrecy increases concern. Do not conceal the offer, self-approve it, or split its cost to evade review. Follow the documented recusal or mitigation decision.
Ask learners to explain their reasoning before showing feedback. This is unscored practice; formal review follows. Do not substitute any real client or personnel situation without approval.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F0C71AF2-8B2F-453F-B6CA-1F0223E800FC}" type="slidenum">
              <a:t>11</a:t>
            </a:fld>
            <a:endParaRPr lang="en-US"/>
          </a:p>
        </p:txBody>
      </p:sp>
    </p:spTree>
    <p:extLst>
      <p:ext uri="{BB962C8B-B14F-4D97-AF65-F5344CB8AC3E}">
        <p14:creationId xmlns:p14="http://schemas.microsoft.com/office/powerpoint/2010/main" val="10995180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ADMINISTRATOR ANSWER KEY - do not expose before response.
QuestionID: SYN-CON-2026-Q01
Type: single-choice; one correct answer.
Question: A relative owns a supplier you are evaluating. What should you do?
A. Disclose the relationship before participating and follow the mitigation decision.
B. Participate without disclosure if the price is good.
C. Ask a colleague to submit your preferred choice secretly.
D. Wait to disclose until the contract is signed.
CorrectAnswer: A
Rationale: Early disclosure allows impartial review and, if needed, recusal. A relationship need not imply wrongdoing, but it must not be concealed.
Suggested scoring: one point for the correct answer; zero for other choices. Not an approved Synozur pass rule.
Remediation: revisit 'Disclose conflicts before acting', show feedback, and retry an equivalent question.
Import check: confirm the question, choice order, answer key, rationale, and grading are entered separately if Orion does not import these notes. Never presume the deck creates a graded assessment.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F0C71AF2-8B2F-453F-B6CA-1F0223E800FC}" type="slidenum">
              <a:t>12</a:t>
            </a:fld>
            <a:endParaRPr lang="en-US"/>
          </a:p>
        </p:txBody>
      </p:sp>
    </p:spTree>
    <p:extLst>
      <p:ext uri="{BB962C8B-B14F-4D97-AF65-F5344CB8AC3E}">
        <p14:creationId xmlns:p14="http://schemas.microsoft.com/office/powerpoint/2010/main" val="775629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ADMINISTRATOR ANSWER KEY - do not expose before response.
QuestionID: SYN-CON-2026-Q02
Type: single-choice; one correct answer.
Question: A vendor offers an expensive trip during a live selection and asks for secrecy. What is best?
A. Accept because no money changes hands.
B. Accept if it happens outside work hours.
C. Split the expense into small entries.
D. Decline or pause and report it for review.
CorrectAnswer: D
Rationale: Hospitality can create improper influence, especially during procurement. Secrecy is a warning sign.
Suggested scoring: one point for the correct answer; zero for other choices. Not an approved Synozur pass rule.
Remediation: revisit 'Do not trade favors for business', show feedback, and retry an equivalent question.
Import check: confirm the question, choice order, answer key, rationale, and grading are entered separately if Orion does not import these notes. Never presume the deck creates a graded assessment.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F0C71AF2-8B2F-453F-B6CA-1F0223E800FC}" type="slidenum">
              <a:t>13</a:t>
            </a:fld>
            <a:endParaRPr lang="en-US"/>
          </a:p>
        </p:txBody>
      </p:sp>
    </p:spTree>
    <p:extLst>
      <p:ext uri="{BB962C8B-B14F-4D97-AF65-F5344CB8AC3E}">
        <p14:creationId xmlns:p14="http://schemas.microsoft.com/office/powerpoint/2010/main" val="11556666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ADMINISTRATOR ANSWER KEY - do not expose before response.
QuestionID: SYN-CON-2026-Q03
Type: single-choice; one correct answer.
Question: A manager asks you to backdate an approval to make an audit record look complete. What is best?
A. Do it because the manager is accountable.
B. Decline; keep the record accurate and raise the concern.
C. Delete the incomplete record.
D. Ask AI to create a plausible earlier record.
CorrectAnswer: B
Rationale: Authority does not justify false records. Use a transparent correction and preserve the audit trail.
Suggested scoring: one point for the correct answer; zero for other choices. Not an approved Synozur pass rule.
Remediation: revisit 'Keep records and claims accurate', show feedback, and retry an equivalent question.
Import check: confirm the question, choice order, answer key, rationale, and grading are entered separately if Orion does not import these notes. Never presume the deck creates a graded assessment.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F0C71AF2-8B2F-453F-B6CA-1F0223E800FC}" type="slidenum">
              <a:t>14</a:t>
            </a:fld>
            <a:endParaRPr lang="en-US"/>
          </a:p>
        </p:txBody>
      </p:sp>
    </p:spTree>
    <p:extLst>
      <p:ext uri="{BB962C8B-B14F-4D97-AF65-F5344CB8AC3E}">
        <p14:creationId xmlns:p14="http://schemas.microsoft.com/office/powerpoint/2010/main" val="8321395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ADMINISTRATOR ANSWER KEY - do not expose before response.
QuestionID: SYN-CON-2026-Q04
Type: single-choice; one correct answer.
Question: You believe the person who normally receives concerns is involved. What is best?
A. Stay silent until you have proof.
B. Post the allegation publicly.
C. Use the approved alternate reporting route and describe facts.
D. Investigate their private accounts yourself.
CorrectAnswer: C
Rationale: An alternate route supports good-faith reporting without confrontation or unauthorized investigation.
Suggested scoring: one point for the correct answer; zero for other choices. Not an approved Synozur pass rule.
Remediation: revisit 'Raise concerns without retaliation', show feedback, and retry an equivalent question.
Import check: confirm the question, choice order, answer key, rationale, and grading are entered separately if Orion does not import these notes. Never presume the deck creates a graded assessment.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F0C71AF2-8B2F-453F-B6CA-1F0223E800FC}" type="slidenum">
              <a:t>15</a:t>
            </a:fld>
            <a:endParaRPr lang="en-US"/>
          </a:p>
        </p:txBody>
      </p:sp>
    </p:spTree>
    <p:extLst>
      <p:ext uri="{BB962C8B-B14F-4D97-AF65-F5344CB8AC3E}">
        <p14:creationId xmlns:p14="http://schemas.microsoft.com/office/powerpoint/2010/main" val="33441025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ADMINISTRATOR ANSWER KEY - do not expose before response.
QuestionID: SYN-CON-2026-Q05
Type: single-choice; one correct answer.
Question: An AI draft says Synozur is NIST-certified, but you have no supporting evidence. What is best?
A. Remove or correct the claim and obtain an approved, evidence-based description.
B. Keep it because an AI system wrote it.
C. Keep it if a training course was completed.
D. Publish it first and verify later.
CorrectAnswer: A
Rationale: Assurance claims need verified scope and evidence. Training and a draft assessment are not certification.
Suggested scoring: one point for the correct answer; zero for other choices. Not an approved Synozur pass rule.
Remediation: revisit 'Keep records and claims accurate', show feedback, and retry an equivalent question.
Import check: confirm the question, choice order, answer key, rationale, and grading are entered separately if Orion does not import these notes. Never presume the deck creates a graded assessment.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F0C71AF2-8B2F-453F-B6CA-1F0223E800FC}" type="slidenum">
              <a:t>16</a:t>
            </a:fld>
            <a:endParaRPr lang="en-US"/>
          </a:p>
        </p:txBody>
      </p:sp>
    </p:spTree>
    <p:extLst>
      <p:ext uri="{BB962C8B-B14F-4D97-AF65-F5344CB8AC3E}">
        <p14:creationId xmlns:p14="http://schemas.microsoft.com/office/powerpoint/2010/main" val="8241594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DRAFT ATTESTATION - policy-owner approval required. Present only after the final course and relevant approved policy text are available to the learner. Wording: I completed this course and reviewed the applicable standards of business conduct. I will act honestly, disclose conflicts, protect client information, maintain accurate records, treat people respectfully, and raise concerns in good faith. I understand the obligation not to retaliate.
No assertion of a spotless history or absence of incidents is required. A learner may report a concern and still acknowledge future responsibilities. 'I need clarification' must remain incomplete and route to an accountable owner; never auto-check the acknowledgement. Capture authenticated learner identity, course ID/version, applicable policy versions, timestamp/time zone, exact statement, response, and unresolved exception/referral. Do not allow proxy attestation. Limit access and retention according to approved HR/security rules. Do not collect sensitive concern details in a general quiz or training record.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F0C71AF2-8B2F-453F-B6CA-1F0223E800FC}" type="slidenum">
              <a:t>17</a:t>
            </a:fld>
            <a:endParaRPr lang="en-US"/>
          </a:p>
        </p:txBody>
      </p:sp>
    </p:spTree>
    <p:extLst>
      <p:ext uri="{BB962C8B-B14F-4D97-AF65-F5344CB8AC3E}">
        <p14:creationId xmlns:p14="http://schemas.microsoft.com/office/powerpoint/2010/main" val="4820322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ADMINISTRATOR ONLY. Remove this appendix from the learner flow if the import cannot segregate it.
No approved standalone conduct code was found. Obtain HR/legal approval of conflicts, gifts, anti-bribery, respectful-workplace, fair-competition, reporting, non-retaliation, and consequences. Set any thresholds explicitly; none are implied here.
Release gates: policy owner sign-off; legal/HR review where needed; final policy links; exact governing NIST standard/revision and assessment boundary; client/CUI applicability; approved reporting and alternate contacts; learner accessibility; grading and retries; non-acknowledgement escalation; record retention and access.
The retrieved Orion Admin Guide describes CSV-based assessment questions and knowledge-base uploads but did not establish current PowerPoint courseware import or annual attestation capture. Do not claim automatic support. This deliverable has not been imported into Orion.
Pilot with a non-production learner and verify: all slides readable; notes and answers not leaked; five questions and choices correct; score retained; remediation tracked; exact acknowledgement and course version retained; non-acknowledgement not marked complete; export and access controls work.
Proposed completion rule: all knowledge checks correct after remediation plus separate affirmative attestation. Frequency is annual at the user's request, with role-/change-/incident-based updates as needed; this is not a universal NIST frequency rule.
Evidence record fields: learner work identity; audience/role; course ID/version; assigned/completed timestamps; question results and attempts; score; remediation; policy version; statement version and response; open exceptions; approver/release date. Do not rank employee performance from training results.
Orion reference: Orion Admin Guide, Model Management, Question &amp; Dimension Management, Knowledge Base Management, and Analytics &amp; Reporting. https://synozur.sharepoint.com/sites/SynozurIT/Shared%20Documents/General/Orion/Orion%20Admin%20Guide.docx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F0C71AF2-8B2F-453F-B6CA-1F0223E800FC}" type="slidenum">
              <a:t>18</a:t>
            </a:fld>
            <a:endParaRPr lang="en-US"/>
          </a:p>
        </p:txBody>
      </p:sp>
    </p:spTree>
    <p:extLst>
      <p:ext uri="{BB962C8B-B14F-4D97-AF65-F5344CB8AC3E}">
        <p14:creationId xmlns:p14="http://schemas.microsoft.com/office/powerpoint/2010/main" val="12319185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business conduct curriculum is proposed generic guidance, not a complete NIST control implementation or an approved Synozur code. CSF mappings apply to security-related governance only. NIST cybersecurity guidance does not substitute for an anti-bribery, employment, competition, or legal compliance program. Confirm and approve all non-IT policy statements, reporting paths, consequences, and attestation wording before staff rollout.
Sources: NIST CSF 2.0 Reference Tool, categories and subcategories shown: https://csrc.nist.gov/projects/cybersecurity-framework/filters
NIST Privacy Framework 1.0, Appendix A Core: https://www.nist.gov/privacy-framework/privacy-framework
NIST SP 800-171 Rev. 3, section 1.1 and Awareness and Training family: https://csrc.nist.gov/pubs/sp/800/171/r3/final
NIST analysis of Rev. 2 to Rev. 3 requirements: https://csrc.nist.gov/files/pubs/sp/800/171/r3/final/docs/sp800-171r2-to-r3-analysis.xlsx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F0C71AF2-8B2F-453F-B6CA-1F0223E800FC}" type="slidenum">
              <a:t>19</a:t>
            </a:fld>
            <a:endParaRPr lang="en-US"/>
          </a:p>
        </p:txBody>
      </p:sp>
    </p:spTree>
    <p:extLst>
      <p:ext uri="{BB962C8B-B14F-4D97-AF65-F5344CB8AC3E}">
        <p14:creationId xmlns:p14="http://schemas.microsoft.com/office/powerpoint/2010/main" val="2221941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reviewed September 23, 2026.
1. IT Policy, author Chris McNulty, Rev. 17 February 2026, sections 1-8. https://synozur.sharepoint.com/sites/SynozurIT/Shared%20Documents/General/IT%20Policy.docx
2. Security Policy, titled Synozur Alliance LLC - IT Governance &amp; Security Policies, sections 1-16 and Policy Maintenance and Acknowledgment. The retrieved document was last saved March 7, 2026; the policy's approval/effective status must be confirmed. https://synozur.sharepoint.com/sites/SynozurIT/Shared%20Documents/General/Security%20Policy.docx
3. NIST Cybersecurity Framework 2.0, Reference Tool, categories and subcategories identified in this deck. https://csrc.nist.gov/projects/cybersecurity-framework/filters
4. NIST Privacy Framework: A Tool for Improving Privacy through Enterprise Risk Management, Version 1.0, January 16, 2020, introduction and Appendix A Core. https://www.nist.gov/privacy-framework/privacy-framework
5. NIST SP 800-171 Rev. 3, Protecting Controlled Unclassified Information in Nonfederal Systems and Organizations, May 2024, section 1.1 and Awareness and Training family. https://csrc.nist.gov/pubs/sp/800/171/r3/final
6. NIST SP 800-171 Rev. 2 to Rev. 3 Analysis, relevant Rev. 2 3.2.1-3.2.3 entries. https://csrc.nist.gov/files/pubs/sp/800/171/r3/final/docs/sp800-171r2-to-r3-analysis.xlsx
7. Orion Admin Guide, import and question-management sections; current PowerPoint courseware behavior not confirmed. https://synozur.sharepoint.com/sites/SynozurIT/Shared%20Documents/General/Orion/Orion%20Admin%20Guide.docx
Synozur policies and contractual obligations govern employee actions. Framework references are educational, not legal advice or certification. Proposed guidance beyond retrieved policies must be approved before assignment. No client-specific confidential examples are included. No employee training, assessment, or attestation has been completed by creation of this deck.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F0C71AF2-8B2F-453F-B6CA-1F0223E800FC}" type="slidenum">
              <a:t>20</a:t>
            </a:fld>
            <a:endParaRPr lang="en-US"/>
          </a:p>
        </p:txBody>
      </p:sp>
    </p:spTree>
    <p:extLst>
      <p:ext uri="{BB962C8B-B14F-4D97-AF65-F5344CB8AC3E}">
        <p14:creationId xmlns:p14="http://schemas.microsoft.com/office/powerpoint/2010/main" val="343409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pic>
        <p:nvPicPr>
          <p:cNvPr id="5" name="synozur-logo" descr="Synozur Alliance official logo">
            <a:extLst>
              <a:ext uri="{FF2B5EF4-FFF2-40B4-BE49-F238E27FC236}">
                <a16:creationId xmlns:a16="http://schemas.microsoft.com/office/drawing/2014/main" id="{5AEB49F3-0BD3-8941-AE15-87864846A476}"/>
              </a:ext>
            </a:extLst>
          </p:cNvPr>
          <p:cNvPicPr>
            <a:picLocks noChangeAspect="1"/>
          </p:cNvPicPr>
          <p:nvPr/>
        </p:nvPicPr>
        <p:blipFill>
          <a:blip r:embed="rId3"/>
          <a:stretch>
            <a:fillRect/>
          </a:stretch>
        </p:blipFill>
        <p:spPr>
          <a:xfrm>
            <a:off x="594360" y="594360"/>
            <a:ext cx="3383280" cy="918508"/>
          </a:xfrm>
          <a:prstGeom prst="rect">
            <a:avLst/>
          </a:prstGeom>
        </p:spPr>
      </p:pic>
      <p:sp>
        <p:nvSpPr>
          <p:cNvPr id="6" name="Rectangle 5">
            <a:extLst>
              <a:ext uri="{FF2B5EF4-FFF2-40B4-BE49-F238E27FC236}">
                <a16:creationId xmlns:a16="http://schemas.microsoft.com/office/drawing/2014/main" id="{BB5D4697-C1D2-4F8F-D626-BF3114AAD828}"/>
              </a:ext>
            </a:extLst>
          </p:cNvPr>
          <p:cNvSpPr/>
          <p:nvPr/>
        </p:nvSpPr>
        <p:spPr>
          <a:xfrm>
            <a:off x="9144000" y="594360"/>
            <a:ext cx="2450592" cy="5687568"/>
          </a:xfrm>
          <a:prstGeom prst="rect">
            <a:avLst/>
          </a:prstGeom>
          <a:solidFill>
            <a:srgbClr val="810FFB"/>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302D085-F8A2-0DFE-DEE5-5FA25799E01F}"/>
              </a:ext>
            </a:extLst>
          </p:cNvPr>
          <p:cNvSpPr/>
          <p:nvPr/>
        </p:nvSpPr>
        <p:spPr>
          <a:xfrm>
            <a:off x="594360" y="1581912"/>
            <a:ext cx="8138160" cy="3931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810FFB"/>
                </a:solidFill>
                <a:effectLst/>
                <a:latin typeface="Arial" panose="020B0604020202020204" pitchFamily="34" charset="0"/>
              </a:rPr>
              <a:t>ANNUAL STAFF COURSEWARE</a:t>
            </a:r>
          </a:p>
          <a:p>
            <a:pPr algn="l">
              <a:buNone/>
            </a:pPr>
            <a:r>
              <a:rPr lang="en-US" sz="100">
                <a:effectLst/>
              </a:rPr>
              <a:t> </a:t>
            </a:r>
            <a:endParaRPr lang="en-US"/>
          </a:p>
        </p:txBody>
      </p:sp>
      <p:sp>
        <p:nvSpPr>
          <p:cNvPr id="11" name="Rectangle 10">
            <a:extLst>
              <a:ext uri="{FF2B5EF4-FFF2-40B4-BE49-F238E27FC236}">
                <a16:creationId xmlns:a16="http://schemas.microsoft.com/office/drawing/2014/main" id="{95F10D48-F575-7320-24AE-DA8D0E8EA99C}"/>
              </a:ext>
            </a:extLst>
          </p:cNvPr>
          <p:cNvSpPr/>
          <p:nvPr/>
        </p:nvSpPr>
        <p:spPr>
          <a:xfrm>
            <a:off x="594360" y="2231136"/>
            <a:ext cx="8110728" cy="1508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800" b="1">
                <a:solidFill>
                  <a:srgbClr val="201134"/>
                </a:solidFill>
                <a:effectLst/>
                <a:latin typeface="Arial" panose="020B0604020202020204" pitchFamily="34" charset="0"/>
              </a:rPr>
              <a:t>Standards of</a:t>
            </a:r>
          </a:p>
          <a:p>
            <a:pPr algn="l">
              <a:buNone/>
            </a:pPr>
            <a:r>
              <a:rPr lang="en-US" sz="3800" b="1">
                <a:solidFill>
                  <a:srgbClr val="201134"/>
                </a:solidFill>
                <a:effectLst/>
                <a:latin typeface="Arial" panose="020B0604020202020204" pitchFamily="34" charset="0"/>
              </a:rPr>
              <a:t>Business Conduct</a:t>
            </a:r>
            <a:endParaRPr lang="en-US"/>
          </a:p>
        </p:txBody>
      </p:sp>
      <p:sp>
        <p:nvSpPr>
          <p:cNvPr id="15" name="Rectangle 14">
            <a:extLst>
              <a:ext uri="{FF2B5EF4-FFF2-40B4-BE49-F238E27FC236}">
                <a16:creationId xmlns:a16="http://schemas.microsoft.com/office/drawing/2014/main" id="{CECCC938-A6BE-64A9-328D-48A08DBC7D2C}"/>
              </a:ext>
            </a:extLst>
          </p:cNvPr>
          <p:cNvSpPr/>
          <p:nvPr/>
        </p:nvSpPr>
        <p:spPr>
          <a:xfrm>
            <a:off x="594360" y="4005072"/>
            <a:ext cx="8110728" cy="8138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300">
                <a:solidFill>
                  <a:srgbClr val="201134"/>
                </a:solidFill>
                <a:effectLst/>
                <a:latin typeface="Arial" panose="020B0604020202020204" pitchFamily="34" charset="0"/>
              </a:rPr>
              <a:t>Act honestly. Respect others. Raise concerns.</a:t>
            </a:r>
          </a:p>
          <a:p>
            <a:pPr algn="l">
              <a:buNone/>
            </a:pPr>
            <a:r>
              <a:rPr lang="en-US" sz="100">
                <a:effectLst/>
              </a:rPr>
              <a:t> </a:t>
            </a:r>
            <a:endParaRPr lang="en-US"/>
          </a:p>
        </p:txBody>
      </p:sp>
      <p:sp>
        <p:nvSpPr>
          <p:cNvPr id="20" name="Rectangle 19">
            <a:extLst>
              <a:ext uri="{FF2B5EF4-FFF2-40B4-BE49-F238E27FC236}">
                <a16:creationId xmlns:a16="http://schemas.microsoft.com/office/drawing/2014/main" id="{1D71DFD9-77D8-AB6B-5AC6-77AA0B973F0F}"/>
              </a:ext>
            </a:extLst>
          </p:cNvPr>
          <p:cNvSpPr/>
          <p:nvPr/>
        </p:nvSpPr>
        <p:spPr>
          <a:xfrm>
            <a:off x="594360" y="5148072"/>
            <a:ext cx="8046720" cy="78638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62576E"/>
                </a:solidFill>
                <a:effectLst/>
                <a:latin typeface="Arial" panose="020B0604020202020204" pitchFamily="34" charset="0"/>
              </a:rPr>
              <a:t>Suggested review questions and annual attestation</a:t>
            </a:r>
          </a:p>
          <a:p>
            <a:pPr algn="l">
              <a:buNone/>
            </a:pPr>
            <a:r>
              <a:rPr lang="en-US" sz="1400">
                <a:solidFill>
                  <a:srgbClr val="62576E"/>
                </a:solidFill>
                <a:effectLst/>
                <a:latin typeface="Arial" panose="020B0604020202020204" pitchFamily="34" charset="0"/>
              </a:rPr>
              <a:t>DRAFT FOR POLICY-OWNER REVIEW | SEPTEMBER 2026</a:t>
            </a:r>
            <a:endParaRPr lang="en-US"/>
          </a:p>
        </p:txBody>
      </p:sp>
      <p:sp>
        <p:nvSpPr>
          <p:cNvPr id="26" name="Rectangle 25">
            <a:extLst>
              <a:ext uri="{FF2B5EF4-FFF2-40B4-BE49-F238E27FC236}">
                <a16:creationId xmlns:a16="http://schemas.microsoft.com/office/drawing/2014/main" id="{C92D01AE-7B62-16BF-DE29-80709BA3DDCA}"/>
              </a:ext>
            </a:extLst>
          </p:cNvPr>
          <p:cNvSpPr/>
          <p:nvPr/>
        </p:nvSpPr>
        <p:spPr>
          <a:xfrm>
            <a:off x="9326880" y="1527048"/>
            <a:ext cx="2048256"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01</a:t>
            </a:r>
          </a:p>
          <a:p>
            <a:pPr algn="l">
              <a:buNone/>
            </a:pPr>
            <a:r>
              <a:rPr lang="en-US" sz="100">
                <a:effectLst/>
              </a:rPr>
              <a:t> </a:t>
            </a:r>
            <a:endParaRPr lang="en-US"/>
          </a:p>
        </p:txBody>
      </p:sp>
      <p:sp>
        <p:nvSpPr>
          <p:cNvPr id="33" name="Rectangle 32">
            <a:extLst>
              <a:ext uri="{FF2B5EF4-FFF2-40B4-BE49-F238E27FC236}">
                <a16:creationId xmlns:a16="http://schemas.microsoft.com/office/drawing/2014/main" id="{BC432BE3-3DEF-3E92-99EC-1F7CCBB17EE3}"/>
              </a:ext>
            </a:extLst>
          </p:cNvPr>
          <p:cNvSpPr/>
          <p:nvPr/>
        </p:nvSpPr>
        <p:spPr>
          <a:xfrm>
            <a:off x="9326880" y="1947672"/>
            <a:ext cx="2048256"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FFFFFF"/>
                </a:solidFill>
                <a:effectLst/>
                <a:latin typeface="Arial" panose="020B0604020202020204" pitchFamily="34" charset="0"/>
              </a:rPr>
              <a:t>JUDGMENT</a:t>
            </a:r>
          </a:p>
          <a:p>
            <a:pPr algn="l">
              <a:buNone/>
            </a:pPr>
            <a:r>
              <a:rPr lang="en-US" sz="100">
                <a:effectLst/>
              </a:rPr>
              <a:t> </a:t>
            </a:r>
            <a:endParaRPr lang="en-US"/>
          </a:p>
        </p:txBody>
      </p:sp>
      <p:sp>
        <p:nvSpPr>
          <p:cNvPr id="41" name="Rectangle 40">
            <a:extLst>
              <a:ext uri="{FF2B5EF4-FFF2-40B4-BE49-F238E27FC236}">
                <a16:creationId xmlns:a16="http://schemas.microsoft.com/office/drawing/2014/main" id="{7A9E3FAC-C02B-F3B6-310C-5122A1ED521E}"/>
              </a:ext>
            </a:extLst>
          </p:cNvPr>
          <p:cNvSpPr/>
          <p:nvPr/>
        </p:nvSpPr>
        <p:spPr>
          <a:xfrm>
            <a:off x="9326880" y="2852928"/>
            <a:ext cx="2048256"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02</a:t>
            </a:r>
          </a:p>
          <a:p>
            <a:pPr algn="l">
              <a:buNone/>
            </a:pPr>
            <a:r>
              <a:rPr lang="en-US" sz="100">
                <a:effectLst/>
              </a:rPr>
              <a:t> </a:t>
            </a:r>
            <a:endParaRPr lang="en-US"/>
          </a:p>
        </p:txBody>
      </p:sp>
      <p:sp>
        <p:nvSpPr>
          <p:cNvPr id="50" name="Rectangle 49">
            <a:extLst>
              <a:ext uri="{FF2B5EF4-FFF2-40B4-BE49-F238E27FC236}">
                <a16:creationId xmlns:a16="http://schemas.microsoft.com/office/drawing/2014/main" id="{5297027A-577A-8F71-A111-835B9BE21B57}"/>
              </a:ext>
            </a:extLst>
          </p:cNvPr>
          <p:cNvSpPr/>
          <p:nvPr/>
        </p:nvSpPr>
        <p:spPr>
          <a:xfrm>
            <a:off x="9326880" y="3273552"/>
            <a:ext cx="2048256"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FFFFFF"/>
                </a:solidFill>
                <a:effectLst/>
                <a:latin typeface="Arial" panose="020B0604020202020204" pitchFamily="34" charset="0"/>
              </a:rPr>
              <a:t>INTEGRITY</a:t>
            </a:r>
          </a:p>
          <a:p>
            <a:pPr algn="l">
              <a:buNone/>
            </a:pPr>
            <a:r>
              <a:rPr lang="en-US" sz="100">
                <a:effectLst/>
              </a:rPr>
              <a:t> </a:t>
            </a:r>
            <a:endParaRPr lang="en-US"/>
          </a:p>
        </p:txBody>
      </p:sp>
      <p:sp>
        <p:nvSpPr>
          <p:cNvPr id="60" name="Rectangle 59">
            <a:extLst>
              <a:ext uri="{FF2B5EF4-FFF2-40B4-BE49-F238E27FC236}">
                <a16:creationId xmlns:a16="http://schemas.microsoft.com/office/drawing/2014/main" id="{3B1D2744-1586-C111-0D65-9FEF6FBBEEF5}"/>
              </a:ext>
            </a:extLst>
          </p:cNvPr>
          <p:cNvSpPr/>
          <p:nvPr/>
        </p:nvSpPr>
        <p:spPr>
          <a:xfrm>
            <a:off x="9326880" y="4178808"/>
            <a:ext cx="2048256"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03</a:t>
            </a:r>
          </a:p>
          <a:p>
            <a:pPr algn="l">
              <a:buNone/>
            </a:pPr>
            <a:r>
              <a:rPr lang="en-US" sz="100">
                <a:effectLst/>
              </a:rPr>
              <a:t> </a:t>
            </a:r>
            <a:endParaRPr lang="en-US"/>
          </a:p>
        </p:txBody>
      </p:sp>
      <p:sp>
        <p:nvSpPr>
          <p:cNvPr id="71" name="Rectangle 70">
            <a:extLst>
              <a:ext uri="{FF2B5EF4-FFF2-40B4-BE49-F238E27FC236}">
                <a16:creationId xmlns:a16="http://schemas.microsoft.com/office/drawing/2014/main" id="{C7421F27-6D00-7CB3-95B9-071E32FF0844}"/>
              </a:ext>
            </a:extLst>
          </p:cNvPr>
          <p:cNvSpPr/>
          <p:nvPr/>
        </p:nvSpPr>
        <p:spPr>
          <a:xfrm>
            <a:off x="9326880" y="4599432"/>
            <a:ext cx="2048256"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FFFFFF"/>
                </a:solidFill>
                <a:effectLst/>
                <a:latin typeface="Arial" panose="020B0604020202020204" pitchFamily="34" charset="0"/>
              </a:rPr>
              <a:t>ACCOUNTABILITY</a:t>
            </a:r>
          </a:p>
          <a:p>
            <a:pPr algn="l">
              <a:buNone/>
            </a:pPr>
            <a:r>
              <a:rPr lang="en-US" sz="100">
                <a:effectLst/>
              </a:rPr>
              <a:t> </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83" name="Rectangle 82">
            <a:extLst>
              <a:ext uri="{FF2B5EF4-FFF2-40B4-BE49-F238E27FC236}">
                <a16:creationId xmlns:a16="http://schemas.microsoft.com/office/drawing/2014/main" id="{935BB05E-E320-80AC-5313-CE1C28CBDE5C}"/>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COURSE OBJECTIVES</a:t>
            </a:r>
          </a:p>
          <a:p>
            <a:pPr algn="l">
              <a:buNone/>
            </a:pPr>
            <a:r>
              <a:rPr lang="en-US" sz="100">
                <a:effectLst/>
              </a:rPr>
              <a:t> </a:t>
            </a:r>
            <a:endParaRPr lang="en-US"/>
          </a:p>
        </p:txBody>
      </p:sp>
      <p:sp>
        <p:nvSpPr>
          <p:cNvPr id="96" name="Rectangle 95">
            <a:extLst>
              <a:ext uri="{FF2B5EF4-FFF2-40B4-BE49-F238E27FC236}">
                <a16:creationId xmlns:a16="http://schemas.microsoft.com/office/drawing/2014/main" id="{4E815424-53A0-65B6-1B8F-648784557486}"/>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What you should be able to do</a:t>
            </a:r>
          </a:p>
          <a:p>
            <a:pPr algn="l">
              <a:buNone/>
            </a:pPr>
            <a:r>
              <a:rPr lang="en-US" sz="100">
                <a:effectLst/>
              </a:rPr>
              <a:t> </a:t>
            </a:r>
            <a:endParaRPr lang="en-US"/>
          </a:p>
        </p:txBody>
      </p:sp>
      <p:sp>
        <p:nvSpPr>
          <p:cNvPr id="110" name="Rectangle 109">
            <a:extLst>
              <a:ext uri="{FF2B5EF4-FFF2-40B4-BE49-F238E27FC236}">
                <a16:creationId xmlns:a16="http://schemas.microsoft.com/office/drawing/2014/main" id="{C6A6DF1F-7145-7804-AFD0-6EB1843128A2}"/>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Training design: draft baseline; policies and contract requirements govern.</a:t>
            </a:r>
          </a:p>
          <a:p>
            <a:pPr algn="l">
              <a:buNone/>
            </a:pPr>
            <a:r>
              <a:rPr lang="en-US" sz="100">
                <a:effectLst/>
              </a:rPr>
              <a:t> </a:t>
            </a:r>
            <a:endParaRPr lang="en-US"/>
          </a:p>
        </p:txBody>
      </p:sp>
      <p:sp>
        <p:nvSpPr>
          <p:cNvPr id="125" name="Rectangle 124">
            <a:extLst>
              <a:ext uri="{FF2B5EF4-FFF2-40B4-BE49-F238E27FC236}">
                <a16:creationId xmlns:a16="http://schemas.microsoft.com/office/drawing/2014/main" id="{2F19B423-D7DF-F5B6-1465-3DB9C3102611}"/>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41" name="Rectangle 140">
            <a:extLst>
              <a:ext uri="{FF2B5EF4-FFF2-40B4-BE49-F238E27FC236}">
                <a16:creationId xmlns:a16="http://schemas.microsoft.com/office/drawing/2014/main" id="{7D1C688D-FA79-131E-4ED9-BCF95DDECFE6}"/>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02</a:t>
            </a:r>
          </a:p>
          <a:p>
            <a:pPr algn="r">
              <a:buNone/>
            </a:pPr>
            <a:r>
              <a:rPr lang="en-US" sz="100">
                <a:effectLst/>
              </a:rPr>
              <a:t> </a:t>
            </a:r>
            <a:endParaRPr lang="en-US"/>
          </a:p>
        </p:txBody>
      </p:sp>
      <p:sp>
        <p:nvSpPr>
          <p:cNvPr id="158" name="Rectangle 157">
            <a:extLst>
              <a:ext uri="{FF2B5EF4-FFF2-40B4-BE49-F238E27FC236}">
                <a16:creationId xmlns:a16="http://schemas.microsoft.com/office/drawing/2014/main" id="{B20345CA-DC29-3B9E-0F5C-249908F57C22}"/>
              </a:ext>
            </a:extLst>
          </p:cNvPr>
          <p:cNvSpPr/>
          <p:nvPr/>
        </p:nvSpPr>
        <p:spPr>
          <a:xfrm>
            <a:off x="594360" y="2011680"/>
            <a:ext cx="10972800" cy="1005840"/>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CD85AEF2-33EA-37FA-A74F-8CC6FB56BC71}"/>
              </a:ext>
            </a:extLst>
          </p:cNvPr>
          <p:cNvSpPr/>
          <p:nvPr/>
        </p:nvSpPr>
        <p:spPr>
          <a:xfrm>
            <a:off x="822960" y="2121408"/>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Outcome 1</a:t>
            </a:r>
          </a:p>
          <a:p>
            <a:pPr algn="l">
              <a:buNone/>
            </a:pPr>
            <a:r>
              <a:rPr lang="en-US" sz="100">
                <a:effectLst/>
              </a:rPr>
              <a:t> </a:t>
            </a:r>
            <a:endParaRPr lang="en-US"/>
          </a:p>
        </p:txBody>
      </p:sp>
      <p:sp>
        <p:nvSpPr>
          <p:cNvPr id="195" name="Rectangle 194">
            <a:extLst>
              <a:ext uri="{FF2B5EF4-FFF2-40B4-BE49-F238E27FC236}">
                <a16:creationId xmlns:a16="http://schemas.microsoft.com/office/drawing/2014/main" id="{F16DD301-8558-F776-A75E-0EDB3DC9355F}"/>
              </a:ext>
            </a:extLst>
          </p:cNvPr>
          <p:cNvSpPr/>
          <p:nvPr/>
        </p:nvSpPr>
        <p:spPr>
          <a:xfrm>
            <a:off x="4343400" y="2121408"/>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Recognize conflicts and improper influence.</a:t>
            </a:r>
          </a:p>
          <a:p>
            <a:pPr algn="l">
              <a:buNone/>
            </a:pPr>
            <a:r>
              <a:rPr lang="en-US" sz="100">
                <a:effectLst/>
              </a:rPr>
              <a:t> </a:t>
            </a:r>
            <a:endParaRPr lang="en-US"/>
          </a:p>
        </p:txBody>
      </p:sp>
      <p:sp>
        <p:nvSpPr>
          <p:cNvPr id="215" name="Rectangle 214">
            <a:extLst>
              <a:ext uri="{FF2B5EF4-FFF2-40B4-BE49-F238E27FC236}">
                <a16:creationId xmlns:a16="http://schemas.microsoft.com/office/drawing/2014/main" id="{C1CCACE9-3346-9D58-304F-BBE39EE18ADD}"/>
              </a:ext>
            </a:extLst>
          </p:cNvPr>
          <p:cNvSpPr/>
          <p:nvPr/>
        </p:nvSpPr>
        <p:spPr>
          <a:xfrm>
            <a:off x="594360" y="3209544"/>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C6B1768D-7E78-CAEE-6A76-FFA89FF2D2DD}"/>
              </a:ext>
            </a:extLst>
          </p:cNvPr>
          <p:cNvSpPr/>
          <p:nvPr/>
        </p:nvSpPr>
        <p:spPr>
          <a:xfrm>
            <a:off x="822960" y="3319272"/>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Outcome 2</a:t>
            </a:r>
          </a:p>
          <a:p>
            <a:pPr algn="l">
              <a:buNone/>
            </a:pPr>
            <a:r>
              <a:rPr lang="en-US" sz="100">
                <a:effectLst/>
              </a:rPr>
              <a:t> </a:t>
            </a:r>
            <a:endParaRPr lang="en-US"/>
          </a:p>
        </p:txBody>
      </p:sp>
      <p:sp>
        <p:nvSpPr>
          <p:cNvPr id="258" name="Rectangle 257">
            <a:extLst>
              <a:ext uri="{FF2B5EF4-FFF2-40B4-BE49-F238E27FC236}">
                <a16:creationId xmlns:a16="http://schemas.microsoft.com/office/drawing/2014/main" id="{BE1D545E-78B1-8CD9-10CA-08E72C4E9308}"/>
              </a:ext>
            </a:extLst>
          </p:cNvPr>
          <p:cNvSpPr/>
          <p:nvPr/>
        </p:nvSpPr>
        <p:spPr>
          <a:xfrm>
            <a:off x="4343400" y="3319272"/>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Keep records and client commitments accurate.</a:t>
            </a:r>
          </a:p>
          <a:p>
            <a:pPr algn="l">
              <a:buNone/>
            </a:pPr>
            <a:r>
              <a:rPr lang="en-US" sz="100">
                <a:effectLst/>
              </a:rPr>
              <a:t> </a:t>
            </a:r>
            <a:endParaRPr lang="en-US"/>
          </a:p>
        </p:txBody>
      </p:sp>
      <p:sp>
        <p:nvSpPr>
          <p:cNvPr id="281" name="Rectangle 280">
            <a:extLst>
              <a:ext uri="{FF2B5EF4-FFF2-40B4-BE49-F238E27FC236}">
                <a16:creationId xmlns:a16="http://schemas.microsoft.com/office/drawing/2014/main" id="{C1FCBE81-4945-6F3A-6E3F-B5213A2E7C83}"/>
              </a:ext>
            </a:extLst>
          </p:cNvPr>
          <p:cNvSpPr/>
          <p:nvPr/>
        </p:nvSpPr>
        <p:spPr>
          <a:xfrm>
            <a:off x="594360" y="4407408"/>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4A408921-B970-045F-5B2F-4508E9270493}"/>
              </a:ext>
            </a:extLst>
          </p:cNvPr>
          <p:cNvSpPr/>
          <p:nvPr/>
        </p:nvSpPr>
        <p:spPr>
          <a:xfrm>
            <a:off x="822960" y="4517136"/>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Outcome 3</a:t>
            </a:r>
          </a:p>
          <a:p>
            <a:pPr algn="l">
              <a:buNone/>
            </a:pPr>
            <a:r>
              <a:rPr lang="en-US" sz="100">
                <a:effectLst/>
              </a:rPr>
              <a:t> </a:t>
            </a:r>
            <a:endParaRPr lang="en-US"/>
          </a:p>
        </p:txBody>
      </p:sp>
      <p:sp>
        <p:nvSpPr>
          <p:cNvPr id="330" name="Rectangle 329">
            <a:extLst>
              <a:ext uri="{FF2B5EF4-FFF2-40B4-BE49-F238E27FC236}">
                <a16:creationId xmlns:a16="http://schemas.microsoft.com/office/drawing/2014/main" id="{3A1B161D-9D17-5BAC-7C87-7B14D1F292E4}"/>
              </a:ext>
            </a:extLst>
          </p:cNvPr>
          <p:cNvSpPr/>
          <p:nvPr/>
        </p:nvSpPr>
        <p:spPr>
          <a:xfrm>
            <a:off x="4343400" y="4517136"/>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Raise concerns and cooperate in good faith.</a:t>
            </a:r>
          </a:p>
          <a:p>
            <a:pPr algn="l">
              <a:buNone/>
            </a:pPr>
            <a:r>
              <a:rPr lang="en-US" sz="100">
                <a:effectLst/>
              </a:rPr>
              <a:t> </a:t>
            </a:r>
            <a:endParaRPr lang="en-US"/>
          </a:p>
        </p:txBody>
      </p:sp>
      <p:pic>
        <p:nvPicPr>
          <p:cNvPr id="12252" name="synozur-logo" descr="Synozur Alliance official logo">
            <a:extLst>
              <a:ext uri="{FF2B5EF4-FFF2-40B4-BE49-F238E27FC236}">
                <a16:creationId xmlns:a16="http://schemas.microsoft.com/office/drawing/2014/main" id="{2914DE32-DCE2-6F78-16DC-1BDE542F2977}"/>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355487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356" name="Rectangle 355">
            <a:extLst>
              <a:ext uri="{FF2B5EF4-FFF2-40B4-BE49-F238E27FC236}">
                <a16:creationId xmlns:a16="http://schemas.microsoft.com/office/drawing/2014/main" id="{C711EA38-413F-4642-82E4-0B4B1A60499C}"/>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LEARN | 01</a:t>
            </a:r>
          </a:p>
          <a:p>
            <a:pPr algn="l">
              <a:buNone/>
            </a:pPr>
            <a:r>
              <a:rPr lang="en-US" sz="100">
                <a:effectLst/>
              </a:rPr>
              <a:t> </a:t>
            </a:r>
            <a:endParaRPr lang="en-US"/>
          </a:p>
        </p:txBody>
      </p:sp>
      <p:sp>
        <p:nvSpPr>
          <p:cNvPr id="383" name="Rectangle 382">
            <a:extLst>
              <a:ext uri="{FF2B5EF4-FFF2-40B4-BE49-F238E27FC236}">
                <a16:creationId xmlns:a16="http://schemas.microsoft.com/office/drawing/2014/main" id="{D92855DB-7A8F-D7A7-89FD-3960D8E8F40F}"/>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Use a consistent decision test</a:t>
            </a:r>
          </a:p>
          <a:p>
            <a:pPr algn="l">
              <a:buNone/>
            </a:pPr>
            <a:r>
              <a:rPr lang="en-US" sz="100">
                <a:effectLst/>
              </a:rPr>
              <a:t> </a:t>
            </a:r>
            <a:endParaRPr lang="en-US"/>
          </a:p>
        </p:txBody>
      </p:sp>
      <p:sp>
        <p:nvSpPr>
          <p:cNvPr id="411" name="Rectangle 410">
            <a:extLst>
              <a:ext uri="{FF2B5EF4-FFF2-40B4-BE49-F238E27FC236}">
                <a16:creationId xmlns:a16="http://schemas.microsoft.com/office/drawing/2014/main" id="{53884CBD-524E-D4D5-E91E-073D82DE4551}"/>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Proposed conduct standard; IT Policy: sections 1, 4, 8</a:t>
            </a:r>
          </a:p>
          <a:p>
            <a:pPr algn="l">
              <a:buNone/>
            </a:pPr>
            <a:r>
              <a:rPr lang="en-US" sz="100">
                <a:effectLst/>
              </a:rPr>
              <a:t> </a:t>
            </a:r>
            <a:endParaRPr lang="en-US"/>
          </a:p>
        </p:txBody>
      </p:sp>
      <p:sp>
        <p:nvSpPr>
          <p:cNvPr id="440" name="Rectangle 439">
            <a:extLst>
              <a:ext uri="{FF2B5EF4-FFF2-40B4-BE49-F238E27FC236}">
                <a16:creationId xmlns:a16="http://schemas.microsoft.com/office/drawing/2014/main" id="{2DE2C5A6-EEAF-BF1A-A2BE-915003F3D5A4}"/>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470" name="Rectangle 469">
            <a:extLst>
              <a:ext uri="{FF2B5EF4-FFF2-40B4-BE49-F238E27FC236}">
                <a16:creationId xmlns:a16="http://schemas.microsoft.com/office/drawing/2014/main" id="{A9F96610-BEFA-DD2D-7A27-944E9888F523}"/>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03</a:t>
            </a:r>
          </a:p>
          <a:p>
            <a:pPr algn="r">
              <a:buNone/>
            </a:pPr>
            <a:r>
              <a:rPr lang="en-US" sz="100">
                <a:effectLst/>
              </a:rPr>
              <a:t> </a:t>
            </a:r>
            <a:endParaRPr lang="en-US"/>
          </a:p>
        </p:txBody>
      </p:sp>
      <p:sp>
        <p:nvSpPr>
          <p:cNvPr id="501" name="Rectangle 500">
            <a:extLst>
              <a:ext uri="{FF2B5EF4-FFF2-40B4-BE49-F238E27FC236}">
                <a16:creationId xmlns:a16="http://schemas.microsoft.com/office/drawing/2014/main" id="{FC5160B2-1A79-9AEF-18D6-641718672C05}"/>
              </a:ext>
            </a:extLst>
          </p:cNvPr>
          <p:cNvSpPr/>
          <p:nvPr/>
        </p:nvSpPr>
        <p:spPr>
          <a:xfrm>
            <a:off x="594360" y="2011680"/>
            <a:ext cx="3502152" cy="3575304"/>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3" name="Rectangle 532">
            <a:extLst>
              <a:ext uri="{FF2B5EF4-FFF2-40B4-BE49-F238E27FC236}">
                <a16:creationId xmlns:a16="http://schemas.microsoft.com/office/drawing/2014/main" id="{52DB9544-2D08-9ED4-992E-8FFA0C97310D}"/>
              </a:ext>
            </a:extLst>
          </p:cNvPr>
          <p:cNvSpPr/>
          <p:nvPr/>
        </p:nvSpPr>
        <p:spPr>
          <a:xfrm>
            <a:off x="813816"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01</a:t>
            </a:r>
          </a:p>
          <a:p>
            <a:pPr algn="l">
              <a:buNone/>
            </a:pPr>
            <a:r>
              <a:rPr lang="en-US" sz="100">
                <a:effectLst/>
              </a:rPr>
              <a:t> </a:t>
            </a:r>
            <a:endParaRPr lang="en-US"/>
          </a:p>
        </p:txBody>
      </p:sp>
      <p:sp>
        <p:nvSpPr>
          <p:cNvPr id="566" name="Rectangle 565">
            <a:extLst>
              <a:ext uri="{FF2B5EF4-FFF2-40B4-BE49-F238E27FC236}">
                <a16:creationId xmlns:a16="http://schemas.microsoft.com/office/drawing/2014/main" id="{156747D3-F411-5FE1-4530-7CCD1D8B94DB}"/>
              </a:ext>
            </a:extLst>
          </p:cNvPr>
          <p:cNvSpPr/>
          <p:nvPr/>
        </p:nvSpPr>
        <p:spPr>
          <a:xfrm>
            <a:off x="813816"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Is it permitted?</a:t>
            </a:r>
          </a:p>
          <a:p>
            <a:pPr algn="l">
              <a:buNone/>
            </a:pPr>
            <a:r>
              <a:rPr lang="en-US" sz="100">
                <a:effectLst/>
              </a:rPr>
              <a:t> </a:t>
            </a:r>
            <a:endParaRPr lang="en-US"/>
          </a:p>
        </p:txBody>
      </p:sp>
      <p:sp>
        <p:nvSpPr>
          <p:cNvPr id="600" name="Rectangle 599">
            <a:extLst>
              <a:ext uri="{FF2B5EF4-FFF2-40B4-BE49-F238E27FC236}">
                <a16:creationId xmlns:a16="http://schemas.microsoft.com/office/drawing/2014/main" id="{05C8D5B2-8F01-0A9C-073F-33252493D274}"/>
              </a:ext>
            </a:extLst>
          </p:cNvPr>
          <p:cNvSpPr/>
          <p:nvPr/>
        </p:nvSpPr>
        <p:spPr>
          <a:xfrm>
            <a:off x="813816" y="3635795"/>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Check the law, contract, company policy, and your authority to act.</a:t>
            </a:r>
          </a:p>
          <a:p>
            <a:pPr algn="l">
              <a:buNone/>
            </a:pPr>
            <a:r>
              <a:rPr lang="en-US" sz="100">
                <a:effectLst/>
              </a:rPr>
              <a:t> </a:t>
            </a:r>
            <a:endParaRPr lang="en-US"/>
          </a:p>
        </p:txBody>
      </p:sp>
      <p:sp>
        <p:nvSpPr>
          <p:cNvPr id="635" name="Rectangle 634">
            <a:extLst>
              <a:ext uri="{FF2B5EF4-FFF2-40B4-BE49-F238E27FC236}">
                <a16:creationId xmlns:a16="http://schemas.microsoft.com/office/drawing/2014/main" id="{52310DDB-6C43-E5BB-A38D-AD38EC85D7AA}"/>
              </a:ext>
            </a:extLst>
          </p:cNvPr>
          <p:cNvSpPr/>
          <p:nvPr/>
        </p:nvSpPr>
        <p:spPr>
          <a:xfrm>
            <a:off x="4325112" y="2011680"/>
            <a:ext cx="3502152" cy="3575304"/>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1" name="Rectangle 670">
            <a:extLst>
              <a:ext uri="{FF2B5EF4-FFF2-40B4-BE49-F238E27FC236}">
                <a16:creationId xmlns:a16="http://schemas.microsoft.com/office/drawing/2014/main" id="{2616253E-16D4-FDC6-83F7-70143FBF6421}"/>
              </a:ext>
            </a:extLst>
          </p:cNvPr>
          <p:cNvSpPr/>
          <p:nvPr/>
        </p:nvSpPr>
        <p:spPr>
          <a:xfrm>
            <a:off x="4544568"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02</a:t>
            </a:r>
          </a:p>
          <a:p>
            <a:pPr algn="l">
              <a:buNone/>
            </a:pPr>
            <a:r>
              <a:rPr lang="en-US" sz="100">
                <a:effectLst/>
              </a:rPr>
              <a:t> </a:t>
            </a:r>
            <a:endParaRPr lang="en-US"/>
          </a:p>
        </p:txBody>
      </p:sp>
      <p:sp>
        <p:nvSpPr>
          <p:cNvPr id="708" name="Rectangle 707">
            <a:extLst>
              <a:ext uri="{FF2B5EF4-FFF2-40B4-BE49-F238E27FC236}">
                <a16:creationId xmlns:a16="http://schemas.microsoft.com/office/drawing/2014/main" id="{BCEE9554-AA50-EC0E-E472-3A92B832C4CE}"/>
              </a:ext>
            </a:extLst>
          </p:cNvPr>
          <p:cNvSpPr/>
          <p:nvPr/>
        </p:nvSpPr>
        <p:spPr>
          <a:xfrm>
            <a:off x="4544568"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Is it honest and fair?</a:t>
            </a:r>
          </a:p>
          <a:p>
            <a:pPr algn="l">
              <a:buNone/>
            </a:pPr>
            <a:r>
              <a:rPr lang="en-US" sz="100">
                <a:effectLst/>
              </a:rPr>
              <a:t> </a:t>
            </a:r>
            <a:endParaRPr lang="en-US"/>
          </a:p>
        </p:txBody>
      </p:sp>
      <p:sp>
        <p:nvSpPr>
          <p:cNvPr id="746" name="Rectangle 745">
            <a:extLst>
              <a:ext uri="{FF2B5EF4-FFF2-40B4-BE49-F238E27FC236}">
                <a16:creationId xmlns:a16="http://schemas.microsoft.com/office/drawing/2014/main" id="{0E44C2EC-B572-C4C7-BEBE-8F780FDF1A0C}"/>
              </a:ext>
            </a:extLst>
          </p:cNvPr>
          <p:cNvSpPr/>
          <p:nvPr/>
        </p:nvSpPr>
        <p:spPr>
          <a:xfrm>
            <a:off x="4544568" y="3776472"/>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Consider the effect on clients, colleagues, and Synozur. Avoid misleading or hidden terms.</a:t>
            </a:r>
          </a:p>
          <a:p>
            <a:pPr algn="l">
              <a:buNone/>
            </a:pPr>
            <a:r>
              <a:rPr lang="en-US" sz="100">
                <a:effectLst/>
              </a:rPr>
              <a:t> </a:t>
            </a:r>
            <a:endParaRPr lang="en-US"/>
          </a:p>
        </p:txBody>
      </p:sp>
      <p:sp>
        <p:nvSpPr>
          <p:cNvPr id="785" name="Rectangle 784">
            <a:extLst>
              <a:ext uri="{FF2B5EF4-FFF2-40B4-BE49-F238E27FC236}">
                <a16:creationId xmlns:a16="http://schemas.microsoft.com/office/drawing/2014/main" id="{E7CE5481-24CE-6328-C0B2-60A2B1584EE3}"/>
              </a:ext>
            </a:extLst>
          </p:cNvPr>
          <p:cNvSpPr/>
          <p:nvPr/>
        </p:nvSpPr>
        <p:spPr>
          <a:xfrm>
            <a:off x="8055864" y="2011680"/>
            <a:ext cx="3502152" cy="3575304"/>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5" name="Rectangle 824">
            <a:extLst>
              <a:ext uri="{FF2B5EF4-FFF2-40B4-BE49-F238E27FC236}">
                <a16:creationId xmlns:a16="http://schemas.microsoft.com/office/drawing/2014/main" id="{79D9D08D-A45A-A5AC-0E07-DB9219594231}"/>
              </a:ext>
            </a:extLst>
          </p:cNvPr>
          <p:cNvSpPr/>
          <p:nvPr/>
        </p:nvSpPr>
        <p:spPr>
          <a:xfrm>
            <a:off x="8275320"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03</a:t>
            </a:r>
          </a:p>
          <a:p>
            <a:pPr algn="l">
              <a:buNone/>
            </a:pPr>
            <a:r>
              <a:rPr lang="en-US" sz="100">
                <a:effectLst/>
              </a:rPr>
              <a:t> </a:t>
            </a:r>
            <a:endParaRPr lang="en-US"/>
          </a:p>
        </p:txBody>
      </p:sp>
      <p:sp>
        <p:nvSpPr>
          <p:cNvPr id="866" name="Rectangle 865">
            <a:extLst>
              <a:ext uri="{FF2B5EF4-FFF2-40B4-BE49-F238E27FC236}">
                <a16:creationId xmlns:a16="http://schemas.microsoft.com/office/drawing/2014/main" id="{7B161BB9-8A04-EA23-6E16-05725D68C5B0}"/>
              </a:ext>
            </a:extLst>
          </p:cNvPr>
          <p:cNvSpPr/>
          <p:nvPr/>
        </p:nvSpPr>
        <p:spPr>
          <a:xfrm>
            <a:off x="8275320"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Can you explain it?</a:t>
            </a:r>
          </a:p>
          <a:p>
            <a:pPr algn="l">
              <a:buNone/>
            </a:pPr>
            <a:r>
              <a:rPr lang="en-US" sz="100">
                <a:effectLst/>
              </a:rPr>
              <a:t> </a:t>
            </a:r>
            <a:endParaRPr lang="en-US"/>
          </a:p>
        </p:txBody>
      </p:sp>
      <p:sp>
        <p:nvSpPr>
          <p:cNvPr id="908" name="Rectangle 907">
            <a:extLst>
              <a:ext uri="{FF2B5EF4-FFF2-40B4-BE49-F238E27FC236}">
                <a16:creationId xmlns:a16="http://schemas.microsoft.com/office/drawing/2014/main" id="{D232B1EE-77B5-A627-C159-986A525AC00A}"/>
              </a:ext>
            </a:extLst>
          </p:cNvPr>
          <p:cNvSpPr/>
          <p:nvPr/>
        </p:nvSpPr>
        <p:spPr>
          <a:xfrm>
            <a:off x="8275320" y="3776472"/>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If you would hide the decision or cannot explain it accurately, pause and seek guidance.</a:t>
            </a:r>
          </a:p>
          <a:p>
            <a:pPr algn="l">
              <a:buNone/>
            </a:pPr>
            <a:r>
              <a:rPr lang="en-US" sz="100">
                <a:effectLst/>
              </a:rPr>
              <a:t> </a:t>
            </a:r>
            <a:endParaRPr lang="en-US"/>
          </a:p>
        </p:txBody>
      </p:sp>
      <p:pic>
        <p:nvPicPr>
          <p:cNvPr id="12253" name="synozur-logo" descr="Synozur Alliance official logo">
            <a:extLst>
              <a:ext uri="{FF2B5EF4-FFF2-40B4-BE49-F238E27FC236}">
                <a16:creationId xmlns:a16="http://schemas.microsoft.com/office/drawing/2014/main" id="{0780A81E-C87C-820C-3BEF-59CC2864A0E1}"/>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1311526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951" name="Rectangle 950">
            <a:extLst>
              <a:ext uri="{FF2B5EF4-FFF2-40B4-BE49-F238E27FC236}">
                <a16:creationId xmlns:a16="http://schemas.microsoft.com/office/drawing/2014/main" id="{01F1331A-96FB-4EF1-D077-2036BEAF0104}"/>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LEARN | 02</a:t>
            </a:r>
          </a:p>
          <a:p>
            <a:pPr algn="l">
              <a:buNone/>
            </a:pPr>
            <a:r>
              <a:rPr lang="en-US" sz="100">
                <a:effectLst/>
              </a:rPr>
              <a:t> </a:t>
            </a:r>
            <a:endParaRPr lang="en-US"/>
          </a:p>
        </p:txBody>
      </p:sp>
      <p:sp>
        <p:nvSpPr>
          <p:cNvPr id="995" name="Rectangle 994">
            <a:extLst>
              <a:ext uri="{FF2B5EF4-FFF2-40B4-BE49-F238E27FC236}">
                <a16:creationId xmlns:a16="http://schemas.microsoft.com/office/drawing/2014/main" id="{B8478851-31DB-07DD-F3BE-1094878308FF}"/>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Disclose conflicts before acting</a:t>
            </a:r>
          </a:p>
          <a:p>
            <a:pPr algn="l">
              <a:buNone/>
            </a:pPr>
            <a:r>
              <a:rPr lang="en-US" sz="100">
                <a:effectLst/>
              </a:rPr>
              <a:t> </a:t>
            </a:r>
            <a:endParaRPr lang="en-US"/>
          </a:p>
        </p:txBody>
      </p:sp>
      <p:sp>
        <p:nvSpPr>
          <p:cNvPr id="1040" name="Rectangle 1039">
            <a:extLst>
              <a:ext uri="{FF2B5EF4-FFF2-40B4-BE49-F238E27FC236}">
                <a16:creationId xmlns:a16="http://schemas.microsoft.com/office/drawing/2014/main" id="{F91C3518-D8F5-70C2-E9F7-772369D133B4}"/>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Proposed conduct standard: conflicts of interest</a:t>
            </a:r>
          </a:p>
          <a:p>
            <a:pPr algn="l">
              <a:buNone/>
            </a:pPr>
            <a:r>
              <a:rPr lang="en-US" sz="100">
                <a:effectLst/>
              </a:rPr>
              <a:t> </a:t>
            </a:r>
            <a:endParaRPr lang="en-US"/>
          </a:p>
        </p:txBody>
      </p:sp>
      <p:sp>
        <p:nvSpPr>
          <p:cNvPr id="1086" name="Rectangle 1085">
            <a:extLst>
              <a:ext uri="{FF2B5EF4-FFF2-40B4-BE49-F238E27FC236}">
                <a16:creationId xmlns:a16="http://schemas.microsoft.com/office/drawing/2014/main" id="{3D1C590F-7AE6-E7CF-CD52-E62D635312A4}"/>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133" name="Rectangle 1132">
            <a:extLst>
              <a:ext uri="{FF2B5EF4-FFF2-40B4-BE49-F238E27FC236}">
                <a16:creationId xmlns:a16="http://schemas.microsoft.com/office/drawing/2014/main" id="{A713D2C8-A05C-5D98-44AD-7AC68713CECF}"/>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04</a:t>
            </a:r>
          </a:p>
          <a:p>
            <a:pPr algn="r">
              <a:buNone/>
            </a:pPr>
            <a:r>
              <a:rPr lang="en-US" sz="100">
                <a:effectLst/>
              </a:rPr>
              <a:t> </a:t>
            </a:r>
            <a:endParaRPr lang="en-US"/>
          </a:p>
        </p:txBody>
      </p:sp>
      <p:sp>
        <p:nvSpPr>
          <p:cNvPr id="1181" name="Rectangle 1180">
            <a:extLst>
              <a:ext uri="{FF2B5EF4-FFF2-40B4-BE49-F238E27FC236}">
                <a16:creationId xmlns:a16="http://schemas.microsoft.com/office/drawing/2014/main" id="{7A7E93A0-787D-7578-F777-24E6E55BD6C1}"/>
              </a:ext>
            </a:extLst>
          </p:cNvPr>
          <p:cNvSpPr/>
          <p:nvPr/>
        </p:nvSpPr>
        <p:spPr>
          <a:xfrm>
            <a:off x="594360" y="2011680"/>
            <a:ext cx="10972800" cy="1005840"/>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0" name="Rectangle 1229">
            <a:extLst>
              <a:ext uri="{FF2B5EF4-FFF2-40B4-BE49-F238E27FC236}">
                <a16:creationId xmlns:a16="http://schemas.microsoft.com/office/drawing/2014/main" id="{42D9ACD2-F1D1-CD23-40F2-3E69C151B4E0}"/>
              </a:ext>
            </a:extLst>
          </p:cNvPr>
          <p:cNvSpPr/>
          <p:nvPr/>
        </p:nvSpPr>
        <p:spPr>
          <a:xfrm>
            <a:off x="822960" y="2121408"/>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Recognize a conflict</a:t>
            </a:r>
          </a:p>
          <a:p>
            <a:pPr algn="l">
              <a:buNone/>
            </a:pPr>
            <a:r>
              <a:rPr lang="en-US" sz="100">
                <a:effectLst/>
              </a:rPr>
              <a:t> </a:t>
            </a:r>
            <a:endParaRPr lang="en-US"/>
          </a:p>
        </p:txBody>
      </p:sp>
      <p:sp>
        <p:nvSpPr>
          <p:cNvPr id="1280" name="Rectangle 1279">
            <a:extLst>
              <a:ext uri="{FF2B5EF4-FFF2-40B4-BE49-F238E27FC236}">
                <a16:creationId xmlns:a16="http://schemas.microsoft.com/office/drawing/2014/main" id="{9B2C2719-2E45-59CF-9D1D-11232C2F2C99}"/>
              </a:ext>
            </a:extLst>
          </p:cNvPr>
          <p:cNvSpPr/>
          <p:nvPr/>
        </p:nvSpPr>
        <p:spPr>
          <a:xfrm>
            <a:off x="4343400" y="2121408"/>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Personal relationships, financial interests, outside work, or gifts may affect impartial judgment.</a:t>
            </a:r>
          </a:p>
          <a:p>
            <a:pPr algn="l">
              <a:buNone/>
            </a:pPr>
            <a:r>
              <a:rPr lang="en-US" sz="100">
                <a:effectLst/>
              </a:rPr>
              <a:t> </a:t>
            </a:r>
            <a:endParaRPr lang="en-US"/>
          </a:p>
        </p:txBody>
      </p:sp>
      <p:sp>
        <p:nvSpPr>
          <p:cNvPr id="1331" name="Rectangle 1330">
            <a:extLst>
              <a:ext uri="{FF2B5EF4-FFF2-40B4-BE49-F238E27FC236}">
                <a16:creationId xmlns:a16="http://schemas.microsoft.com/office/drawing/2014/main" id="{20F56915-C064-E0FE-3BD3-AEA81313009B}"/>
              </a:ext>
            </a:extLst>
          </p:cNvPr>
          <p:cNvSpPr/>
          <p:nvPr/>
        </p:nvSpPr>
        <p:spPr>
          <a:xfrm>
            <a:off x="594360" y="3209544"/>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83" name="Rectangle 1382">
            <a:extLst>
              <a:ext uri="{FF2B5EF4-FFF2-40B4-BE49-F238E27FC236}">
                <a16:creationId xmlns:a16="http://schemas.microsoft.com/office/drawing/2014/main" id="{FC58DF09-15AD-4E5A-2C79-280EF67D85D9}"/>
              </a:ext>
            </a:extLst>
          </p:cNvPr>
          <p:cNvSpPr/>
          <p:nvPr/>
        </p:nvSpPr>
        <p:spPr>
          <a:xfrm>
            <a:off x="822960" y="3319272"/>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Disclose early</a:t>
            </a:r>
          </a:p>
          <a:p>
            <a:pPr algn="l">
              <a:buNone/>
            </a:pPr>
            <a:r>
              <a:rPr lang="en-US" sz="100">
                <a:effectLst/>
              </a:rPr>
              <a:t> </a:t>
            </a:r>
            <a:endParaRPr lang="en-US"/>
          </a:p>
        </p:txBody>
      </p:sp>
      <p:sp>
        <p:nvSpPr>
          <p:cNvPr id="1436" name="Rectangle 1435">
            <a:extLst>
              <a:ext uri="{FF2B5EF4-FFF2-40B4-BE49-F238E27FC236}">
                <a16:creationId xmlns:a16="http://schemas.microsoft.com/office/drawing/2014/main" id="{CF7859B0-923A-4B87-40FC-AACEA4B2C734}"/>
              </a:ext>
            </a:extLst>
          </p:cNvPr>
          <p:cNvSpPr/>
          <p:nvPr/>
        </p:nvSpPr>
        <p:spPr>
          <a:xfrm>
            <a:off x="4343400" y="3319272"/>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Tell the designated owner before influencing a hiring, purchasing, referral, or client decision.</a:t>
            </a:r>
          </a:p>
          <a:p>
            <a:pPr algn="l">
              <a:buNone/>
            </a:pPr>
            <a:r>
              <a:rPr lang="en-US" sz="100">
                <a:effectLst/>
              </a:rPr>
              <a:t> </a:t>
            </a:r>
            <a:endParaRPr lang="en-US"/>
          </a:p>
        </p:txBody>
      </p:sp>
      <p:sp>
        <p:nvSpPr>
          <p:cNvPr id="1490" name="Rectangle 1489">
            <a:extLst>
              <a:ext uri="{FF2B5EF4-FFF2-40B4-BE49-F238E27FC236}">
                <a16:creationId xmlns:a16="http://schemas.microsoft.com/office/drawing/2014/main" id="{25839287-0EBB-7F55-23E3-58A4A82A8913}"/>
              </a:ext>
            </a:extLst>
          </p:cNvPr>
          <p:cNvSpPr/>
          <p:nvPr/>
        </p:nvSpPr>
        <p:spPr>
          <a:xfrm>
            <a:off x="594360" y="4407408"/>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45" name="Rectangle 1544">
            <a:extLst>
              <a:ext uri="{FF2B5EF4-FFF2-40B4-BE49-F238E27FC236}">
                <a16:creationId xmlns:a16="http://schemas.microsoft.com/office/drawing/2014/main" id="{B9E16BD7-489A-B744-604A-43CEAD16C83D}"/>
              </a:ext>
            </a:extLst>
          </p:cNvPr>
          <p:cNvSpPr/>
          <p:nvPr/>
        </p:nvSpPr>
        <p:spPr>
          <a:xfrm>
            <a:off x="822960" y="4517136"/>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Step back when needed</a:t>
            </a:r>
          </a:p>
          <a:p>
            <a:pPr algn="l">
              <a:buNone/>
            </a:pPr>
            <a:r>
              <a:rPr lang="en-US" sz="100">
                <a:effectLst/>
              </a:rPr>
              <a:t> </a:t>
            </a:r>
            <a:endParaRPr lang="en-US"/>
          </a:p>
        </p:txBody>
      </p:sp>
      <p:sp>
        <p:nvSpPr>
          <p:cNvPr id="1601" name="Rectangle 1600">
            <a:extLst>
              <a:ext uri="{FF2B5EF4-FFF2-40B4-BE49-F238E27FC236}">
                <a16:creationId xmlns:a16="http://schemas.microsoft.com/office/drawing/2014/main" id="{11C9732F-E29B-A0F2-67BF-406067595AB6}"/>
              </a:ext>
            </a:extLst>
          </p:cNvPr>
          <p:cNvSpPr/>
          <p:nvPr/>
        </p:nvSpPr>
        <p:spPr>
          <a:xfrm>
            <a:off x="4343400" y="4517136"/>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Pause participation until an approved mitigation or recusal is documented.</a:t>
            </a:r>
          </a:p>
          <a:p>
            <a:pPr algn="l">
              <a:buNone/>
            </a:pPr>
            <a:r>
              <a:rPr lang="en-US" sz="100">
                <a:effectLst/>
              </a:rPr>
              <a:t> </a:t>
            </a:r>
            <a:endParaRPr lang="en-US"/>
          </a:p>
        </p:txBody>
      </p:sp>
      <p:pic>
        <p:nvPicPr>
          <p:cNvPr id="12254" name="synozur-logo" descr="Synozur Alliance official logo">
            <a:extLst>
              <a:ext uri="{FF2B5EF4-FFF2-40B4-BE49-F238E27FC236}">
                <a16:creationId xmlns:a16="http://schemas.microsoft.com/office/drawing/2014/main" id="{0E83CEA2-FFCB-EA0F-A824-3AAF31AF3F7E}"/>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3593776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658" name="Rectangle 1657">
            <a:extLst>
              <a:ext uri="{FF2B5EF4-FFF2-40B4-BE49-F238E27FC236}">
                <a16:creationId xmlns:a16="http://schemas.microsoft.com/office/drawing/2014/main" id="{722E8288-63B4-FD6B-DE25-5747C45128B6}"/>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LEARN | 03</a:t>
            </a:r>
          </a:p>
          <a:p>
            <a:pPr algn="l">
              <a:buNone/>
            </a:pPr>
            <a:r>
              <a:rPr lang="en-US" sz="100">
                <a:effectLst/>
              </a:rPr>
              <a:t> </a:t>
            </a:r>
            <a:endParaRPr lang="en-US"/>
          </a:p>
        </p:txBody>
      </p:sp>
      <p:sp>
        <p:nvSpPr>
          <p:cNvPr id="1716" name="Rectangle 1715">
            <a:extLst>
              <a:ext uri="{FF2B5EF4-FFF2-40B4-BE49-F238E27FC236}">
                <a16:creationId xmlns:a16="http://schemas.microsoft.com/office/drawing/2014/main" id="{0972B849-4243-4B2B-4824-8965E9BB1D33}"/>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Do not trade favors for business</a:t>
            </a:r>
          </a:p>
          <a:p>
            <a:pPr algn="l">
              <a:buNone/>
            </a:pPr>
            <a:r>
              <a:rPr lang="en-US" sz="100">
                <a:effectLst/>
              </a:rPr>
              <a:t> </a:t>
            </a:r>
            <a:endParaRPr lang="en-US"/>
          </a:p>
        </p:txBody>
      </p:sp>
      <p:sp>
        <p:nvSpPr>
          <p:cNvPr id="1775" name="Rectangle 1774">
            <a:extLst>
              <a:ext uri="{FF2B5EF4-FFF2-40B4-BE49-F238E27FC236}">
                <a16:creationId xmlns:a16="http://schemas.microsoft.com/office/drawing/2014/main" id="{7008E282-F4C0-2017-EE2A-07935F03E590}"/>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Proposed conduct standard: gifts, hospitality, anti-bribery</a:t>
            </a:r>
          </a:p>
          <a:p>
            <a:pPr algn="l">
              <a:buNone/>
            </a:pPr>
            <a:r>
              <a:rPr lang="en-US" sz="100">
                <a:effectLst/>
              </a:rPr>
              <a:t> </a:t>
            </a:r>
            <a:endParaRPr lang="en-US"/>
          </a:p>
        </p:txBody>
      </p:sp>
      <p:sp>
        <p:nvSpPr>
          <p:cNvPr id="1835" name="Rectangle 1834">
            <a:extLst>
              <a:ext uri="{FF2B5EF4-FFF2-40B4-BE49-F238E27FC236}">
                <a16:creationId xmlns:a16="http://schemas.microsoft.com/office/drawing/2014/main" id="{70F6D90A-4C48-472B-B20A-60B711DC3BC8}"/>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896" name="Rectangle 1895">
            <a:extLst>
              <a:ext uri="{FF2B5EF4-FFF2-40B4-BE49-F238E27FC236}">
                <a16:creationId xmlns:a16="http://schemas.microsoft.com/office/drawing/2014/main" id="{30E65D22-32B1-E190-51CB-E9C673CA76EC}"/>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05</a:t>
            </a:r>
          </a:p>
          <a:p>
            <a:pPr algn="r">
              <a:buNone/>
            </a:pPr>
            <a:r>
              <a:rPr lang="en-US" sz="100">
                <a:effectLst/>
              </a:rPr>
              <a:t> </a:t>
            </a:r>
            <a:endParaRPr lang="en-US"/>
          </a:p>
        </p:txBody>
      </p:sp>
      <p:sp>
        <p:nvSpPr>
          <p:cNvPr id="1958" name="Rectangle 1957">
            <a:extLst>
              <a:ext uri="{FF2B5EF4-FFF2-40B4-BE49-F238E27FC236}">
                <a16:creationId xmlns:a16="http://schemas.microsoft.com/office/drawing/2014/main" id="{9FD5E65E-E40E-D93F-2BDF-5CC6722FDD52}"/>
              </a:ext>
            </a:extLst>
          </p:cNvPr>
          <p:cNvSpPr/>
          <p:nvPr/>
        </p:nvSpPr>
        <p:spPr>
          <a:xfrm>
            <a:off x="594360" y="2011680"/>
            <a:ext cx="3721608" cy="3575304"/>
          </a:xfrm>
          <a:prstGeom prst="rect">
            <a:avLst/>
          </a:prstGeom>
          <a:solidFill>
            <a:srgbClr val="810FFB"/>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21" name="Rectangle 2020">
            <a:extLst>
              <a:ext uri="{FF2B5EF4-FFF2-40B4-BE49-F238E27FC236}">
                <a16:creationId xmlns:a16="http://schemas.microsoft.com/office/drawing/2014/main" id="{EAC62638-5F52-7028-9626-3869216D1087}"/>
              </a:ext>
            </a:extLst>
          </p:cNvPr>
          <p:cNvSpPr/>
          <p:nvPr/>
        </p:nvSpPr>
        <p:spPr>
          <a:xfrm>
            <a:off x="859536" y="2331720"/>
            <a:ext cx="3172968" cy="10789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500" b="1">
                <a:solidFill>
                  <a:srgbClr val="FFFFFF"/>
                </a:solidFill>
                <a:effectLst/>
                <a:latin typeface="Arial" panose="020B0604020202020204" pitchFamily="34" charset="0"/>
              </a:rPr>
              <a:t>Avoid improper influence</a:t>
            </a:r>
          </a:p>
          <a:p>
            <a:pPr algn="l">
              <a:buNone/>
            </a:pPr>
            <a:r>
              <a:rPr lang="en-US" sz="100">
                <a:effectLst/>
              </a:rPr>
              <a:t> </a:t>
            </a:r>
            <a:endParaRPr lang="en-US"/>
          </a:p>
        </p:txBody>
      </p:sp>
      <p:sp>
        <p:nvSpPr>
          <p:cNvPr id="2085" name="Rectangle 2084">
            <a:extLst>
              <a:ext uri="{FF2B5EF4-FFF2-40B4-BE49-F238E27FC236}">
                <a16:creationId xmlns:a16="http://schemas.microsoft.com/office/drawing/2014/main" id="{30EEDA59-716C-A531-D13B-4C4A414DEA59}"/>
              </a:ext>
            </a:extLst>
          </p:cNvPr>
          <p:cNvSpPr/>
          <p:nvPr/>
        </p:nvSpPr>
        <p:spPr>
          <a:xfrm>
            <a:off x="859536" y="3593592"/>
            <a:ext cx="3172968" cy="1600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FFFFFF"/>
                </a:solidFill>
                <a:effectLst/>
                <a:latin typeface="Arial" panose="020B0604020202020204" pitchFamily="34" charset="0"/>
              </a:rPr>
              <a:t>Never offer, request, or accept bribes, kickbacks, or anything intended to buy a decision.</a:t>
            </a:r>
          </a:p>
          <a:p>
            <a:pPr algn="l">
              <a:buNone/>
            </a:pPr>
            <a:r>
              <a:rPr lang="en-US" sz="100">
                <a:effectLst/>
              </a:rPr>
              <a:t> </a:t>
            </a:r>
            <a:endParaRPr lang="en-US"/>
          </a:p>
        </p:txBody>
      </p:sp>
      <p:sp>
        <p:nvSpPr>
          <p:cNvPr id="2150" name="Rectangle 2149">
            <a:extLst>
              <a:ext uri="{FF2B5EF4-FFF2-40B4-BE49-F238E27FC236}">
                <a16:creationId xmlns:a16="http://schemas.microsoft.com/office/drawing/2014/main" id="{B99C8449-5AD1-A60C-E869-3547340A3878}"/>
              </a:ext>
            </a:extLst>
          </p:cNvPr>
          <p:cNvSpPr/>
          <p:nvPr/>
        </p:nvSpPr>
        <p:spPr>
          <a:xfrm>
            <a:off x="4608576" y="2011680"/>
            <a:ext cx="6949440" cy="1709928"/>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16" name="Rectangle 2215">
            <a:extLst>
              <a:ext uri="{FF2B5EF4-FFF2-40B4-BE49-F238E27FC236}">
                <a16:creationId xmlns:a16="http://schemas.microsoft.com/office/drawing/2014/main" id="{2D2E31D5-582E-CBAC-A1F9-9F9EEB44908F}"/>
              </a:ext>
            </a:extLst>
          </p:cNvPr>
          <p:cNvSpPr/>
          <p:nvPr/>
        </p:nvSpPr>
        <p:spPr>
          <a:xfrm>
            <a:off x="4855464" y="2157984"/>
            <a:ext cx="6455664" cy="4754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Review gifts and hospitality</a:t>
            </a:r>
          </a:p>
          <a:p>
            <a:pPr algn="l">
              <a:buNone/>
            </a:pPr>
            <a:r>
              <a:rPr lang="en-US" sz="100">
                <a:effectLst/>
              </a:rPr>
              <a:t> </a:t>
            </a:r>
            <a:endParaRPr lang="en-US"/>
          </a:p>
        </p:txBody>
      </p:sp>
      <p:sp>
        <p:nvSpPr>
          <p:cNvPr id="2283" name="Rectangle 2282">
            <a:extLst>
              <a:ext uri="{FF2B5EF4-FFF2-40B4-BE49-F238E27FC236}">
                <a16:creationId xmlns:a16="http://schemas.microsoft.com/office/drawing/2014/main" id="{9F36BDFC-0D25-48D5-C461-9D2E9C3D484F}"/>
              </a:ext>
            </a:extLst>
          </p:cNvPr>
          <p:cNvSpPr/>
          <p:nvPr/>
        </p:nvSpPr>
        <p:spPr>
          <a:xfrm>
            <a:off x="4855464" y="2734056"/>
            <a:ext cx="6455664" cy="777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201134"/>
                </a:solidFill>
                <a:effectLst/>
                <a:latin typeface="Arial" panose="020B0604020202020204" pitchFamily="34" charset="0"/>
              </a:rPr>
              <a:t>Check company rules, client rules, timing, and approval requirements before accepting or offering.</a:t>
            </a:r>
          </a:p>
          <a:p>
            <a:pPr algn="l">
              <a:buNone/>
            </a:pPr>
            <a:r>
              <a:rPr lang="en-US" sz="100">
                <a:effectLst/>
              </a:rPr>
              <a:t> </a:t>
            </a:r>
            <a:endParaRPr lang="en-US"/>
          </a:p>
        </p:txBody>
      </p:sp>
      <p:sp>
        <p:nvSpPr>
          <p:cNvPr id="2351" name="Rectangle 2350">
            <a:extLst>
              <a:ext uri="{FF2B5EF4-FFF2-40B4-BE49-F238E27FC236}">
                <a16:creationId xmlns:a16="http://schemas.microsoft.com/office/drawing/2014/main" id="{5A2101CD-FD30-65BB-827C-31923FE24B19}"/>
              </a:ext>
            </a:extLst>
          </p:cNvPr>
          <p:cNvSpPr/>
          <p:nvPr/>
        </p:nvSpPr>
        <p:spPr>
          <a:xfrm>
            <a:off x="4608576" y="3877056"/>
            <a:ext cx="6949440" cy="1709928"/>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20" name="Rectangle 2419">
            <a:extLst>
              <a:ext uri="{FF2B5EF4-FFF2-40B4-BE49-F238E27FC236}">
                <a16:creationId xmlns:a16="http://schemas.microsoft.com/office/drawing/2014/main" id="{D952C600-6E4F-9018-2DBF-4A52FA39026F}"/>
              </a:ext>
            </a:extLst>
          </p:cNvPr>
          <p:cNvSpPr/>
          <p:nvPr/>
        </p:nvSpPr>
        <p:spPr>
          <a:xfrm>
            <a:off x="4855464" y="4023360"/>
            <a:ext cx="6455664" cy="4754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Record accurately</a:t>
            </a:r>
          </a:p>
          <a:p>
            <a:pPr algn="l">
              <a:buNone/>
            </a:pPr>
            <a:r>
              <a:rPr lang="en-US" sz="100">
                <a:effectLst/>
              </a:rPr>
              <a:t> </a:t>
            </a:r>
            <a:endParaRPr lang="en-US"/>
          </a:p>
        </p:txBody>
      </p:sp>
      <p:sp>
        <p:nvSpPr>
          <p:cNvPr id="2490" name="Rectangle 2489">
            <a:extLst>
              <a:ext uri="{FF2B5EF4-FFF2-40B4-BE49-F238E27FC236}">
                <a16:creationId xmlns:a16="http://schemas.microsoft.com/office/drawing/2014/main" id="{AF1A581A-58F8-B945-C1E7-AD59B9575BEB}"/>
              </a:ext>
            </a:extLst>
          </p:cNvPr>
          <p:cNvSpPr/>
          <p:nvPr/>
        </p:nvSpPr>
        <p:spPr>
          <a:xfrm>
            <a:off x="4855464" y="4599432"/>
            <a:ext cx="6455664" cy="777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201134"/>
                </a:solidFill>
                <a:effectLst/>
                <a:latin typeface="Arial" panose="020B0604020202020204" pitchFamily="34" charset="0"/>
              </a:rPr>
              <a:t>Document legitimate expenses and approvals. Never split or relabel a cost to evade review.</a:t>
            </a:r>
          </a:p>
          <a:p>
            <a:pPr algn="l">
              <a:buNone/>
            </a:pPr>
            <a:r>
              <a:rPr lang="en-US" sz="100">
                <a:effectLst/>
              </a:rPr>
              <a:t> </a:t>
            </a:r>
            <a:endParaRPr lang="en-US"/>
          </a:p>
        </p:txBody>
      </p:sp>
      <p:pic>
        <p:nvPicPr>
          <p:cNvPr id="12255" name="synozur-logo" descr="Synozur Alliance official logo">
            <a:extLst>
              <a:ext uri="{FF2B5EF4-FFF2-40B4-BE49-F238E27FC236}">
                <a16:creationId xmlns:a16="http://schemas.microsoft.com/office/drawing/2014/main" id="{CA783CC9-AC05-62E6-C985-149CC7C391E7}"/>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3346186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2561" name="Rectangle 2560">
            <a:extLst>
              <a:ext uri="{FF2B5EF4-FFF2-40B4-BE49-F238E27FC236}">
                <a16:creationId xmlns:a16="http://schemas.microsoft.com/office/drawing/2014/main" id="{68B9D468-22E8-497F-EA3B-0BD90C65F3FE}"/>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LEARN | 04</a:t>
            </a:r>
          </a:p>
          <a:p>
            <a:pPr algn="l">
              <a:buNone/>
            </a:pPr>
            <a:r>
              <a:rPr lang="en-US" sz="100">
                <a:effectLst/>
              </a:rPr>
              <a:t> </a:t>
            </a:r>
            <a:endParaRPr lang="en-US"/>
          </a:p>
        </p:txBody>
      </p:sp>
      <p:sp>
        <p:nvSpPr>
          <p:cNvPr id="2633" name="Rectangle 2632">
            <a:extLst>
              <a:ext uri="{FF2B5EF4-FFF2-40B4-BE49-F238E27FC236}">
                <a16:creationId xmlns:a16="http://schemas.microsoft.com/office/drawing/2014/main" id="{220B475F-7D25-1E81-3C51-EF993526AD1C}"/>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Keep records and claims accurate</a:t>
            </a:r>
          </a:p>
          <a:p>
            <a:pPr algn="l">
              <a:buNone/>
            </a:pPr>
            <a:r>
              <a:rPr lang="en-US" sz="100">
                <a:effectLst/>
              </a:rPr>
              <a:t> </a:t>
            </a:r>
            <a:endParaRPr lang="en-US"/>
          </a:p>
        </p:txBody>
      </p:sp>
      <p:sp>
        <p:nvSpPr>
          <p:cNvPr id="2706" name="Rectangle 2705">
            <a:extLst>
              <a:ext uri="{FF2B5EF4-FFF2-40B4-BE49-F238E27FC236}">
                <a16:creationId xmlns:a16="http://schemas.microsoft.com/office/drawing/2014/main" id="{F2981F51-3707-5DB1-6FD0-C67CE8B40FCA}"/>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Proposed conduct standard; IT Policy: sections 4, 6</a:t>
            </a:r>
          </a:p>
          <a:p>
            <a:pPr algn="l">
              <a:buNone/>
            </a:pPr>
            <a:r>
              <a:rPr lang="en-US" sz="100">
                <a:effectLst/>
              </a:rPr>
              <a:t> </a:t>
            </a:r>
            <a:endParaRPr lang="en-US"/>
          </a:p>
        </p:txBody>
      </p:sp>
      <p:sp>
        <p:nvSpPr>
          <p:cNvPr id="2780" name="Rectangle 2779">
            <a:extLst>
              <a:ext uri="{FF2B5EF4-FFF2-40B4-BE49-F238E27FC236}">
                <a16:creationId xmlns:a16="http://schemas.microsoft.com/office/drawing/2014/main" id="{B704D8AB-A4F6-D686-4EF7-54427403D499}"/>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2855" name="Rectangle 2854">
            <a:extLst>
              <a:ext uri="{FF2B5EF4-FFF2-40B4-BE49-F238E27FC236}">
                <a16:creationId xmlns:a16="http://schemas.microsoft.com/office/drawing/2014/main" id="{A535D8BA-FB5D-CC2C-CF45-8FB678C531D1}"/>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06</a:t>
            </a:r>
          </a:p>
          <a:p>
            <a:pPr algn="r">
              <a:buNone/>
            </a:pPr>
            <a:r>
              <a:rPr lang="en-US" sz="100">
                <a:effectLst/>
              </a:rPr>
              <a:t> </a:t>
            </a:r>
            <a:endParaRPr lang="en-US"/>
          </a:p>
        </p:txBody>
      </p:sp>
      <p:sp>
        <p:nvSpPr>
          <p:cNvPr id="2931" name="Rectangle 2930">
            <a:extLst>
              <a:ext uri="{FF2B5EF4-FFF2-40B4-BE49-F238E27FC236}">
                <a16:creationId xmlns:a16="http://schemas.microsoft.com/office/drawing/2014/main" id="{FA296FC8-18FA-DF8C-BDBC-C1D075EDCE69}"/>
              </a:ext>
            </a:extLst>
          </p:cNvPr>
          <p:cNvSpPr/>
          <p:nvPr/>
        </p:nvSpPr>
        <p:spPr>
          <a:xfrm>
            <a:off x="594360" y="2011680"/>
            <a:ext cx="3502152" cy="3575304"/>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08" name="Rectangle 3007">
            <a:extLst>
              <a:ext uri="{FF2B5EF4-FFF2-40B4-BE49-F238E27FC236}">
                <a16:creationId xmlns:a16="http://schemas.microsoft.com/office/drawing/2014/main" id="{C2534778-FEF7-09AD-EA48-CA7EC73C4C08}"/>
              </a:ext>
            </a:extLst>
          </p:cNvPr>
          <p:cNvSpPr/>
          <p:nvPr/>
        </p:nvSpPr>
        <p:spPr>
          <a:xfrm>
            <a:off x="813816"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01</a:t>
            </a:r>
          </a:p>
          <a:p>
            <a:pPr algn="l">
              <a:buNone/>
            </a:pPr>
            <a:r>
              <a:rPr lang="en-US" sz="100">
                <a:effectLst/>
              </a:rPr>
              <a:t> </a:t>
            </a:r>
            <a:endParaRPr lang="en-US"/>
          </a:p>
        </p:txBody>
      </p:sp>
      <p:sp>
        <p:nvSpPr>
          <p:cNvPr id="3086" name="Rectangle 3085">
            <a:extLst>
              <a:ext uri="{FF2B5EF4-FFF2-40B4-BE49-F238E27FC236}">
                <a16:creationId xmlns:a16="http://schemas.microsoft.com/office/drawing/2014/main" id="{229D9299-826B-7F34-2D85-CA0992AA3AC6}"/>
              </a:ext>
            </a:extLst>
          </p:cNvPr>
          <p:cNvSpPr/>
          <p:nvPr/>
        </p:nvSpPr>
        <p:spPr>
          <a:xfrm>
            <a:off x="813816" y="2638396"/>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Record the real work</a:t>
            </a:r>
          </a:p>
          <a:p>
            <a:pPr algn="l">
              <a:buNone/>
            </a:pPr>
            <a:r>
              <a:rPr lang="en-US" sz="100">
                <a:effectLst/>
              </a:rPr>
              <a:t> </a:t>
            </a:r>
            <a:endParaRPr lang="en-US"/>
          </a:p>
        </p:txBody>
      </p:sp>
      <p:sp>
        <p:nvSpPr>
          <p:cNvPr id="3165" name="Rectangle 3164">
            <a:extLst>
              <a:ext uri="{FF2B5EF4-FFF2-40B4-BE49-F238E27FC236}">
                <a16:creationId xmlns:a16="http://schemas.microsoft.com/office/drawing/2014/main" id="{FE27E9CF-0C56-DBA2-8619-AC9DD3E6BEC0}"/>
              </a:ext>
            </a:extLst>
          </p:cNvPr>
          <p:cNvSpPr/>
          <p:nvPr/>
        </p:nvSpPr>
        <p:spPr>
          <a:xfrm>
            <a:off x="813816" y="3762404"/>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Enter time, expenses, approvals, and delivery status honestly and promptly.</a:t>
            </a:r>
          </a:p>
          <a:p>
            <a:pPr algn="l">
              <a:buNone/>
            </a:pPr>
            <a:r>
              <a:rPr lang="en-US" sz="100">
                <a:effectLst/>
              </a:rPr>
              <a:t> </a:t>
            </a:r>
            <a:endParaRPr lang="en-US"/>
          </a:p>
        </p:txBody>
      </p:sp>
      <p:sp>
        <p:nvSpPr>
          <p:cNvPr id="3245" name="Rectangle 3244">
            <a:extLst>
              <a:ext uri="{FF2B5EF4-FFF2-40B4-BE49-F238E27FC236}">
                <a16:creationId xmlns:a16="http://schemas.microsoft.com/office/drawing/2014/main" id="{923B0A65-A93B-1A37-B405-4234B19539BF}"/>
              </a:ext>
            </a:extLst>
          </p:cNvPr>
          <p:cNvSpPr/>
          <p:nvPr/>
        </p:nvSpPr>
        <p:spPr>
          <a:xfrm>
            <a:off x="4325112" y="2011680"/>
            <a:ext cx="3502152" cy="3575304"/>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26" name="Rectangle 3325">
            <a:extLst>
              <a:ext uri="{FF2B5EF4-FFF2-40B4-BE49-F238E27FC236}">
                <a16:creationId xmlns:a16="http://schemas.microsoft.com/office/drawing/2014/main" id="{E6BFA226-E9AE-6BF3-D04C-342239FFF924}"/>
              </a:ext>
            </a:extLst>
          </p:cNvPr>
          <p:cNvSpPr/>
          <p:nvPr/>
        </p:nvSpPr>
        <p:spPr>
          <a:xfrm>
            <a:off x="4544568"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02</a:t>
            </a:r>
          </a:p>
          <a:p>
            <a:pPr algn="l">
              <a:buNone/>
            </a:pPr>
            <a:r>
              <a:rPr lang="en-US" sz="100">
                <a:effectLst/>
              </a:rPr>
              <a:t> </a:t>
            </a:r>
            <a:endParaRPr lang="en-US"/>
          </a:p>
        </p:txBody>
      </p:sp>
      <p:sp>
        <p:nvSpPr>
          <p:cNvPr id="3408" name="Rectangle 3407">
            <a:extLst>
              <a:ext uri="{FF2B5EF4-FFF2-40B4-BE49-F238E27FC236}">
                <a16:creationId xmlns:a16="http://schemas.microsoft.com/office/drawing/2014/main" id="{44007BA5-EF10-E121-C50F-2C84FFF768D7}"/>
              </a:ext>
            </a:extLst>
          </p:cNvPr>
          <p:cNvSpPr/>
          <p:nvPr/>
        </p:nvSpPr>
        <p:spPr>
          <a:xfrm>
            <a:off x="4544568"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Correct without concealing</a:t>
            </a:r>
          </a:p>
          <a:p>
            <a:pPr algn="l">
              <a:buNone/>
            </a:pPr>
            <a:r>
              <a:rPr lang="en-US" sz="100">
                <a:effectLst/>
              </a:rPr>
              <a:t> </a:t>
            </a:r>
            <a:endParaRPr lang="en-US"/>
          </a:p>
        </p:txBody>
      </p:sp>
      <p:sp>
        <p:nvSpPr>
          <p:cNvPr id="3491" name="Rectangle 3490">
            <a:extLst>
              <a:ext uri="{FF2B5EF4-FFF2-40B4-BE49-F238E27FC236}">
                <a16:creationId xmlns:a16="http://schemas.microsoft.com/office/drawing/2014/main" id="{6B9AFCCE-A0A0-44E2-8473-578B9E61C332}"/>
              </a:ext>
            </a:extLst>
          </p:cNvPr>
          <p:cNvSpPr/>
          <p:nvPr/>
        </p:nvSpPr>
        <p:spPr>
          <a:xfrm>
            <a:off x="4544568" y="3776472"/>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Use the approved correction process. Preserve audit trails and records under a hold.</a:t>
            </a:r>
          </a:p>
          <a:p>
            <a:pPr algn="l">
              <a:buNone/>
            </a:pPr>
            <a:r>
              <a:rPr lang="en-US" sz="100">
                <a:effectLst/>
              </a:rPr>
              <a:t> </a:t>
            </a:r>
            <a:endParaRPr lang="en-US"/>
          </a:p>
        </p:txBody>
      </p:sp>
      <p:sp>
        <p:nvSpPr>
          <p:cNvPr id="3575" name="Rectangle 3574">
            <a:extLst>
              <a:ext uri="{FF2B5EF4-FFF2-40B4-BE49-F238E27FC236}">
                <a16:creationId xmlns:a16="http://schemas.microsoft.com/office/drawing/2014/main" id="{BEE81A97-CB9B-E603-7747-9B2EBD91CA67}"/>
              </a:ext>
            </a:extLst>
          </p:cNvPr>
          <p:cNvSpPr/>
          <p:nvPr/>
        </p:nvSpPr>
        <p:spPr>
          <a:xfrm>
            <a:off x="8055864" y="2011680"/>
            <a:ext cx="3502152" cy="3575304"/>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60" name="Rectangle 3659">
            <a:extLst>
              <a:ext uri="{FF2B5EF4-FFF2-40B4-BE49-F238E27FC236}">
                <a16:creationId xmlns:a16="http://schemas.microsoft.com/office/drawing/2014/main" id="{AFA65236-8E31-98AE-8B58-361A625A3A01}"/>
              </a:ext>
            </a:extLst>
          </p:cNvPr>
          <p:cNvSpPr/>
          <p:nvPr/>
        </p:nvSpPr>
        <p:spPr>
          <a:xfrm>
            <a:off x="8275320"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03</a:t>
            </a:r>
          </a:p>
          <a:p>
            <a:pPr algn="l">
              <a:buNone/>
            </a:pPr>
            <a:r>
              <a:rPr lang="en-US" sz="100">
                <a:effectLst/>
              </a:rPr>
              <a:t> </a:t>
            </a:r>
            <a:endParaRPr lang="en-US"/>
          </a:p>
        </p:txBody>
      </p:sp>
      <p:sp>
        <p:nvSpPr>
          <p:cNvPr id="3746" name="Rectangle 3745">
            <a:extLst>
              <a:ext uri="{FF2B5EF4-FFF2-40B4-BE49-F238E27FC236}">
                <a16:creationId xmlns:a16="http://schemas.microsoft.com/office/drawing/2014/main" id="{ABA612B7-C537-90B8-A560-722AAB84BDFF}"/>
              </a:ext>
            </a:extLst>
          </p:cNvPr>
          <p:cNvSpPr/>
          <p:nvPr/>
        </p:nvSpPr>
        <p:spPr>
          <a:xfrm>
            <a:off x="8275320"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Make supportable claims</a:t>
            </a:r>
          </a:p>
          <a:p>
            <a:pPr algn="l">
              <a:buNone/>
            </a:pPr>
            <a:r>
              <a:rPr lang="en-US" sz="100">
                <a:effectLst/>
              </a:rPr>
              <a:t> </a:t>
            </a:r>
            <a:endParaRPr lang="en-US"/>
          </a:p>
        </p:txBody>
      </p:sp>
      <p:sp>
        <p:nvSpPr>
          <p:cNvPr id="3833" name="Rectangle 3832">
            <a:extLst>
              <a:ext uri="{FF2B5EF4-FFF2-40B4-BE49-F238E27FC236}">
                <a16:creationId xmlns:a16="http://schemas.microsoft.com/office/drawing/2014/main" id="{8CF950E0-9970-1D05-08CE-144C4E7541C2}"/>
              </a:ext>
            </a:extLst>
          </p:cNvPr>
          <p:cNvSpPr/>
          <p:nvPr/>
        </p:nvSpPr>
        <p:spPr>
          <a:xfrm>
            <a:off x="8275320" y="3762404"/>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Do not promise outcomes, sign beyond your authority, or call the company certified without evidence.</a:t>
            </a:r>
          </a:p>
          <a:p>
            <a:pPr algn="l">
              <a:buNone/>
            </a:pPr>
            <a:r>
              <a:rPr lang="en-US" sz="100">
                <a:effectLst/>
              </a:rPr>
              <a:t> </a:t>
            </a:r>
            <a:endParaRPr lang="en-US"/>
          </a:p>
        </p:txBody>
      </p:sp>
      <p:pic>
        <p:nvPicPr>
          <p:cNvPr id="12256" name="synozur-logo" descr="Synozur Alliance official logo">
            <a:extLst>
              <a:ext uri="{FF2B5EF4-FFF2-40B4-BE49-F238E27FC236}">
                <a16:creationId xmlns:a16="http://schemas.microsoft.com/office/drawing/2014/main" id="{6FD4586D-B22A-D71D-1E6D-7A69363722C3}"/>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2537011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3921" name="Rectangle 3920">
            <a:extLst>
              <a:ext uri="{FF2B5EF4-FFF2-40B4-BE49-F238E27FC236}">
                <a16:creationId xmlns:a16="http://schemas.microsoft.com/office/drawing/2014/main" id="{72EF514E-C95A-52F9-AEED-31FD69D6C872}"/>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LEARN | 05</a:t>
            </a:r>
          </a:p>
          <a:p>
            <a:pPr algn="l">
              <a:buNone/>
            </a:pPr>
            <a:r>
              <a:rPr lang="en-US" sz="100">
                <a:effectLst/>
              </a:rPr>
              <a:t> </a:t>
            </a:r>
            <a:endParaRPr lang="en-US"/>
          </a:p>
        </p:txBody>
      </p:sp>
      <p:sp>
        <p:nvSpPr>
          <p:cNvPr id="4010" name="Rectangle 4009">
            <a:extLst>
              <a:ext uri="{FF2B5EF4-FFF2-40B4-BE49-F238E27FC236}">
                <a16:creationId xmlns:a16="http://schemas.microsoft.com/office/drawing/2014/main" id="{57C2A940-9A0B-2823-E2E0-97EB9C044728}"/>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Respect people in every setting</a:t>
            </a:r>
          </a:p>
          <a:p>
            <a:pPr algn="l">
              <a:buNone/>
            </a:pPr>
            <a:r>
              <a:rPr lang="en-US" sz="100">
                <a:effectLst/>
              </a:rPr>
              <a:t> </a:t>
            </a:r>
            <a:endParaRPr lang="en-US"/>
          </a:p>
        </p:txBody>
      </p:sp>
      <p:sp>
        <p:nvSpPr>
          <p:cNvPr id="4100" name="Rectangle 4099">
            <a:extLst>
              <a:ext uri="{FF2B5EF4-FFF2-40B4-BE49-F238E27FC236}">
                <a16:creationId xmlns:a16="http://schemas.microsoft.com/office/drawing/2014/main" id="{33CED3B3-6F17-7709-AFD2-97824BAC8D8A}"/>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Proposed conduct standard; Security Policy: section 2</a:t>
            </a:r>
          </a:p>
          <a:p>
            <a:pPr algn="l">
              <a:buNone/>
            </a:pPr>
            <a:r>
              <a:rPr lang="en-US" sz="100">
                <a:effectLst/>
              </a:rPr>
              <a:t> </a:t>
            </a:r>
            <a:endParaRPr lang="en-US"/>
          </a:p>
        </p:txBody>
      </p:sp>
      <p:sp>
        <p:nvSpPr>
          <p:cNvPr id="4191" name="Rectangle 4190">
            <a:extLst>
              <a:ext uri="{FF2B5EF4-FFF2-40B4-BE49-F238E27FC236}">
                <a16:creationId xmlns:a16="http://schemas.microsoft.com/office/drawing/2014/main" id="{AB5D7DFA-F7FE-8E62-CB7B-BCB51DD3FE84}"/>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4283" name="Rectangle 4282">
            <a:extLst>
              <a:ext uri="{FF2B5EF4-FFF2-40B4-BE49-F238E27FC236}">
                <a16:creationId xmlns:a16="http://schemas.microsoft.com/office/drawing/2014/main" id="{826DA94A-A65C-9183-7CEF-63858FCD2EE0}"/>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07</a:t>
            </a:r>
          </a:p>
          <a:p>
            <a:pPr algn="r">
              <a:buNone/>
            </a:pPr>
            <a:r>
              <a:rPr lang="en-US" sz="100">
                <a:effectLst/>
              </a:rPr>
              <a:t> </a:t>
            </a:r>
            <a:endParaRPr lang="en-US"/>
          </a:p>
        </p:txBody>
      </p:sp>
      <p:sp>
        <p:nvSpPr>
          <p:cNvPr id="4376" name="Rectangle 4375">
            <a:extLst>
              <a:ext uri="{FF2B5EF4-FFF2-40B4-BE49-F238E27FC236}">
                <a16:creationId xmlns:a16="http://schemas.microsoft.com/office/drawing/2014/main" id="{285AF226-8B68-9045-6ABF-640FA65623F7}"/>
              </a:ext>
            </a:extLst>
          </p:cNvPr>
          <p:cNvSpPr/>
          <p:nvPr/>
        </p:nvSpPr>
        <p:spPr>
          <a:xfrm>
            <a:off x="594360" y="2011680"/>
            <a:ext cx="10972800" cy="1005840"/>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70" name="Rectangle 4469">
            <a:extLst>
              <a:ext uri="{FF2B5EF4-FFF2-40B4-BE49-F238E27FC236}">
                <a16:creationId xmlns:a16="http://schemas.microsoft.com/office/drawing/2014/main" id="{856E08AC-934F-919C-4B3A-DE7C1447C402}"/>
              </a:ext>
            </a:extLst>
          </p:cNvPr>
          <p:cNvSpPr/>
          <p:nvPr/>
        </p:nvSpPr>
        <p:spPr>
          <a:xfrm>
            <a:off x="822960" y="2121408"/>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Keep interactions professional</a:t>
            </a:r>
          </a:p>
          <a:p>
            <a:pPr algn="l">
              <a:buNone/>
            </a:pPr>
            <a:r>
              <a:rPr lang="en-US" sz="100">
                <a:effectLst/>
              </a:rPr>
              <a:t> </a:t>
            </a:r>
            <a:endParaRPr lang="en-US"/>
          </a:p>
        </p:txBody>
      </p:sp>
      <p:sp>
        <p:nvSpPr>
          <p:cNvPr id="4565" name="Rectangle 4564">
            <a:extLst>
              <a:ext uri="{FF2B5EF4-FFF2-40B4-BE49-F238E27FC236}">
                <a16:creationId xmlns:a16="http://schemas.microsoft.com/office/drawing/2014/main" id="{2288D2B0-35AE-AF88-77E9-F510A7F95C45}"/>
              </a:ext>
            </a:extLst>
          </p:cNvPr>
          <p:cNvSpPr/>
          <p:nvPr/>
        </p:nvSpPr>
        <p:spPr>
          <a:xfrm>
            <a:off x="4343400" y="2121408"/>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Treat colleagues and clients with dignity in meetings, messages, travel, and online spaces.</a:t>
            </a:r>
          </a:p>
          <a:p>
            <a:pPr algn="l">
              <a:buNone/>
            </a:pPr>
            <a:r>
              <a:rPr lang="en-US" sz="100">
                <a:effectLst/>
              </a:rPr>
              <a:t> </a:t>
            </a:r>
            <a:endParaRPr lang="en-US"/>
          </a:p>
        </p:txBody>
      </p:sp>
      <p:sp>
        <p:nvSpPr>
          <p:cNvPr id="4661" name="Rectangle 4660">
            <a:extLst>
              <a:ext uri="{FF2B5EF4-FFF2-40B4-BE49-F238E27FC236}">
                <a16:creationId xmlns:a16="http://schemas.microsoft.com/office/drawing/2014/main" id="{CEDA610A-9451-BE66-7DC6-AC712DA2F594}"/>
              </a:ext>
            </a:extLst>
          </p:cNvPr>
          <p:cNvSpPr/>
          <p:nvPr/>
        </p:nvSpPr>
        <p:spPr>
          <a:xfrm>
            <a:off x="594360" y="3209544"/>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58" name="Rectangle 4757">
            <a:extLst>
              <a:ext uri="{FF2B5EF4-FFF2-40B4-BE49-F238E27FC236}">
                <a16:creationId xmlns:a16="http://schemas.microsoft.com/office/drawing/2014/main" id="{B9CBA73A-8F4E-282D-DC2A-9B668D9D7A7D}"/>
              </a:ext>
            </a:extLst>
          </p:cNvPr>
          <p:cNvSpPr/>
          <p:nvPr/>
        </p:nvSpPr>
        <p:spPr>
          <a:xfrm>
            <a:off x="822960" y="3319272"/>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Prevent mistreatment</a:t>
            </a:r>
          </a:p>
          <a:p>
            <a:pPr algn="l">
              <a:buNone/>
            </a:pPr>
            <a:r>
              <a:rPr lang="en-US" sz="100">
                <a:effectLst/>
              </a:rPr>
              <a:t> </a:t>
            </a:r>
            <a:endParaRPr lang="en-US"/>
          </a:p>
        </p:txBody>
      </p:sp>
      <p:sp>
        <p:nvSpPr>
          <p:cNvPr id="4856" name="Rectangle 4855">
            <a:extLst>
              <a:ext uri="{FF2B5EF4-FFF2-40B4-BE49-F238E27FC236}">
                <a16:creationId xmlns:a16="http://schemas.microsoft.com/office/drawing/2014/main" id="{19E86020-DF04-CCAB-C1C2-072DEDC23C00}"/>
              </a:ext>
            </a:extLst>
          </p:cNvPr>
          <p:cNvSpPr/>
          <p:nvPr/>
        </p:nvSpPr>
        <p:spPr>
          <a:xfrm>
            <a:off x="4343400" y="3319272"/>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Do not harass, discriminate, bully, threaten, or retaliate against someone raising a concern.</a:t>
            </a:r>
          </a:p>
          <a:p>
            <a:pPr algn="l">
              <a:buNone/>
            </a:pPr>
            <a:r>
              <a:rPr lang="en-US" sz="100">
                <a:effectLst/>
              </a:rPr>
              <a:t> </a:t>
            </a:r>
            <a:endParaRPr lang="en-US"/>
          </a:p>
        </p:txBody>
      </p:sp>
      <p:sp>
        <p:nvSpPr>
          <p:cNvPr id="4955" name="Rectangle 4954">
            <a:extLst>
              <a:ext uri="{FF2B5EF4-FFF2-40B4-BE49-F238E27FC236}">
                <a16:creationId xmlns:a16="http://schemas.microsoft.com/office/drawing/2014/main" id="{D5740AC1-80BE-C9E9-3403-E8CFD48B6F0C}"/>
              </a:ext>
            </a:extLst>
          </p:cNvPr>
          <p:cNvSpPr/>
          <p:nvPr/>
        </p:nvSpPr>
        <p:spPr>
          <a:xfrm>
            <a:off x="594360" y="4407408"/>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55" name="Rectangle 5054">
            <a:extLst>
              <a:ext uri="{FF2B5EF4-FFF2-40B4-BE49-F238E27FC236}">
                <a16:creationId xmlns:a16="http://schemas.microsoft.com/office/drawing/2014/main" id="{217E2DF9-7D34-F81B-CD7B-73D0F6DCE6A0}"/>
              </a:ext>
            </a:extLst>
          </p:cNvPr>
          <p:cNvSpPr/>
          <p:nvPr/>
        </p:nvSpPr>
        <p:spPr>
          <a:xfrm>
            <a:off x="822960" y="4517136"/>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Get help safely</a:t>
            </a:r>
          </a:p>
          <a:p>
            <a:pPr algn="l">
              <a:buNone/>
            </a:pPr>
            <a:r>
              <a:rPr lang="en-US" sz="100">
                <a:effectLst/>
              </a:rPr>
              <a:t> </a:t>
            </a:r>
            <a:endParaRPr lang="en-US"/>
          </a:p>
        </p:txBody>
      </p:sp>
      <p:sp>
        <p:nvSpPr>
          <p:cNvPr id="5156" name="Rectangle 5155">
            <a:extLst>
              <a:ext uri="{FF2B5EF4-FFF2-40B4-BE49-F238E27FC236}">
                <a16:creationId xmlns:a16="http://schemas.microsoft.com/office/drawing/2014/main" id="{9DBCC241-4D9E-0594-79E9-D9544ED2F275}"/>
              </a:ext>
            </a:extLst>
          </p:cNvPr>
          <p:cNvSpPr/>
          <p:nvPr/>
        </p:nvSpPr>
        <p:spPr>
          <a:xfrm>
            <a:off x="4343400" y="4517136"/>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Support a person seeking help; report through an appropriate route. Use emergency services for immediate danger.</a:t>
            </a:r>
          </a:p>
          <a:p>
            <a:pPr algn="l">
              <a:buNone/>
            </a:pPr>
            <a:r>
              <a:rPr lang="en-US" sz="100">
                <a:effectLst/>
              </a:rPr>
              <a:t> </a:t>
            </a:r>
            <a:endParaRPr lang="en-US"/>
          </a:p>
        </p:txBody>
      </p:sp>
      <p:pic>
        <p:nvPicPr>
          <p:cNvPr id="12257" name="synozur-logo" descr="Synozur Alliance official logo">
            <a:extLst>
              <a:ext uri="{FF2B5EF4-FFF2-40B4-BE49-F238E27FC236}">
                <a16:creationId xmlns:a16="http://schemas.microsoft.com/office/drawing/2014/main" id="{187011A9-8757-44B3-F632-C958F011F27F}"/>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19357876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5258" name="Rectangle 5257">
            <a:extLst>
              <a:ext uri="{FF2B5EF4-FFF2-40B4-BE49-F238E27FC236}">
                <a16:creationId xmlns:a16="http://schemas.microsoft.com/office/drawing/2014/main" id="{D06908A1-1BCB-C0EC-921E-C837E5E275C6}"/>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LEARN | 06</a:t>
            </a:r>
          </a:p>
          <a:p>
            <a:pPr algn="l">
              <a:buNone/>
            </a:pPr>
            <a:r>
              <a:rPr lang="en-US" sz="100">
                <a:effectLst/>
              </a:rPr>
              <a:t> </a:t>
            </a:r>
            <a:endParaRPr lang="en-US"/>
          </a:p>
        </p:txBody>
      </p:sp>
      <p:sp>
        <p:nvSpPr>
          <p:cNvPr id="5361" name="Rectangle 5360">
            <a:extLst>
              <a:ext uri="{FF2B5EF4-FFF2-40B4-BE49-F238E27FC236}">
                <a16:creationId xmlns:a16="http://schemas.microsoft.com/office/drawing/2014/main" id="{27E4C068-9B4D-2879-4CB4-A695E1641F7D}"/>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Protect client trust and intellectual property</a:t>
            </a:r>
          </a:p>
          <a:p>
            <a:pPr algn="l">
              <a:buNone/>
            </a:pPr>
            <a:r>
              <a:rPr lang="en-US" sz="100">
                <a:effectLst/>
              </a:rPr>
              <a:t> </a:t>
            </a:r>
            <a:endParaRPr lang="en-US"/>
          </a:p>
        </p:txBody>
      </p:sp>
      <p:sp>
        <p:nvSpPr>
          <p:cNvPr id="5465" name="Rectangle 5464">
            <a:extLst>
              <a:ext uri="{FF2B5EF4-FFF2-40B4-BE49-F238E27FC236}">
                <a16:creationId xmlns:a16="http://schemas.microsoft.com/office/drawing/2014/main" id="{485C0C40-2911-E7A3-ED45-111F8E8622F7}"/>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IT Policy: sections 2, 4; proposed confidentiality, IP, and fair-competition guidance</a:t>
            </a:r>
          </a:p>
          <a:p>
            <a:pPr algn="l">
              <a:buNone/>
            </a:pPr>
            <a:r>
              <a:rPr lang="en-US" sz="100">
                <a:effectLst/>
              </a:rPr>
              <a:t> </a:t>
            </a:r>
            <a:endParaRPr lang="en-US"/>
          </a:p>
        </p:txBody>
      </p:sp>
      <p:sp>
        <p:nvSpPr>
          <p:cNvPr id="5570" name="Rectangle 5569">
            <a:extLst>
              <a:ext uri="{FF2B5EF4-FFF2-40B4-BE49-F238E27FC236}">
                <a16:creationId xmlns:a16="http://schemas.microsoft.com/office/drawing/2014/main" id="{3BE59A50-4BAA-5B50-8CCE-516415BCD701}"/>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5676" name="Rectangle 5675">
            <a:extLst>
              <a:ext uri="{FF2B5EF4-FFF2-40B4-BE49-F238E27FC236}">
                <a16:creationId xmlns:a16="http://schemas.microsoft.com/office/drawing/2014/main" id="{C43B3F19-901F-9702-994B-DD540A5C6765}"/>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08</a:t>
            </a:r>
          </a:p>
          <a:p>
            <a:pPr algn="r">
              <a:buNone/>
            </a:pPr>
            <a:r>
              <a:rPr lang="en-US" sz="100">
                <a:effectLst/>
              </a:rPr>
              <a:t> </a:t>
            </a:r>
            <a:endParaRPr lang="en-US"/>
          </a:p>
        </p:txBody>
      </p:sp>
      <p:sp>
        <p:nvSpPr>
          <p:cNvPr id="5783" name="Rectangle 5782">
            <a:extLst>
              <a:ext uri="{FF2B5EF4-FFF2-40B4-BE49-F238E27FC236}">
                <a16:creationId xmlns:a16="http://schemas.microsoft.com/office/drawing/2014/main" id="{FFA25D6E-0548-970E-D911-C7B1B21E0ED7}"/>
              </a:ext>
            </a:extLst>
          </p:cNvPr>
          <p:cNvSpPr/>
          <p:nvPr/>
        </p:nvSpPr>
        <p:spPr>
          <a:xfrm>
            <a:off x="594360" y="2011680"/>
            <a:ext cx="3721608" cy="3575304"/>
          </a:xfrm>
          <a:prstGeom prst="rect">
            <a:avLst/>
          </a:prstGeom>
          <a:solidFill>
            <a:srgbClr val="810FFB"/>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91" name="Rectangle 5890">
            <a:extLst>
              <a:ext uri="{FF2B5EF4-FFF2-40B4-BE49-F238E27FC236}">
                <a16:creationId xmlns:a16="http://schemas.microsoft.com/office/drawing/2014/main" id="{97BB93F8-0FA7-A72B-2BF1-0A6664414CFF}"/>
              </a:ext>
            </a:extLst>
          </p:cNvPr>
          <p:cNvSpPr/>
          <p:nvPr/>
        </p:nvSpPr>
        <p:spPr>
          <a:xfrm>
            <a:off x="859536" y="2331720"/>
            <a:ext cx="3172968" cy="10789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500" b="1">
                <a:solidFill>
                  <a:srgbClr val="FFFFFF"/>
                </a:solidFill>
                <a:effectLst/>
                <a:latin typeface="Arial" panose="020B0604020202020204" pitchFamily="34" charset="0"/>
              </a:rPr>
              <a:t>Honor commitments</a:t>
            </a:r>
          </a:p>
          <a:p>
            <a:pPr algn="l">
              <a:buNone/>
            </a:pPr>
            <a:r>
              <a:rPr lang="en-US" sz="100">
                <a:effectLst/>
              </a:rPr>
              <a:t> </a:t>
            </a:r>
            <a:endParaRPr lang="en-US"/>
          </a:p>
        </p:txBody>
      </p:sp>
      <p:sp>
        <p:nvSpPr>
          <p:cNvPr id="6000" name="Rectangle 5999">
            <a:extLst>
              <a:ext uri="{FF2B5EF4-FFF2-40B4-BE49-F238E27FC236}">
                <a16:creationId xmlns:a16="http://schemas.microsoft.com/office/drawing/2014/main" id="{171D7A5B-CA5F-4954-333B-B6B054B8361F}"/>
              </a:ext>
            </a:extLst>
          </p:cNvPr>
          <p:cNvSpPr/>
          <p:nvPr/>
        </p:nvSpPr>
        <p:spPr>
          <a:xfrm>
            <a:off x="859536" y="3593592"/>
            <a:ext cx="3172968" cy="1600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FFFFFF"/>
                </a:solidFill>
                <a:effectLst/>
                <a:latin typeface="Arial" panose="020B0604020202020204" pitchFamily="34" charset="0"/>
              </a:rPr>
              <a:t>Respect NDAs, project boundaries, client restrictions, and confidential information after work ends.</a:t>
            </a:r>
          </a:p>
          <a:p>
            <a:pPr algn="l">
              <a:buNone/>
            </a:pPr>
            <a:r>
              <a:rPr lang="en-US" sz="100">
                <a:effectLst/>
              </a:rPr>
              <a:t> </a:t>
            </a:r>
            <a:endParaRPr lang="en-US"/>
          </a:p>
        </p:txBody>
      </p:sp>
      <p:sp>
        <p:nvSpPr>
          <p:cNvPr id="6110" name="Rectangle 6109">
            <a:extLst>
              <a:ext uri="{FF2B5EF4-FFF2-40B4-BE49-F238E27FC236}">
                <a16:creationId xmlns:a16="http://schemas.microsoft.com/office/drawing/2014/main" id="{74004B9C-168B-A955-7E0B-1B0A7A395F96}"/>
              </a:ext>
            </a:extLst>
          </p:cNvPr>
          <p:cNvSpPr/>
          <p:nvPr/>
        </p:nvSpPr>
        <p:spPr>
          <a:xfrm>
            <a:off x="4608576" y="2011680"/>
            <a:ext cx="6949440" cy="1709928"/>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221" name="Rectangle 6220">
            <a:extLst>
              <a:ext uri="{FF2B5EF4-FFF2-40B4-BE49-F238E27FC236}">
                <a16:creationId xmlns:a16="http://schemas.microsoft.com/office/drawing/2014/main" id="{39A7C9D3-8CEF-CED2-7196-BAE8B7ABA066}"/>
              </a:ext>
            </a:extLst>
          </p:cNvPr>
          <p:cNvSpPr/>
          <p:nvPr/>
        </p:nvSpPr>
        <p:spPr>
          <a:xfrm>
            <a:off x="4855464" y="2157984"/>
            <a:ext cx="6455664" cy="4754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Use rights you actually hold</a:t>
            </a:r>
          </a:p>
          <a:p>
            <a:pPr algn="l">
              <a:buNone/>
            </a:pPr>
            <a:r>
              <a:rPr lang="en-US" sz="100">
                <a:effectLst/>
              </a:rPr>
              <a:t> </a:t>
            </a:r>
            <a:endParaRPr lang="en-US"/>
          </a:p>
        </p:txBody>
      </p:sp>
      <p:sp>
        <p:nvSpPr>
          <p:cNvPr id="6333" name="Rectangle 6332">
            <a:extLst>
              <a:ext uri="{FF2B5EF4-FFF2-40B4-BE49-F238E27FC236}">
                <a16:creationId xmlns:a16="http://schemas.microsoft.com/office/drawing/2014/main" id="{6DC6B985-42F6-0866-947A-D933DDB8622C}"/>
              </a:ext>
            </a:extLst>
          </p:cNvPr>
          <p:cNvSpPr/>
          <p:nvPr/>
        </p:nvSpPr>
        <p:spPr>
          <a:xfrm>
            <a:off x="4855464" y="2734056"/>
            <a:ext cx="6455664" cy="777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201134"/>
                </a:solidFill>
                <a:effectLst/>
                <a:latin typeface="Arial" panose="020B0604020202020204" pitchFamily="34" charset="0"/>
              </a:rPr>
              <a:t>Check licenses and permissions before reusing content, code, images, or client work.</a:t>
            </a:r>
          </a:p>
          <a:p>
            <a:pPr algn="l">
              <a:buNone/>
            </a:pPr>
            <a:r>
              <a:rPr lang="en-US" sz="100">
                <a:effectLst/>
              </a:rPr>
              <a:t> </a:t>
            </a:r>
            <a:endParaRPr lang="en-US"/>
          </a:p>
        </p:txBody>
      </p:sp>
      <p:sp>
        <p:nvSpPr>
          <p:cNvPr id="6446" name="Rectangle 6445">
            <a:extLst>
              <a:ext uri="{FF2B5EF4-FFF2-40B4-BE49-F238E27FC236}">
                <a16:creationId xmlns:a16="http://schemas.microsoft.com/office/drawing/2014/main" id="{909848DA-752A-004C-7FB7-8A549A29A369}"/>
              </a:ext>
            </a:extLst>
          </p:cNvPr>
          <p:cNvSpPr/>
          <p:nvPr/>
        </p:nvSpPr>
        <p:spPr>
          <a:xfrm>
            <a:off x="4608576" y="3877056"/>
            <a:ext cx="6949440" cy="1709928"/>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60" name="Rectangle 6559">
            <a:extLst>
              <a:ext uri="{FF2B5EF4-FFF2-40B4-BE49-F238E27FC236}">
                <a16:creationId xmlns:a16="http://schemas.microsoft.com/office/drawing/2014/main" id="{DBFB90F1-B752-3BE5-17B1-E82594C9091F}"/>
              </a:ext>
            </a:extLst>
          </p:cNvPr>
          <p:cNvSpPr/>
          <p:nvPr/>
        </p:nvSpPr>
        <p:spPr>
          <a:xfrm>
            <a:off x="4855464" y="4023360"/>
            <a:ext cx="6455664" cy="4754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Compete fairly</a:t>
            </a:r>
          </a:p>
          <a:p>
            <a:pPr algn="l">
              <a:buNone/>
            </a:pPr>
            <a:r>
              <a:rPr lang="en-US" sz="100">
                <a:effectLst/>
              </a:rPr>
              <a:t> </a:t>
            </a:r>
            <a:endParaRPr lang="en-US"/>
          </a:p>
        </p:txBody>
      </p:sp>
      <p:sp>
        <p:nvSpPr>
          <p:cNvPr id="6675" name="Rectangle 6674">
            <a:extLst>
              <a:ext uri="{FF2B5EF4-FFF2-40B4-BE49-F238E27FC236}">
                <a16:creationId xmlns:a16="http://schemas.microsoft.com/office/drawing/2014/main" id="{F31E762A-B220-2299-FB51-9742BDF3078E}"/>
              </a:ext>
            </a:extLst>
          </p:cNvPr>
          <p:cNvSpPr/>
          <p:nvPr/>
        </p:nvSpPr>
        <p:spPr>
          <a:xfrm>
            <a:off x="4855464" y="4599432"/>
            <a:ext cx="6455664" cy="777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201134"/>
                </a:solidFill>
                <a:effectLst/>
                <a:latin typeface="Arial" panose="020B0604020202020204" pitchFamily="34" charset="0"/>
              </a:rPr>
              <a:t>Do not seek confidential competitor data or agree to improper pricing, bidding, or market arrangements.</a:t>
            </a:r>
          </a:p>
          <a:p>
            <a:pPr algn="l">
              <a:buNone/>
            </a:pPr>
            <a:r>
              <a:rPr lang="en-US" sz="100">
                <a:effectLst/>
              </a:rPr>
              <a:t> </a:t>
            </a:r>
            <a:endParaRPr lang="en-US"/>
          </a:p>
        </p:txBody>
      </p:sp>
      <p:pic>
        <p:nvPicPr>
          <p:cNvPr id="12258" name="synozur-logo" descr="Synozur Alliance official logo">
            <a:extLst>
              <a:ext uri="{FF2B5EF4-FFF2-40B4-BE49-F238E27FC236}">
                <a16:creationId xmlns:a16="http://schemas.microsoft.com/office/drawing/2014/main" id="{75FFB778-B386-5DED-EF6B-95301637E214}"/>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2199697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6791" name="Rectangle 6790">
            <a:extLst>
              <a:ext uri="{FF2B5EF4-FFF2-40B4-BE49-F238E27FC236}">
                <a16:creationId xmlns:a16="http://schemas.microsoft.com/office/drawing/2014/main" id="{C1B1C6A7-F5F3-8C59-4362-6A76FD65CB7D}"/>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LEARN | 07</a:t>
            </a:r>
          </a:p>
          <a:p>
            <a:pPr algn="l">
              <a:buNone/>
            </a:pPr>
            <a:r>
              <a:rPr lang="en-US" sz="100">
                <a:effectLst/>
              </a:rPr>
              <a:t> </a:t>
            </a:r>
            <a:endParaRPr lang="en-US"/>
          </a:p>
        </p:txBody>
      </p:sp>
      <p:sp>
        <p:nvSpPr>
          <p:cNvPr id="6908" name="Rectangle 6907">
            <a:extLst>
              <a:ext uri="{FF2B5EF4-FFF2-40B4-BE49-F238E27FC236}">
                <a16:creationId xmlns:a16="http://schemas.microsoft.com/office/drawing/2014/main" id="{3B7E935D-12AC-7C8A-01C8-C9DD268EE95F}"/>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Take responsibility for tools and partners</a:t>
            </a:r>
          </a:p>
          <a:p>
            <a:pPr algn="l">
              <a:buNone/>
            </a:pPr>
            <a:r>
              <a:rPr lang="en-US" sz="100">
                <a:effectLst/>
              </a:rPr>
              <a:t> </a:t>
            </a:r>
            <a:endParaRPr lang="en-US"/>
          </a:p>
        </p:txBody>
      </p:sp>
      <p:sp>
        <p:nvSpPr>
          <p:cNvPr id="7026" name="Rectangle 7025">
            <a:extLst>
              <a:ext uri="{FF2B5EF4-FFF2-40B4-BE49-F238E27FC236}">
                <a16:creationId xmlns:a16="http://schemas.microsoft.com/office/drawing/2014/main" id="{DDCC97CC-5250-0A36-B442-DD6939CA5E67}"/>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IT Policy: sections 5, 6; Security Policy: section 15</a:t>
            </a:r>
          </a:p>
          <a:p>
            <a:pPr algn="l">
              <a:buNone/>
            </a:pPr>
            <a:r>
              <a:rPr lang="en-US" sz="100">
                <a:effectLst/>
              </a:rPr>
              <a:t> </a:t>
            </a:r>
            <a:endParaRPr lang="en-US"/>
          </a:p>
        </p:txBody>
      </p:sp>
      <p:sp>
        <p:nvSpPr>
          <p:cNvPr id="7145" name="Rectangle 7144">
            <a:extLst>
              <a:ext uri="{FF2B5EF4-FFF2-40B4-BE49-F238E27FC236}">
                <a16:creationId xmlns:a16="http://schemas.microsoft.com/office/drawing/2014/main" id="{ABBB48AA-985C-0DE8-589D-ECCC17ADABD4}"/>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7265" name="Rectangle 7264">
            <a:extLst>
              <a:ext uri="{FF2B5EF4-FFF2-40B4-BE49-F238E27FC236}">
                <a16:creationId xmlns:a16="http://schemas.microsoft.com/office/drawing/2014/main" id="{EB550BDD-9F9E-7FC0-E557-B1BAA8909FF5}"/>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09</a:t>
            </a:r>
          </a:p>
          <a:p>
            <a:pPr algn="r">
              <a:buNone/>
            </a:pPr>
            <a:r>
              <a:rPr lang="en-US" sz="100">
                <a:effectLst/>
              </a:rPr>
              <a:t> </a:t>
            </a:r>
            <a:endParaRPr lang="en-US"/>
          </a:p>
        </p:txBody>
      </p:sp>
      <p:sp>
        <p:nvSpPr>
          <p:cNvPr id="7386" name="Rectangle 7385">
            <a:extLst>
              <a:ext uri="{FF2B5EF4-FFF2-40B4-BE49-F238E27FC236}">
                <a16:creationId xmlns:a16="http://schemas.microsoft.com/office/drawing/2014/main" id="{288F4671-89E9-3250-89BA-DC4E3E7DE628}"/>
              </a:ext>
            </a:extLst>
          </p:cNvPr>
          <p:cNvSpPr/>
          <p:nvPr/>
        </p:nvSpPr>
        <p:spPr>
          <a:xfrm>
            <a:off x="594360" y="2011680"/>
            <a:ext cx="3502152" cy="3575304"/>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08" name="Rectangle 7507">
            <a:extLst>
              <a:ext uri="{FF2B5EF4-FFF2-40B4-BE49-F238E27FC236}">
                <a16:creationId xmlns:a16="http://schemas.microsoft.com/office/drawing/2014/main" id="{2A3AB649-7F7E-3D1C-1586-CC49439D0D41}"/>
              </a:ext>
            </a:extLst>
          </p:cNvPr>
          <p:cNvSpPr/>
          <p:nvPr/>
        </p:nvSpPr>
        <p:spPr>
          <a:xfrm>
            <a:off x="813816"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01</a:t>
            </a:r>
          </a:p>
          <a:p>
            <a:pPr algn="l">
              <a:buNone/>
            </a:pPr>
            <a:r>
              <a:rPr lang="en-US" sz="100">
                <a:effectLst/>
              </a:rPr>
              <a:t> </a:t>
            </a:r>
            <a:endParaRPr lang="en-US"/>
          </a:p>
        </p:txBody>
      </p:sp>
      <p:sp>
        <p:nvSpPr>
          <p:cNvPr id="7631" name="Rectangle 7630">
            <a:extLst>
              <a:ext uri="{FF2B5EF4-FFF2-40B4-BE49-F238E27FC236}">
                <a16:creationId xmlns:a16="http://schemas.microsoft.com/office/drawing/2014/main" id="{18544229-D5A6-7AC2-0625-D11A4FD1558C}"/>
              </a:ext>
            </a:extLst>
          </p:cNvPr>
          <p:cNvSpPr/>
          <p:nvPr/>
        </p:nvSpPr>
        <p:spPr>
          <a:xfrm>
            <a:off x="813816"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Use approved channels</a:t>
            </a:r>
          </a:p>
          <a:p>
            <a:pPr algn="l">
              <a:buNone/>
            </a:pPr>
            <a:r>
              <a:rPr lang="en-US" sz="100">
                <a:effectLst/>
              </a:rPr>
              <a:t> </a:t>
            </a:r>
            <a:endParaRPr lang="en-US"/>
          </a:p>
        </p:txBody>
      </p:sp>
      <p:sp>
        <p:nvSpPr>
          <p:cNvPr id="7755" name="Rectangle 7754">
            <a:extLst>
              <a:ext uri="{FF2B5EF4-FFF2-40B4-BE49-F238E27FC236}">
                <a16:creationId xmlns:a16="http://schemas.microsoft.com/office/drawing/2014/main" id="{E38982C6-07FB-19A1-DA93-F5173897CB99}"/>
              </a:ext>
            </a:extLst>
          </p:cNvPr>
          <p:cNvSpPr/>
          <p:nvPr/>
        </p:nvSpPr>
        <p:spPr>
          <a:xfrm>
            <a:off x="813816" y="3628761"/>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Do not bypass procurement, security review, spending authority, or account controls.</a:t>
            </a:r>
          </a:p>
          <a:p>
            <a:pPr algn="l">
              <a:buNone/>
            </a:pPr>
            <a:r>
              <a:rPr lang="en-US" sz="100">
                <a:effectLst/>
              </a:rPr>
              <a:t> </a:t>
            </a:r>
            <a:endParaRPr lang="en-US"/>
          </a:p>
        </p:txBody>
      </p:sp>
      <p:sp>
        <p:nvSpPr>
          <p:cNvPr id="7880" name="Rectangle 7879">
            <a:extLst>
              <a:ext uri="{FF2B5EF4-FFF2-40B4-BE49-F238E27FC236}">
                <a16:creationId xmlns:a16="http://schemas.microsoft.com/office/drawing/2014/main" id="{EF54B35E-7037-F1EB-EFB9-4565B68D3876}"/>
              </a:ext>
            </a:extLst>
          </p:cNvPr>
          <p:cNvSpPr/>
          <p:nvPr/>
        </p:nvSpPr>
        <p:spPr>
          <a:xfrm>
            <a:off x="4325112" y="2011680"/>
            <a:ext cx="3502152" cy="3575304"/>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06" name="Rectangle 8005">
            <a:extLst>
              <a:ext uri="{FF2B5EF4-FFF2-40B4-BE49-F238E27FC236}">
                <a16:creationId xmlns:a16="http://schemas.microsoft.com/office/drawing/2014/main" id="{99C27FF1-B39F-2409-31A1-BEE2CE670DF7}"/>
              </a:ext>
            </a:extLst>
          </p:cNvPr>
          <p:cNvSpPr/>
          <p:nvPr/>
        </p:nvSpPr>
        <p:spPr>
          <a:xfrm>
            <a:off x="4544568"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02</a:t>
            </a:r>
          </a:p>
          <a:p>
            <a:pPr algn="l">
              <a:buNone/>
            </a:pPr>
            <a:r>
              <a:rPr lang="en-US" sz="100">
                <a:effectLst/>
              </a:rPr>
              <a:t> </a:t>
            </a:r>
            <a:endParaRPr lang="en-US"/>
          </a:p>
        </p:txBody>
      </p:sp>
      <p:sp>
        <p:nvSpPr>
          <p:cNvPr id="8133" name="Rectangle 8132">
            <a:extLst>
              <a:ext uri="{FF2B5EF4-FFF2-40B4-BE49-F238E27FC236}">
                <a16:creationId xmlns:a16="http://schemas.microsoft.com/office/drawing/2014/main" id="{780B2D9C-E563-DE60-2D6B-7846BF79D308}"/>
              </a:ext>
            </a:extLst>
          </p:cNvPr>
          <p:cNvSpPr/>
          <p:nvPr/>
        </p:nvSpPr>
        <p:spPr>
          <a:xfrm>
            <a:off x="4544568"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Review AI-assisted work</a:t>
            </a:r>
          </a:p>
          <a:p>
            <a:pPr algn="l">
              <a:buNone/>
            </a:pPr>
            <a:r>
              <a:rPr lang="en-US" sz="100">
                <a:effectLst/>
              </a:rPr>
              <a:t> </a:t>
            </a:r>
            <a:endParaRPr lang="en-US"/>
          </a:p>
        </p:txBody>
      </p:sp>
      <p:sp>
        <p:nvSpPr>
          <p:cNvPr id="8261" name="Rectangle 8260">
            <a:extLst>
              <a:ext uri="{FF2B5EF4-FFF2-40B4-BE49-F238E27FC236}">
                <a16:creationId xmlns:a16="http://schemas.microsoft.com/office/drawing/2014/main" id="{F0B1B2E0-538A-97AF-F9C9-167FA4B3D60D}"/>
              </a:ext>
            </a:extLst>
          </p:cNvPr>
          <p:cNvSpPr/>
          <p:nvPr/>
        </p:nvSpPr>
        <p:spPr>
          <a:xfrm>
            <a:off x="4544568" y="3502152"/>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Verify accuracy, rights, fairness, and confidentiality before delivery.</a:t>
            </a:r>
          </a:p>
          <a:p>
            <a:pPr algn="l">
              <a:buNone/>
            </a:pPr>
            <a:r>
              <a:rPr lang="en-US" sz="100">
                <a:effectLst/>
              </a:rPr>
              <a:t> </a:t>
            </a:r>
            <a:endParaRPr lang="en-US"/>
          </a:p>
        </p:txBody>
      </p:sp>
      <p:sp>
        <p:nvSpPr>
          <p:cNvPr id="8390" name="Rectangle 8389">
            <a:extLst>
              <a:ext uri="{FF2B5EF4-FFF2-40B4-BE49-F238E27FC236}">
                <a16:creationId xmlns:a16="http://schemas.microsoft.com/office/drawing/2014/main" id="{D4ADC1FF-CBCB-8317-7631-90C467AA2DEB}"/>
              </a:ext>
            </a:extLst>
          </p:cNvPr>
          <p:cNvSpPr/>
          <p:nvPr/>
        </p:nvSpPr>
        <p:spPr>
          <a:xfrm>
            <a:off x="8055864" y="2011680"/>
            <a:ext cx="3502152" cy="3575304"/>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20" name="Rectangle 8519">
            <a:extLst>
              <a:ext uri="{FF2B5EF4-FFF2-40B4-BE49-F238E27FC236}">
                <a16:creationId xmlns:a16="http://schemas.microsoft.com/office/drawing/2014/main" id="{62E8E091-6F80-C71D-4CCD-3459F1173890}"/>
              </a:ext>
            </a:extLst>
          </p:cNvPr>
          <p:cNvSpPr/>
          <p:nvPr/>
        </p:nvSpPr>
        <p:spPr>
          <a:xfrm>
            <a:off x="8275320"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03</a:t>
            </a:r>
          </a:p>
          <a:p>
            <a:pPr algn="l">
              <a:buNone/>
            </a:pPr>
            <a:r>
              <a:rPr lang="en-US" sz="100">
                <a:effectLst/>
              </a:rPr>
              <a:t> </a:t>
            </a:r>
            <a:endParaRPr lang="en-US"/>
          </a:p>
        </p:txBody>
      </p:sp>
      <p:sp>
        <p:nvSpPr>
          <p:cNvPr id="8651" name="Rectangle 8650">
            <a:extLst>
              <a:ext uri="{FF2B5EF4-FFF2-40B4-BE49-F238E27FC236}">
                <a16:creationId xmlns:a16="http://schemas.microsoft.com/office/drawing/2014/main" id="{D204084B-9EE8-EA77-4466-DBADA7DCD7A8}"/>
              </a:ext>
            </a:extLst>
          </p:cNvPr>
          <p:cNvSpPr/>
          <p:nvPr/>
        </p:nvSpPr>
        <p:spPr>
          <a:xfrm>
            <a:off x="8275320" y="262432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Be transparent</a:t>
            </a:r>
          </a:p>
          <a:p>
            <a:pPr algn="l">
              <a:buNone/>
            </a:pPr>
            <a:r>
              <a:rPr lang="en-US" sz="100">
                <a:effectLst/>
              </a:rPr>
              <a:t> </a:t>
            </a:r>
            <a:endParaRPr lang="en-US"/>
          </a:p>
        </p:txBody>
      </p:sp>
      <p:sp>
        <p:nvSpPr>
          <p:cNvPr id="8783" name="Rectangle 8782">
            <a:extLst>
              <a:ext uri="{FF2B5EF4-FFF2-40B4-BE49-F238E27FC236}">
                <a16:creationId xmlns:a16="http://schemas.microsoft.com/office/drawing/2014/main" id="{7DCBFE69-0E78-312E-8F37-632DA26BE3DB}"/>
              </a:ext>
            </a:extLst>
          </p:cNvPr>
          <p:cNvSpPr/>
          <p:nvPr/>
        </p:nvSpPr>
        <p:spPr>
          <a:xfrm>
            <a:off x="8275320" y="3776472"/>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Follow client AI restrictions and disclosure requirements. Do not invent evidence or hide subcontracting.</a:t>
            </a:r>
          </a:p>
          <a:p>
            <a:pPr algn="l">
              <a:buNone/>
            </a:pPr>
            <a:r>
              <a:rPr lang="en-US" sz="100">
                <a:effectLst/>
              </a:rPr>
              <a:t> </a:t>
            </a:r>
            <a:endParaRPr lang="en-US"/>
          </a:p>
        </p:txBody>
      </p:sp>
      <p:pic>
        <p:nvPicPr>
          <p:cNvPr id="12259" name="synozur-logo" descr="Synozur Alliance official logo">
            <a:extLst>
              <a:ext uri="{FF2B5EF4-FFF2-40B4-BE49-F238E27FC236}">
                <a16:creationId xmlns:a16="http://schemas.microsoft.com/office/drawing/2014/main" id="{C7B8EDC7-2F41-EB4F-D45F-36FD1811750A}"/>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219408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8916" name="Rectangle 8915">
            <a:extLst>
              <a:ext uri="{FF2B5EF4-FFF2-40B4-BE49-F238E27FC236}">
                <a16:creationId xmlns:a16="http://schemas.microsoft.com/office/drawing/2014/main" id="{F3D19A08-EDAE-09F5-DC58-ABAA01AB8C17}"/>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LEARN | 08</a:t>
            </a:r>
          </a:p>
          <a:p>
            <a:pPr algn="l">
              <a:buNone/>
            </a:pPr>
            <a:r>
              <a:rPr lang="en-US" sz="100">
                <a:effectLst/>
              </a:rPr>
              <a:t> </a:t>
            </a:r>
            <a:endParaRPr lang="en-US"/>
          </a:p>
        </p:txBody>
      </p:sp>
      <p:sp>
        <p:nvSpPr>
          <p:cNvPr id="9050" name="Rectangle 9049">
            <a:extLst>
              <a:ext uri="{FF2B5EF4-FFF2-40B4-BE49-F238E27FC236}">
                <a16:creationId xmlns:a16="http://schemas.microsoft.com/office/drawing/2014/main" id="{0FAE4360-7428-6CDB-F620-779D9694FC25}"/>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Raise concerns without retaliation</a:t>
            </a:r>
          </a:p>
          <a:p>
            <a:pPr algn="l">
              <a:buNone/>
            </a:pPr>
            <a:r>
              <a:rPr lang="en-US" sz="100">
                <a:effectLst/>
              </a:rPr>
              <a:t> </a:t>
            </a:r>
            <a:endParaRPr lang="en-US"/>
          </a:p>
        </p:txBody>
      </p:sp>
      <p:sp>
        <p:nvSpPr>
          <p:cNvPr id="9185" name="Rectangle 9184">
            <a:extLst>
              <a:ext uri="{FF2B5EF4-FFF2-40B4-BE49-F238E27FC236}">
                <a16:creationId xmlns:a16="http://schemas.microsoft.com/office/drawing/2014/main" id="{7A9FAE8F-285C-3642-2D68-93AFA3C7F7A6}"/>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Proposed speak-up standard; Security Policy: sections 2, 9</a:t>
            </a:r>
          </a:p>
          <a:p>
            <a:pPr algn="l">
              <a:buNone/>
            </a:pPr>
            <a:r>
              <a:rPr lang="en-US" sz="100">
                <a:effectLst/>
              </a:rPr>
              <a:t> </a:t>
            </a:r>
            <a:endParaRPr lang="en-US"/>
          </a:p>
        </p:txBody>
      </p:sp>
      <p:sp>
        <p:nvSpPr>
          <p:cNvPr id="9321" name="Rectangle 9320">
            <a:extLst>
              <a:ext uri="{FF2B5EF4-FFF2-40B4-BE49-F238E27FC236}">
                <a16:creationId xmlns:a16="http://schemas.microsoft.com/office/drawing/2014/main" id="{257F5FD7-1230-28A3-BD33-893E0A064306}"/>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9458" name="Rectangle 9457">
            <a:extLst>
              <a:ext uri="{FF2B5EF4-FFF2-40B4-BE49-F238E27FC236}">
                <a16:creationId xmlns:a16="http://schemas.microsoft.com/office/drawing/2014/main" id="{F44AB0F5-C147-88AB-70E3-24D8803EC3A2}"/>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10</a:t>
            </a:r>
          </a:p>
          <a:p>
            <a:pPr algn="r">
              <a:buNone/>
            </a:pPr>
            <a:r>
              <a:rPr lang="en-US" sz="100">
                <a:effectLst/>
              </a:rPr>
              <a:t> </a:t>
            </a:r>
            <a:endParaRPr lang="en-US"/>
          </a:p>
        </p:txBody>
      </p:sp>
      <p:sp>
        <p:nvSpPr>
          <p:cNvPr id="9596" name="Rectangle 9595">
            <a:extLst>
              <a:ext uri="{FF2B5EF4-FFF2-40B4-BE49-F238E27FC236}">
                <a16:creationId xmlns:a16="http://schemas.microsoft.com/office/drawing/2014/main" id="{68326D0C-097F-DB23-013C-71AA95A17FF0}"/>
              </a:ext>
            </a:extLst>
          </p:cNvPr>
          <p:cNvSpPr/>
          <p:nvPr/>
        </p:nvSpPr>
        <p:spPr>
          <a:xfrm>
            <a:off x="594360" y="2011680"/>
            <a:ext cx="10972800" cy="1005840"/>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35" name="Rectangle 9734">
            <a:extLst>
              <a:ext uri="{FF2B5EF4-FFF2-40B4-BE49-F238E27FC236}">
                <a16:creationId xmlns:a16="http://schemas.microsoft.com/office/drawing/2014/main" id="{FA850CFF-D28C-26E7-46C8-622DBF002536}"/>
              </a:ext>
            </a:extLst>
          </p:cNvPr>
          <p:cNvSpPr/>
          <p:nvPr/>
        </p:nvSpPr>
        <p:spPr>
          <a:xfrm>
            <a:off x="822960" y="2121408"/>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Speak up early</a:t>
            </a:r>
          </a:p>
          <a:p>
            <a:pPr algn="l">
              <a:buNone/>
            </a:pPr>
            <a:r>
              <a:rPr lang="en-US" sz="100">
                <a:effectLst/>
              </a:rPr>
              <a:t> </a:t>
            </a:r>
            <a:endParaRPr lang="en-US"/>
          </a:p>
        </p:txBody>
      </p:sp>
      <p:sp>
        <p:nvSpPr>
          <p:cNvPr id="9875" name="Rectangle 9874">
            <a:extLst>
              <a:ext uri="{FF2B5EF4-FFF2-40B4-BE49-F238E27FC236}">
                <a16:creationId xmlns:a16="http://schemas.microsoft.com/office/drawing/2014/main" id="{B2EA671D-E86F-585B-DCE0-0576AA5BBEFC}"/>
              </a:ext>
            </a:extLst>
          </p:cNvPr>
          <p:cNvSpPr/>
          <p:nvPr/>
        </p:nvSpPr>
        <p:spPr>
          <a:xfrm>
            <a:off x="4343400" y="2121408"/>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Use the approved manager, HR, ethics, or leadership route. If that person is involved, use an alternate route.</a:t>
            </a:r>
          </a:p>
          <a:p>
            <a:pPr algn="l">
              <a:buNone/>
            </a:pPr>
            <a:r>
              <a:rPr lang="en-US" sz="100">
                <a:effectLst/>
              </a:rPr>
              <a:t> </a:t>
            </a:r>
            <a:endParaRPr lang="en-US"/>
          </a:p>
        </p:txBody>
      </p:sp>
      <p:sp>
        <p:nvSpPr>
          <p:cNvPr id="10016" name="Rectangle 10015">
            <a:extLst>
              <a:ext uri="{FF2B5EF4-FFF2-40B4-BE49-F238E27FC236}">
                <a16:creationId xmlns:a16="http://schemas.microsoft.com/office/drawing/2014/main" id="{CB3883D3-B570-D93D-8E2F-1E0B25977D46}"/>
              </a:ext>
            </a:extLst>
          </p:cNvPr>
          <p:cNvSpPr/>
          <p:nvPr/>
        </p:nvSpPr>
        <p:spPr>
          <a:xfrm>
            <a:off x="594360" y="3209544"/>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58" name="Rectangle 10157">
            <a:extLst>
              <a:ext uri="{FF2B5EF4-FFF2-40B4-BE49-F238E27FC236}">
                <a16:creationId xmlns:a16="http://schemas.microsoft.com/office/drawing/2014/main" id="{5B779461-FE92-E88A-0542-F583111843B9}"/>
              </a:ext>
            </a:extLst>
          </p:cNvPr>
          <p:cNvSpPr/>
          <p:nvPr/>
        </p:nvSpPr>
        <p:spPr>
          <a:xfrm>
            <a:off x="822960" y="3319272"/>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Report in good faith</a:t>
            </a:r>
          </a:p>
          <a:p>
            <a:pPr algn="l">
              <a:buNone/>
            </a:pPr>
            <a:r>
              <a:rPr lang="en-US" sz="100">
                <a:effectLst/>
              </a:rPr>
              <a:t> </a:t>
            </a:r>
            <a:endParaRPr lang="en-US"/>
          </a:p>
        </p:txBody>
      </p:sp>
      <p:sp>
        <p:nvSpPr>
          <p:cNvPr id="10301" name="Rectangle 10300">
            <a:extLst>
              <a:ext uri="{FF2B5EF4-FFF2-40B4-BE49-F238E27FC236}">
                <a16:creationId xmlns:a16="http://schemas.microsoft.com/office/drawing/2014/main" id="{572DDFDE-E375-51F3-627E-2F6A5FCDB644}"/>
              </a:ext>
            </a:extLst>
          </p:cNvPr>
          <p:cNvSpPr/>
          <p:nvPr/>
        </p:nvSpPr>
        <p:spPr>
          <a:xfrm>
            <a:off x="4343400" y="3319272"/>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Describe facts and preserve relevant records. You do not need to prove a violation before raising a concern.</a:t>
            </a:r>
          </a:p>
          <a:p>
            <a:pPr algn="l">
              <a:buNone/>
            </a:pPr>
            <a:r>
              <a:rPr lang="en-US" sz="100">
                <a:effectLst/>
              </a:rPr>
              <a:t> </a:t>
            </a:r>
            <a:endParaRPr lang="en-US"/>
          </a:p>
        </p:txBody>
      </p:sp>
      <p:sp>
        <p:nvSpPr>
          <p:cNvPr id="10445" name="Rectangle 10444">
            <a:extLst>
              <a:ext uri="{FF2B5EF4-FFF2-40B4-BE49-F238E27FC236}">
                <a16:creationId xmlns:a16="http://schemas.microsoft.com/office/drawing/2014/main" id="{B09509F4-C468-FB63-F74C-A58C6C9B6FD2}"/>
              </a:ext>
            </a:extLst>
          </p:cNvPr>
          <p:cNvSpPr/>
          <p:nvPr/>
        </p:nvSpPr>
        <p:spPr>
          <a:xfrm>
            <a:off x="594360" y="4407408"/>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590" name="Rectangle 10589">
            <a:extLst>
              <a:ext uri="{FF2B5EF4-FFF2-40B4-BE49-F238E27FC236}">
                <a16:creationId xmlns:a16="http://schemas.microsoft.com/office/drawing/2014/main" id="{AE0C022D-37DE-1E7C-D60E-260399090EE1}"/>
              </a:ext>
            </a:extLst>
          </p:cNvPr>
          <p:cNvSpPr/>
          <p:nvPr/>
        </p:nvSpPr>
        <p:spPr>
          <a:xfrm>
            <a:off x="822960" y="4517136"/>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Cooperate appropriately</a:t>
            </a:r>
          </a:p>
          <a:p>
            <a:pPr algn="l">
              <a:buNone/>
            </a:pPr>
            <a:r>
              <a:rPr lang="en-US" sz="100">
                <a:effectLst/>
              </a:rPr>
              <a:t> </a:t>
            </a:r>
            <a:endParaRPr lang="en-US"/>
          </a:p>
        </p:txBody>
      </p:sp>
      <p:sp>
        <p:nvSpPr>
          <p:cNvPr id="10736" name="Rectangle 10735">
            <a:extLst>
              <a:ext uri="{FF2B5EF4-FFF2-40B4-BE49-F238E27FC236}">
                <a16:creationId xmlns:a16="http://schemas.microsoft.com/office/drawing/2014/main" id="{26C29F73-B2A1-A316-B07C-DFCA4D8A3EEC}"/>
              </a:ext>
            </a:extLst>
          </p:cNvPr>
          <p:cNvSpPr/>
          <p:nvPr/>
        </p:nvSpPr>
        <p:spPr>
          <a:xfrm>
            <a:off x="4343400" y="4517136"/>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Do not retaliate, obstruct, destroy evidence, or conduct an unauthorized investigation.</a:t>
            </a:r>
          </a:p>
          <a:p>
            <a:pPr algn="l">
              <a:buNone/>
            </a:pPr>
            <a:r>
              <a:rPr lang="en-US" sz="100">
                <a:effectLst/>
              </a:rPr>
              <a:t> </a:t>
            </a:r>
            <a:endParaRPr lang="en-US"/>
          </a:p>
        </p:txBody>
      </p:sp>
      <p:pic>
        <p:nvPicPr>
          <p:cNvPr id="12260" name="synozur-logo" descr="Synozur Alliance official logo">
            <a:extLst>
              <a:ext uri="{FF2B5EF4-FFF2-40B4-BE49-F238E27FC236}">
                <a16:creationId xmlns:a16="http://schemas.microsoft.com/office/drawing/2014/main" id="{6282D48F-7D71-5F16-CE49-48B0F3480133}"/>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3203671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0883" name="Rectangle 10882">
            <a:extLst>
              <a:ext uri="{FF2B5EF4-FFF2-40B4-BE49-F238E27FC236}">
                <a16:creationId xmlns:a16="http://schemas.microsoft.com/office/drawing/2014/main" id="{DA7052FB-DF7D-257B-4AF8-036C4819FD48}"/>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PRACTICE SCENARIO | FICTIONAL</a:t>
            </a:r>
          </a:p>
          <a:p>
            <a:pPr algn="l">
              <a:buNone/>
            </a:pPr>
            <a:r>
              <a:rPr lang="en-US" sz="100">
                <a:effectLst/>
              </a:rPr>
              <a:t> </a:t>
            </a:r>
            <a:endParaRPr lang="en-US"/>
          </a:p>
        </p:txBody>
      </p:sp>
      <p:sp>
        <p:nvSpPr>
          <p:cNvPr id="11031" name="Rectangle 11030">
            <a:extLst>
              <a:ext uri="{FF2B5EF4-FFF2-40B4-BE49-F238E27FC236}">
                <a16:creationId xmlns:a16="http://schemas.microsoft.com/office/drawing/2014/main" id="{9DE52CB4-6E60-BBE0-EFB4-956E309AE2F6}"/>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Practice: a favor during selection</a:t>
            </a:r>
          </a:p>
          <a:p>
            <a:pPr algn="l">
              <a:buNone/>
            </a:pPr>
            <a:r>
              <a:rPr lang="en-US" sz="100">
                <a:effectLst/>
              </a:rPr>
              <a:t> </a:t>
            </a:r>
            <a:endParaRPr lang="en-US"/>
          </a:p>
        </p:txBody>
      </p:sp>
      <p:sp>
        <p:nvSpPr>
          <p:cNvPr id="11180" name="Rectangle 11179">
            <a:extLst>
              <a:ext uri="{FF2B5EF4-FFF2-40B4-BE49-F238E27FC236}">
                <a16:creationId xmlns:a16="http://schemas.microsoft.com/office/drawing/2014/main" id="{A7E78F1B-7AF9-FBD8-9C34-9062B23238D1}"/>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Discussion exercise; proposed application of the preceding lessons.</a:t>
            </a:r>
          </a:p>
          <a:p>
            <a:pPr algn="l">
              <a:buNone/>
            </a:pPr>
            <a:r>
              <a:rPr lang="en-US" sz="100">
                <a:effectLst/>
              </a:rPr>
              <a:t> </a:t>
            </a:r>
            <a:endParaRPr lang="en-US"/>
          </a:p>
        </p:txBody>
      </p:sp>
      <p:sp>
        <p:nvSpPr>
          <p:cNvPr id="11330" name="Rectangle 11329">
            <a:extLst>
              <a:ext uri="{FF2B5EF4-FFF2-40B4-BE49-F238E27FC236}">
                <a16:creationId xmlns:a16="http://schemas.microsoft.com/office/drawing/2014/main" id="{D7BC6E4B-5182-A528-152D-8A75A8EE2C46}"/>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1481" name="Rectangle 11480">
            <a:extLst>
              <a:ext uri="{FF2B5EF4-FFF2-40B4-BE49-F238E27FC236}">
                <a16:creationId xmlns:a16="http://schemas.microsoft.com/office/drawing/2014/main" id="{716BCFA1-8824-050C-16A0-7EFFEF509A27}"/>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11</a:t>
            </a:r>
          </a:p>
          <a:p>
            <a:pPr algn="r">
              <a:buNone/>
            </a:pPr>
            <a:r>
              <a:rPr lang="en-US" sz="100">
                <a:effectLst/>
              </a:rPr>
              <a:t> </a:t>
            </a:r>
            <a:endParaRPr lang="en-US"/>
          </a:p>
        </p:txBody>
      </p:sp>
      <p:sp>
        <p:nvSpPr>
          <p:cNvPr id="11633" name="Rectangle 11632">
            <a:extLst>
              <a:ext uri="{FF2B5EF4-FFF2-40B4-BE49-F238E27FC236}">
                <a16:creationId xmlns:a16="http://schemas.microsoft.com/office/drawing/2014/main" id="{62F10232-4553-1233-19BD-714041AC3047}"/>
              </a:ext>
            </a:extLst>
          </p:cNvPr>
          <p:cNvSpPr/>
          <p:nvPr/>
        </p:nvSpPr>
        <p:spPr>
          <a:xfrm>
            <a:off x="594360" y="2011680"/>
            <a:ext cx="5596128" cy="3575304"/>
          </a:xfrm>
          <a:prstGeom prst="rect">
            <a:avLst/>
          </a:prstGeom>
          <a:solidFill>
            <a:srgbClr val="810FFB"/>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786" name="Rectangle 11785">
            <a:extLst>
              <a:ext uri="{FF2B5EF4-FFF2-40B4-BE49-F238E27FC236}">
                <a16:creationId xmlns:a16="http://schemas.microsoft.com/office/drawing/2014/main" id="{4A58E4F3-6B9F-73E1-3A08-C0767AB2C59C}"/>
              </a:ext>
            </a:extLst>
          </p:cNvPr>
          <p:cNvSpPr/>
          <p:nvPr/>
        </p:nvSpPr>
        <p:spPr>
          <a:xfrm>
            <a:off x="896112" y="2377440"/>
            <a:ext cx="4992624" cy="28163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a:solidFill>
                  <a:srgbClr val="FFFFFF"/>
                </a:solidFill>
                <a:effectLst/>
                <a:latin typeface="Arial" panose="020B0604020202020204" pitchFamily="34" charset="0"/>
              </a:rPr>
              <a:t>You are helping select a supplier. A friend at one bidder offers a weekend trip and asks you not to mention it until after the decision.</a:t>
            </a:r>
          </a:p>
          <a:p>
            <a:pPr algn="l">
              <a:buNone/>
            </a:pPr>
            <a:r>
              <a:rPr lang="en-US" sz="100">
                <a:effectLst/>
              </a:rPr>
              <a:t> </a:t>
            </a:r>
            <a:endParaRPr lang="en-US"/>
          </a:p>
        </p:txBody>
      </p:sp>
      <p:sp>
        <p:nvSpPr>
          <p:cNvPr id="11940" name="Rectangle 11939">
            <a:extLst>
              <a:ext uri="{FF2B5EF4-FFF2-40B4-BE49-F238E27FC236}">
                <a16:creationId xmlns:a16="http://schemas.microsoft.com/office/drawing/2014/main" id="{7560EC69-3374-E967-215A-6C265514A01D}"/>
              </a:ext>
            </a:extLst>
          </p:cNvPr>
          <p:cNvSpPr/>
          <p:nvPr/>
        </p:nvSpPr>
        <p:spPr>
          <a:xfrm>
            <a:off x="6583680" y="2057400"/>
            <a:ext cx="4645152" cy="9326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1. What conflicts and influence risks are present?</a:t>
            </a:r>
          </a:p>
          <a:p>
            <a:pPr algn="l">
              <a:buNone/>
            </a:pPr>
            <a:r>
              <a:rPr lang="en-US" sz="100">
                <a:effectLst/>
              </a:rPr>
              <a:t> </a:t>
            </a:r>
            <a:endParaRPr lang="en-US"/>
          </a:p>
        </p:txBody>
      </p:sp>
      <p:sp>
        <p:nvSpPr>
          <p:cNvPr id="12095" name="Rectangle 12094">
            <a:extLst>
              <a:ext uri="{FF2B5EF4-FFF2-40B4-BE49-F238E27FC236}">
                <a16:creationId xmlns:a16="http://schemas.microsoft.com/office/drawing/2014/main" id="{00D0BE78-BA91-169A-DAA8-D6AD98518C86}"/>
              </a:ext>
            </a:extLst>
          </p:cNvPr>
          <p:cNvSpPr/>
          <p:nvPr/>
        </p:nvSpPr>
        <p:spPr>
          <a:xfrm>
            <a:off x="6583680" y="3218688"/>
            <a:ext cx="4645152" cy="9326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a:solidFill>
                  <a:srgbClr val="201134"/>
                </a:solidFill>
                <a:effectLst/>
                <a:latin typeface="Arial" panose="020B0604020202020204" pitchFamily="34" charset="0"/>
              </a:rPr>
              <a:t>2. What should you decline or pause?</a:t>
            </a:r>
          </a:p>
          <a:p>
            <a:pPr algn="l">
              <a:buNone/>
            </a:pPr>
            <a:r>
              <a:rPr lang="en-US" sz="100">
                <a:effectLst/>
              </a:rPr>
              <a:t> </a:t>
            </a:r>
            <a:endParaRPr lang="en-US"/>
          </a:p>
        </p:txBody>
      </p:sp>
      <p:sp>
        <p:nvSpPr>
          <p:cNvPr id="12251" name="Rectangle 12250">
            <a:extLst>
              <a:ext uri="{FF2B5EF4-FFF2-40B4-BE49-F238E27FC236}">
                <a16:creationId xmlns:a16="http://schemas.microsoft.com/office/drawing/2014/main" id="{B227A38A-ACC3-5C82-0F5C-1C8AB67A90F4}"/>
              </a:ext>
            </a:extLst>
          </p:cNvPr>
          <p:cNvSpPr/>
          <p:nvPr/>
        </p:nvSpPr>
        <p:spPr>
          <a:xfrm>
            <a:off x="6583680" y="4379976"/>
            <a:ext cx="4645152" cy="9326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a:solidFill>
                  <a:srgbClr val="201134"/>
                </a:solidFill>
                <a:effectLst/>
                <a:latin typeface="Arial" panose="020B0604020202020204" pitchFamily="34" charset="0"/>
              </a:rPr>
              <a:t>3. What should you disclose and preserve?</a:t>
            </a:r>
          </a:p>
          <a:p>
            <a:pPr algn="l">
              <a:buNone/>
            </a:pPr>
            <a:r>
              <a:rPr lang="en-US" sz="100">
                <a:effectLst/>
              </a:rPr>
              <a:t> </a:t>
            </a:r>
            <a:endParaRPr lang="en-US"/>
          </a:p>
        </p:txBody>
      </p:sp>
      <p:pic>
        <p:nvPicPr>
          <p:cNvPr id="12261" name="synozur-logo" descr="Synozur Alliance official logo">
            <a:extLst>
              <a:ext uri="{FF2B5EF4-FFF2-40B4-BE49-F238E27FC236}">
                <a16:creationId xmlns:a16="http://schemas.microsoft.com/office/drawing/2014/main" id="{EDF9C85E-C82E-A43F-0FE3-FBE8BCEFD508}"/>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1545315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2262" name="Rectangle 12261">
            <a:extLst>
              <a:ext uri="{FF2B5EF4-FFF2-40B4-BE49-F238E27FC236}">
                <a16:creationId xmlns:a16="http://schemas.microsoft.com/office/drawing/2014/main" id="{75603AD5-E096-86CF-5DB2-FAD3417BACA6}"/>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KNOWLEDGE CHECK</a:t>
            </a:r>
          </a:p>
          <a:p>
            <a:pPr algn="l">
              <a:buNone/>
            </a:pPr>
            <a:r>
              <a:rPr lang="en-US" sz="100">
                <a:effectLst/>
              </a:rPr>
              <a:t> </a:t>
            </a:r>
            <a:endParaRPr lang="en-US"/>
          </a:p>
        </p:txBody>
      </p:sp>
      <p:sp>
        <p:nvSpPr>
          <p:cNvPr id="12264" name="Rectangle 12263">
            <a:extLst>
              <a:ext uri="{FF2B5EF4-FFF2-40B4-BE49-F238E27FC236}">
                <a16:creationId xmlns:a16="http://schemas.microsoft.com/office/drawing/2014/main" id="{92F52634-DA29-2F72-1740-F9CF0D00D6F1}"/>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Review 01 | Choose one answer</a:t>
            </a:r>
          </a:p>
          <a:p>
            <a:pPr algn="l">
              <a:buNone/>
            </a:pPr>
            <a:r>
              <a:rPr lang="en-US" sz="100">
                <a:effectLst/>
              </a:rPr>
              <a:t> </a:t>
            </a:r>
            <a:endParaRPr lang="en-US"/>
          </a:p>
        </p:txBody>
      </p:sp>
      <p:sp>
        <p:nvSpPr>
          <p:cNvPr id="12267" name="Rectangle 12266">
            <a:extLst>
              <a:ext uri="{FF2B5EF4-FFF2-40B4-BE49-F238E27FC236}">
                <a16:creationId xmlns:a16="http://schemas.microsoft.com/office/drawing/2014/main" id="{43D02951-D7A1-AC0A-FB80-57D93C295F3B}"/>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SYN-CON-2026-Q01  |  Suggested assessment item; correct answer and rationale in administrator notes.</a:t>
            </a:r>
          </a:p>
          <a:p>
            <a:pPr algn="l">
              <a:buNone/>
            </a:pPr>
            <a:r>
              <a:rPr lang="en-US" sz="100">
                <a:effectLst/>
              </a:rPr>
              <a:t> </a:t>
            </a:r>
            <a:endParaRPr lang="en-US"/>
          </a:p>
        </p:txBody>
      </p:sp>
      <p:sp>
        <p:nvSpPr>
          <p:cNvPr id="12271" name="Rectangle 12270">
            <a:extLst>
              <a:ext uri="{FF2B5EF4-FFF2-40B4-BE49-F238E27FC236}">
                <a16:creationId xmlns:a16="http://schemas.microsoft.com/office/drawing/2014/main" id="{95EED639-1F79-DF1A-56A6-132B78C6347F}"/>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2276" name="Rectangle 12275">
            <a:extLst>
              <a:ext uri="{FF2B5EF4-FFF2-40B4-BE49-F238E27FC236}">
                <a16:creationId xmlns:a16="http://schemas.microsoft.com/office/drawing/2014/main" id="{FB573CF4-960C-490B-C66D-671C06567961}"/>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12</a:t>
            </a:r>
          </a:p>
          <a:p>
            <a:pPr algn="r">
              <a:buNone/>
            </a:pPr>
            <a:r>
              <a:rPr lang="en-US" sz="100">
                <a:effectLst/>
              </a:rPr>
              <a:t> </a:t>
            </a:r>
            <a:endParaRPr lang="en-US"/>
          </a:p>
        </p:txBody>
      </p:sp>
      <p:sp>
        <p:nvSpPr>
          <p:cNvPr id="12282" name="Rectangle 12281">
            <a:extLst>
              <a:ext uri="{FF2B5EF4-FFF2-40B4-BE49-F238E27FC236}">
                <a16:creationId xmlns:a16="http://schemas.microsoft.com/office/drawing/2014/main" id="{74914508-FA81-D514-FCEF-CC053BA96BF4}"/>
              </a:ext>
            </a:extLst>
          </p:cNvPr>
          <p:cNvSpPr/>
          <p:nvPr/>
        </p:nvSpPr>
        <p:spPr>
          <a:xfrm>
            <a:off x="594360" y="1783080"/>
            <a:ext cx="10881360" cy="960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201134"/>
                </a:solidFill>
                <a:effectLst/>
                <a:latin typeface="Arial" panose="020B0604020202020204" pitchFamily="34" charset="0"/>
              </a:rPr>
              <a:t>A relative owns a supplier you are evaluating. What should you do?</a:t>
            </a:r>
          </a:p>
          <a:p>
            <a:pPr algn="l">
              <a:buNone/>
            </a:pPr>
            <a:r>
              <a:rPr lang="en-US" sz="100">
                <a:effectLst/>
              </a:rPr>
              <a:t> </a:t>
            </a:r>
            <a:endParaRPr lang="en-US"/>
          </a:p>
        </p:txBody>
      </p:sp>
      <p:sp>
        <p:nvSpPr>
          <p:cNvPr id="12289" name="Rectangle 12288">
            <a:extLst>
              <a:ext uri="{FF2B5EF4-FFF2-40B4-BE49-F238E27FC236}">
                <a16:creationId xmlns:a16="http://schemas.microsoft.com/office/drawing/2014/main" id="{2CF41858-B9EC-6927-942F-0AD64B22E84F}"/>
              </a:ext>
            </a:extLst>
          </p:cNvPr>
          <p:cNvSpPr/>
          <p:nvPr/>
        </p:nvSpPr>
        <p:spPr>
          <a:xfrm>
            <a:off x="594360" y="28529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97" name="Rectangle 12296">
            <a:extLst>
              <a:ext uri="{FF2B5EF4-FFF2-40B4-BE49-F238E27FC236}">
                <a16:creationId xmlns:a16="http://schemas.microsoft.com/office/drawing/2014/main" id="{D323A094-B294-BF9C-4C0A-3A7293B52972}"/>
              </a:ext>
            </a:extLst>
          </p:cNvPr>
          <p:cNvSpPr/>
          <p:nvPr/>
        </p:nvSpPr>
        <p:spPr>
          <a:xfrm>
            <a:off x="795528" y="28666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A. Disclose the relationship before participating and follow the mitigation decision.</a:t>
            </a:r>
          </a:p>
          <a:p>
            <a:pPr algn="l">
              <a:buNone/>
            </a:pPr>
            <a:r>
              <a:rPr lang="en-US" sz="100">
                <a:effectLst/>
              </a:rPr>
              <a:t> </a:t>
            </a:r>
            <a:endParaRPr lang="en-US"/>
          </a:p>
        </p:txBody>
      </p:sp>
      <p:sp>
        <p:nvSpPr>
          <p:cNvPr id="12306" name="Rectangle 12305">
            <a:extLst>
              <a:ext uri="{FF2B5EF4-FFF2-40B4-BE49-F238E27FC236}">
                <a16:creationId xmlns:a16="http://schemas.microsoft.com/office/drawing/2014/main" id="{F8860591-F997-3CA6-1B44-64E6F5333678}"/>
              </a:ext>
            </a:extLst>
          </p:cNvPr>
          <p:cNvSpPr/>
          <p:nvPr/>
        </p:nvSpPr>
        <p:spPr>
          <a:xfrm>
            <a:off x="594360" y="35387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16" name="Rectangle 12315">
            <a:extLst>
              <a:ext uri="{FF2B5EF4-FFF2-40B4-BE49-F238E27FC236}">
                <a16:creationId xmlns:a16="http://schemas.microsoft.com/office/drawing/2014/main" id="{EA2E2A45-54C5-5BE1-5A0D-716D90369A71}"/>
              </a:ext>
            </a:extLst>
          </p:cNvPr>
          <p:cNvSpPr/>
          <p:nvPr/>
        </p:nvSpPr>
        <p:spPr>
          <a:xfrm>
            <a:off x="795528" y="35524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B. Participate without disclosure if the price is good.</a:t>
            </a:r>
          </a:p>
          <a:p>
            <a:pPr algn="l">
              <a:buNone/>
            </a:pPr>
            <a:r>
              <a:rPr lang="en-US" sz="100">
                <a:effectLst/>
              </a:rPr>
              <a:t> </a:t>
            </a:r>
            <a:endParaRPr lang="en-US"/>
          </a:p>
        </p:txBody>
      </p:sp>
      <p:sp>
        <p:nvSpPr>
          <p:cNvPr id="12327" name="Rectangle 12326">
            <a:extLst>
              <a:ext uri="{FF2B5EF4-FFF2-40B4-BE49-F238E27FC236}">
                <a16:creationId xmlns:a16="http://schemas.microsoft.com/office/drawing/2014/main" id="{EDDFF05D-02A1-54D2-B330-DCDE046C4F21}"/>
              </a:ext>
            </a:extLst>
          </p:cNvPr>
          <p:cNvSpPr/>
          <p:nvPr/>
        </p:nvSpPr>
        <p:spPr>
          <a:xfrm>
            <a:off x="594360" y="42245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39" name="Rectangle 12338">
            <a:extLst>
              <a:ext uri="{FF2B5EF4-FFF2-40B4-BE49-F238E27FC236}">
                <a16:creationId xmlns:a16="http://schemas.microsoft.com/office/drawing/2014/main" id="{C574AF8E-F98F-53FC-8242-A5C10AACC573}"/>
              </a:ext>
            </a:extLst>
          </p:cNvPr>
          <p:cNvSpPr/>
          <p:nvPr/>
        </p:nvSpPr>
        <p:spPr>
          <a:xfrm>
            <a:off x="795528" y="42382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C. Ask a colleague to submit your preferred choice secretly.</a:t>
            </a:r>
          </a:p>
          <a:p>
            <a:pPr algn="l">
              <a:buNone/>
            </a:pPr>
            <a:r>
              <a:rPr lang="en-US" sz="100">
                <a:effectLst/>
              </a:rPr>
              <a:t> </a:t>
            </a:r>
            <a:endParaRPr lang="en-US"/>
          </a:p>
        </p:txBody>
      </p:sp>
      <p:sp>
        <p:nvSpPr>
          <p:cNvPr id="12352" name="Rectangle 12351">
            <a:extLst>
              <a:ext uri="{FF2B5EF4-FFF2-40B4-BE49-F238E27FC236}">
                <a16:creationId xmlns:a16="http://schemas.microsoft.com/office/drawing/2014/main" id="{DAA6809C-83B8-AEAA-95FE-21F40B4947CB}"/>
              </a:ext>
            </a:extLst>
          </p:cNvPr>
          <p:cNvSpPr/>
          <p:nvPr/>
        </p:nvSpPr>
        <p:spPr>
          <a:xfrm>
            <a:off x="594360" y="49103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66" name="Rectangle 12365">
            <a:extLst>
              <a:ext uri="{FF2B5EF4-FFF2-40B4-BE49-F238E27FC236}">
                <a16:creationId xmlns:a16="http://schemas.microsoft.com/office/drawing/2014/main" id="{74808AE6-2053-CF38-91C1-0F8C30E75651}"/>
              </a:ext>
            </a:extLst>
          </p:cNvPr>
          <p:cNvSpPr/>
          <p:nvPr/>
        </p:nvSpPr>
        <p:spPr>
          <a:xfrm>
            <a:off x="795528" y="49240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D. Wait to disclose until the contract is signed.</a:t>
            </a:r>
          </a:p>
          <a:p>
            <a:pPr algn="l">
              <a:buNone/>
            </a:pPr>
            <a:r>
              <a:rPr lang="en-US" sz="100">
                <a:effectLst/>
              </a:rPr>
              <a:t> </a:t>
            </a:r>
            <a:endParaRPr lang="en-US"/>
          </a:p>
        </p:txBody>
      </p:sp>
      <p:pic>
        <p:nvPicPr>
          <p:cNvPr id="20012" name="synozur-logo" descr="Synozur Alliance official logo">
            <a:extLst>
              <a:ext uri="{FF2B5EF4-FFF2-40B4-BE49-F238E27FC236}">
                <a16:creationId xmlns:a16="http://schemas.microsoft.com/office/drawing/2014/main" id="{455ACDBE-7111-7130-0D2B-146BB6781414}"/>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688135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2381" name="Rectangle 12380">
            <a:extLst>
              <a:ext uri="{FF2B5EF4-FFF2-40B4-BE49-F238E27FC236}">
                <a16:creationId xmlns:a16="http://schemas.microsoft.com/office/drawing/2014/main" id="{99C605EF-0817-6ECB-88E0-DEFA1AB16DBE}"/>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KNOWLEDGE CHECK</a:t>
            </a:r>
          </a:p>
          <a:p>
            <a:pPr algn="l">
              <a:buNone/>
            </a:pPr>
            <a:r>
              <a:rPr lang="en-US" sz="100">
                <a:effectLst/>
              </a:rPr>
              <a:t> </a:t>
            </a:r>
            <a:endParaRPr lang="en-US"/>
          </a:p>
        </p:txBody>
      </p:sp>
      <p:sp>
        <p:nvSpPr>
          <p:cNvPr id="12397" name="Rectangle 12396">
            <a:extLst>
              <a:ext uri="{FF2B5EF4-FFF2-40B4-BE49-F238E27FC236}">
                <a16:creationId xmlns:a16="http://schemas.microsoft.com/office/drawing/2014/main" id="{7B45206B-ACB9-CFBB-F722-D3016020A61B}"/>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Review 02 | Choose one answer</a:t>
            </a:r>
          </a:p>
          <a:p>
            <a:pPr algn="l">
              <a:buNone/>
            </a:pPr>
            <a:r>
              <a:rPr lang="en-US" sz="100">
                <a:effectLst/>
              </a:rPr>
              <a:t> </a:t>
            </a:r>
            <a:endParaRPr lang="en-US"/>
          </a:p>
        </p:txBody>
      </p:sp>
      <p:sp>
        <p:nvSpPr>
          <p:cNvPr id="12414" name="Rectangle 12413">
            <a:extLst>
              <a:ext uri="{FF2B5EF4-FFF2-40B4-BE49-F238E27FC236}">
                <a16:creationId xmlns:a16="http://schemas.microsoft.com/office/drawing/2014/main" id="{9ACCAA42-C5FE-E9D1-FF32-2CF7CB958FB3}"/>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SYN-CON-2026-Q02  |  Suggested assessment item; correct answer and rationale in administrator notes.</a:t>
            </a:r>
          </a:p>
          <a:p>
            <a:pPr algn="l">
              <a:buNone/>
            </a:pPr>
            <a:r>
              <a:rPr lang="en-US" sz="100">
                <a:effectLst/>
              </a:rPr>
              <a:t> </a:t>
            </a:r>
            <a:endParaRPr lang="en-US"/>
          </a:p>
        </p:txBody>
      </p:sp>
      <p:sp>
        <p:nvSpPr>
          <p:cNvPr id="12432" name="Rectangle 12431">
            <a:extLst>
              <a:ext uri="{FF2B5EF4-FFF2-40B4-BE49-F238E27FC236}">
                <a16:creationId xmlns:a16="http://schemas.microsoft.com/office/drawing/2014/main" id="{70BCFAB8-D055-F2E9-4110-184715AC8D9B}"/>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2451" name="Rectangle 12450">
            <a:extLst>
              <a:ext uri="{FF2B5EF4-FFF2-40B4-BE49-F238E27FC236}">
                <a16:creationId xmlns:a16="http://schemas.microsoft.com/office/drawing/2014/main" id="{98E61085-707D-04A9-7AD2-7811EFBAFC29}"/>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13</a:t>
            </a:r>
          </a:p>
          <a:p>
            <a:pPr algn="r">
              <a:buNone/>
            </a:pPr>
            <a:r>
              <a:rPr lang="en-US" sz="100">
                <a:effectLst/>
              </a:rPr>
              <a:t> </a:t>
            </a:r>
            <a:endParaRPr lang="en-US"/>
          </a:p>
        </p:txBody>
      </p:sp>
      <p:sp>
        <p:nvSpPr>
          <p:cNvPr id="12471" name="Rectangle 12470">
            <a:extLst>
              <a:ext uri="{FF2B5EF4-FFF2-40B4-BE49-F238E27FC236}">
                <a16:creationId xmlns:a16="http://schemas.microsoft.com/office/drawing/2014/main" id="{86DB6AC7-29DD-7127-BF1E-D50B9BBDAF2B}"/>
              </a:ext>
            </a:extLst>
          </p:cNvPr>
          <p:cNvSpPr/>
          <p:nvPr/>
        </p:nvSpPr>
        <p:spPr>
          <a:xfrm>
            <a:off x="594360" y="1783080"/>
            <a:ext cx="10881360" cy="960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201134"/>
                </a:solidFill>
                <a:effectLst/>
                <a:latin typeface="Arial" panose="020B0604020202020204" pitchFamily="34" charset="0"/>
              </a:rPr>
              <a:t>A vendor offers an expensive trip during a live selection and asks for secrecy. What is best?</a:t>
            </a:r>
          </a:p>
          <a:p>
            <a:pPr algn="l">
              <a:buNone/>
            </a:pPr>
            <a:r>
              <a:rPr lang="en-US" sz="100">
                <a:effectLst/>
              </a:rPr>
              <a:t> </a:t>
            </a:r>
            <a:endParaRPr lang="en-US"/>
          </a:p>
        </p:txBody>
      </p:sp>
      <p:sp>
        <p:nvSpPr>
          <p:cNvPr id="12492" name="Rectangle 12491">
            <a:extLst>
              <a:ext uri="{FF2B5EF4-FFF2-40B4-BE49-F238E27FC236}">
                <a16:creationId xmlns:a16="http://schemas.microsoft.com/office/drawing/2014/main" id="{8D895221-271F-159A-D5D3-044537CE00EE}"/>
              </a:ext>
            </a:extLst>
          </p:cNvPr>
          <p:cNvSpPr/>
          <p:nvPr/>
        </p:nvSpPr>
        <p:spPr>
          <a:xfrm>
            <a:off x="594360" y="28529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14" name="Rectangle 12513">
            <a:extLst>
              <a:ext uri="{FF2B5EF4-FFF2-40B4-BE49-F238E27FC236}">
                <a16:creationId xmlns:a16="http://schemas.microsoft.com/office/drawing/2014/main" id="{5D8C8DD5-567F-A93C-8593-2C922A7CE9B2}"/>
              </a:ext>
            </a:extLst>
          </p:cNvPr>
          <p:cNvSpPr/>
          <p:nvPr/>
        </p:nvSpPr>
        <p:spPr>
          <a:xfrm>
            <a:off x="795528" y="28666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A. Accept because no money changes hands.</a:t>
            </a:r>
          </a:p>
          <a:p>
            <a:pPr algn="l">
              <a:buNone/>
            </a:pPr>
            <a:r>
              <a:rPr lang="en-US" sz="100">
                <a:effectLst/>
              </a:rPr>
              <a:t> </a:t>
            </a:r>
            <a:endParaRPr lang="en-US"/>
          </a:p>
        </p:txBody>
      </p:sp>
      <p:sp>
        <p:nvSpPr>
          <p:cNvPr id="12537" name="Rectangle 12536">
            <a:extLst>
              <a:ext uri="{FF2B5EF4-FFF2-40B4-BE49-F238E27FC236}">
                <a16:creationId xmlns:a16="http://schemas.microsoft.com/office/drawing/2014/main" id="{6C978D5A-8DA7-2393-9A37-B0304CD2BA24}"/>
              </a:ext>
            </a:extLst>
          </p:cNvPr>
          <p:cNvSpPr/>
          <p:nvPr/>
        </p:nvSpPr>
        <p:spPr>
          <a:xfrm>
            <a:off x="594360" y="35387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61" name="Rectangle 12560">
            <a:extLst>
              <a:ext uri="{FF2B5EF4-FFF2-40B4-BE49-F238E27FC236}">
                <a16:creationId xmlns:a16="http://schemas.microsoft.com/office/drawing/2014/main" id="{8F7CFC8F-AAE9-5A91-074E-9D47828BE015}"/>
              </a:ext>
            </a:extLst>
          </p:cNvPr>
          <p:cNvSpPr/>
          <p:nvPr/>
        </p:nvSpPr>
        <p:spPr>
          <a:xfrm>
            <a:off x="795528" y="35524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B. Accept if it happens outside work hours.</a:t>
            </a:r>
          </a:p>
          <a:p>
            <a:pPr algn="l">
              <a:buNone/>
            </a:pPr>
            <a:r>
              <a:rPr lang="en-US" sz="100">
                <a:effectLst/>
              </a:rPr>
              <a:t> </a:t>
            </a:r>
            <a:endParaRPr lang="en-US"/>
          </a:p>
        </p:txBody>
      </p:sp>
      <p:sp>
        <p:nvSpPr>
          <p:cNvPr id="12586" name="Rectangle 12585">
            <a:extLst>
              <a:ext uri="{FF2B5EF4-FFF2-40B4-BE49-F238E27FC236}">
                <a16:creationId xmlns:a16="http://schemas.microsoft.com/office/drawing/2014/main" id="{4AD75928-2187-5BD1-97BF-6822537F72AC}"/>
              </a:ext>
            </a:extLst>
          </p:cNvPr>
          <p:cNvSpPr/>
          <p:nvPr/>
        </p:nvSpPr>
        <p:spPr>
          <a:xfrm>
            <a:off x="594360" y="42245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612" name="Rectangle 12611">
            <a:extLst>
              <a:ext uri="{FF2B5EF4-FFF2-40B4-BE49-F238E27FC236}">
                <a16:creationId xmlns:a16="http://schemas.microsoft.com/office/drawing/2014/main" id="{61C4C6E9-ED6E-CAAD-F116-9A5B6E4C49F8}"/>
              </a:ext>
            </a:extLst>
          </p:cNvPr>
          <p:cNvSpPr/>
          <p:nvPr/>
        </p:nvSpPr>
        <p:spPr>
          <a:xfrm>
            <a:off x="795528" y="42382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C. Split the expense into small entries.</a:t>
            </a:r>
          </a:p>
          <a:p>
            <a:pPr algn="l">
              <a:buNone/>
            </a:pPr>
            <a:r>
              <a:rPr lang="en-US" sz="100">
                <a:effectLst/>
              </a:rPr>
              <a:t> </a:t>
            </a:r>
            <a:endParaRPr lang="en-US"/>
          </a:p>
        </p:txBody>
      </p:sp>
      <p:sp>
        <p:nvSpPr>
          <p:cNvPr id="12639" name="Rectangle 12638">
            <a:extLst>
              <a:ext uri="{FF2B5EF4-FFF2-40B4-BE49-F238E27FC236}">
                <a16:creationId xmlns:a16="http://schemas.microsoft.com/office/drawing/2014/main" id="{552F83A0-A403-3731-438D-B8A496590766}"/>
              </a:ext>
            </a:extLst>
          </p:cNvPr>
          <p:cNvSpPr/>
          <p:nvPr/>
        </p:nvSpPr>
        <p:spPr>
          <a:xfrm>
            <a:off x="594360" y="49103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667" name="Rectangle 12666">
            <a:extLst>
              <a:ext uri="{FF2B5EF4-FFF2-40B4-BE49-F238E27FC236}">
                <a16:creationId xmlns:a16="http://schemas.microsoft.com/office/drawing/2014/main" id="{E513E3BC-2860-CF5B-65B8-CC55E8995519}"/>
              </a:ext>
            </a:extLst>
          </p:cNvPr>
          <p:cNvSpPr/>
          <p:nvPr/>
        </p:nvSpPr>
        <p:spPr>
          <a:xfrm>
            <a:off x="795528" y="49240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D. Decline or pause and report it for review.</a:t>
            </a:r>
          </a:p>
          <a:p>
            <a:pPr algn="l">
              <a:buNone/>
            </a:pPr>
            <a:r>
              <a:rPr lang="en-US" sz="100">
                <a:effectLst/>
              </a:rPr>
              <a:t> </a:t>
            </a:r>
            <a:endParaRPr lang="en-US"/>
          </a:p>
        </p:txBody>
      </p:sp>
      <p:pic>
        <p:nvPicPr>
          <p:cNvPr id="20013" name="synozur-logo" descr="Synozur Alliance official logo">
            <a:extLst>
              <a:ext uri="{FF2B5EF4-FFF2-40B4-BE49-F238E27FC236}">
                <a16:creationId xmlns:a16="http://schemas.microsoft.com/office/drawing/2014/main" id="{E9DC2FEC-8671-0FCB-7B1C-BA9394F6B4A3}"/>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1632435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2696" name="Rectangle 12695">
            <a:extLst>
              <a:ext uri="{FF2B5EF4-FFF2-40B4-BE49-F238E27FC236}">
                <a16:creationId xmlns:a16="http://schemas.microsoft.com/office/drawing/2014/main" id="{43138E68-5D67-881B-D1CD-B6ADEBA0A60C}"/>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KNOWLEDGE CHECK</a:t>
            </a:r>
          </a:p>
          <a:p>
            <a:pPr algn="l">
              <a:buNone/>
            </a:pPr>
            <a:r>
              <a:rPr lang="en-US" sz="100">
                <a:effectLst/>
              </a:rPr>
              <a:t> </a:t>
            </a:r>
            <a:endParaRPr lang="en-US"/>
          </a:p>
        </p:txBody>
      </p:sp>
      <p:sp>
        <p:nvSpPr>
          <p:cNvPr id="12726" name="Rectangle 12725">
            <a:extLst>
              <a:ext uri="{FF2B5EF4-FFF2-40B4-BE49-F238E27FC236}">
                <a16:creationId xmlns:a16="http://schemas.microsoft.com/office/drawing/2014/main" id="{049D0AEA-F624-112C-D12D-F805DF14842F}"/>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Review 03 | Choose one answer</a:t>
            </a:r>
          </a:p>
          <a:p>
            <a:pPr algn="l">
              <a:buNone/>
            </a:pPr>
            <a:r>
              <a:rPr lang="en-US" sz="100">
                <a:effectLst/>
              </a:rPr>
              <a:t> </a:t>
            </a:r>
            <a:endParaRPr lang="en-US"/>
          </a:p>
        </p:txBody>
      </p:sp>
      <p:sp>
        <p:nvSpPr>
          <p:cNvPr id="12757" name="Rectangle 12756">
            <a:extLst>
              <a:ext uri="{FF2B5EF4-FFF2-40B4-BE49-F238E27FC236}">
                <a16:creationId xmlns:a16="http://schemas.microsoft.com/office/drawing/2014/main" id="{16E9EDAD-0656-C20F-AEC7-C9B28BD32E9B}"/>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SYN-CON-2026-Q03  |  Suggested assessment item; correct answer and rationale in administrator notes.</a:t>
            </a:r>
          </a:p>
          <a:p>
            <a:pPr algn="l">
              <a:buNone/>
            </a:pPr>
            <a:r>
              <a:rPr lang="en-US" sz="100">
                <a:effectLst/>
              </a:rPr>
              <a:t> </a:t>
            </a:r>
            <a:endParaRPr lang="en-US"/>
          </a:p>
        </p:txBody>
      </p:sp>
      <p:sp>
        <p:nvSpPr>
          <p:cNvPr id="12789" name="Rectangle 12788">
            <a:extLst>
              <a:ext uri="{FF2B5EF4-FFF2-40B4-BE49-F238E27FC236}">
                <a16:creationId xmlns:a16="http://schemas.microsoft.com/office/drawing/2014/main" id="{2AF288A1-216C-31AA-2F2E-60DD30CCEF0B}"/>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2822" name="Rectangle 12821">
            <a:extLst>
              <a:ext uri="{FF2B5EF4-FFF2-40B4-BE49-F238E27FC236}">
                <a16:creationId xmlns:a16="http://schemas.microsoft.com/office/drawing/2014/main" id="{BF601BDD-0BB9-B30C-44EE-B1DC882E67EE}"/>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14</a:t>
            </a:r>
          </a:p>
          <a:p>
            <a:pPr algn="r">
              <a:buNone/>
            </a:pPr>
            <a:r>
              <a:rPr lang="en-US" sz="100">
                <a:effectLst/>
              </a:rPr>
              <a:t> </a:t>
            </a:r>
            <a:endParaRPr lang="en-US"/>
          </a:p>
        </p:txBody>
      </p:sp>
      <p:sp>
        <p:nvSpPr>
          <p:cNvPr id="12856" name="Rectangle 12855">
            <a:extLst>
              <a:ext uri="{FF2B5EF4-FFF2-40B4-BE49-F238E27FC236}">
                <a16:creationId xmlns:a16="http://schemas.microsoft.com/office/drawing/2014/main" id="{D7A1B98F-6F1C-2582-F3C2-690318801C27}"/>
              </a:ext>
            </a:extLst>
          </p:cNvPr>
          <p:cNvSpPr/>
          <p:nvPr/>
        </p:nvSpPr>
        <p:spPr>
          <a:xfrm>
            <a:off x="594360" y="1783080"/>
            <a:ext cx="10881360" cy="960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201134"/>
                </a:solidFill>
                <a:effectLst/>
                <a:latin typeface="Arial" panose="020B0604020202020204" pitchFamily="34" charset="0"/>
              </a:rPr>
              <a:t>A manager asks you to backdate an approval to make an audit record look complete. What is best?</a:t>
            </a:r>
          </a:p>
          <a:p>
            <a:pPr algn="l">
              <a:buNone/>
            </a:pPr>
            <a:r>
              <a:rPr lang="en-US" sz="100">
                <a:effectLst/>
              </a:rPr>
              <a:t> </a:t>
            </a:r>
            <a:endParaRPr lang="en-US"/>
          </a:p>
        </p:txBody>
      </p:sp>
      <p:sp>
        <p:nvSpPr>
          <p:cNvPr id="12891" name="Rectangle 12890">
            <a:extLst>
              <a:ext uri="{FF2B5EF4-FFF2-40B4-BE49-F238E27FC236}">
                <a16:creationId xmlns:a16="http://schemas.microsoft.com/office/drawing/2014/main" id="{A9DCE957-943D-7694-D0C6-317ABA33C360}"/>
              </a:ext>
            </a:extLst>
          </p:cNvPr>
          <p:cNvSpPr/>
          <p:nvPr/>
        </p:nvSpPr>
        <p:spPr>
          <a:xfrm>
            <a:off x="594360" y="28529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927" name="Rectangle 12926">
            <a:extLst>
              <a:ext uri="{FF2B5EF4-FFF2-40B4-BE49-F238E27FC236}">
                <a16:creationId xmlns:a16="http://schemas.microsoft.com/office/drawing/2014/main" id="{5E702F69-5AAD-AADD-A42F-0080F682C40A}"/>
              </a:ext>
            </a:extLst>
          </p:cNvPr>
          <p:cNvSpPr/>
          <p:nvPr/>
        </p:nvSpPr>
        <p:spPr>
          <a:xfrm>
            <a:off x="795528" y="28666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A. Do it because the manager is accountable.</a:t>
            </a:r>
          </a:p>
          <a:p>
            <a:pPr algn="l">
              <a:buNone/>
            </a:pPr>
            <a:r>
              <a:rPr lang="en-US" sz="100">
                <a:effectLst/>
              </a:rPr>
              <a:t> </a:t>
            </a:r>
            <a:endParaRPr lang="en-US"/>
          </a:p>
        </p:txBody>
      </p:sp>
      <p:sp>
        <p:nvSpPr>
          <p:cNvPr id="12964" name="Rectangle 12963">
            <a:extLst>
              <a:ext uri="{FF2B5EF4-FFF2-40B4-BE49-F238E27FC236}">
                <a16:creationId xmlns:a16="http://schemas.microsoft.com/office/drawing/2014/main" id="{3A3E31E7-7F52-31B4-056F-17B586DD31B3}"/>
              </a:ext>
            </a:extLst>
          </p:cNvPr>
          <p:cNvSpPr/>
          <p:nvPr/>
        </p:nvSpPr>
        <p:spPr>
          <a:xfrm>
            <a:off x="594360" y="35387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002" name="Rectangle 13001">
            <a:extLst>
              <a:ext uri="{FF2B5EF4-FFF2-40B4-BE49-F238E27FC236}">
                <a16:creationId xmlns:a16="http://schemas.microsoft.com/office/drawing/2014/main" id="{D09C242A-2E0C-4BDA-3C1F-305A6C399F53}"/>
              </a:ext>
            </a:extLst>
          </p:cNvPr>
          <p:cNvSpPr/>
          <p:nvPr/>
        </p:nvSpPr>
        <p:spPr>
          <a:xfrm>
            <a:off x="795528" y="35524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B. Decline; keep the record accurate and raise the concern.</a:t>
            </a:r>
          </a:p>
          <a:p>
            <a:pPr algn="l">
              <a:buNone/>
            </a:pPr>
            <a:r>
              <a:rPr lang="en-US" sz="100">
                <a:effectLst/>
              </a:rPr>
              <a:t> </a:t>
            </a:r>
            <a:endParaRPr lang="en-US"/>
          </a:p>
        </p:txBody>
      </p:sp>
      <p:sp>
        <p:nvSpPr>
          <p:cNvPr id="13041" name="Rectangle 13040">
            <a:extLst>
              <a:ext uri="{FF2B5EF4-FFF2-40B4-BE49-F238E27FC236}">
                <a16:creationId xmlns:a16="http://schemas.microsoft.com/office/drawing/2014/main" id="{093AB47B-C289-5A23-3BAC-9F5BDC10B6FD}"/>
              </a:ext>
            </a:extLst>
          </p:cNvPr>
          <p:cNvSpPr/>
          <p:nvPr/>
        </p:nvSpPr>
        <p:spPr>
          <a:xfrm>
            <a:off x="594360" y="42245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081" name="Rectangle 13080">
            <a:extLst>
              <a:ext uri="{FF2B5EF4-FFF2-40B4-BE49-F238E27FC236}">
                <a16:creationId xmlns:a16="http://schemas.microsoft.com/office/drawing/2014/main" id="{4D4255C0-15F9-FB86-3B4D-A46B17795545}"/>
              </a:ext>
            </a:extLst>
          </p:cNvPr>
          <p:cNvSpPr/>
          <p:nvPr/>
        </p:nvSpPr>
        <p:spPr>
          <a:xfrm>
            <a:off x="795528" y="42382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C. Delete the incomplete record.</a:t>
            </a:r>
          </a:p>
          <a:p>
            <a:pPr algn="l">
              <a:buNone/>
            </a:pPr>
            <a:r>
              <a:rPr lang="en-US" sz="100">
                <a:effectLst/>
              </a:rPr>
              <a:t> </a:t>
            </a:r>
            <a:endParaRPr lang="en-US"/>
          </a:p>
        </p:txBody>
      </p:sp>
      <p:sp>
        <p:nvSpPr>
          <p:cNvPr id="13122" name="Rectangle 13121">
            <a:extLst>
              <a:ext uri="{FF2B5EF4-FFF2-40B4-BE49-F238E27FC236}">
                <a16:creationId xmlns:a16="http://schemas.microsoft.com/office/drawing/2014/main" id="{754D5B40-6031-5661-1303-777269AD68DC}"/>
              </a:ext>
            </a:extLst>
          </p:cNvPr>
          <p:cNvSpPr/>
          <p:nvPr/>
        </p:nvSpPr>
        <p:spPr>
          <a:xfrm>
            <a:off x="594360" y="49103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164" name="Rectangle 13163">
            <a:extLst>
              <a:ext uri="{FF2B5EF4-FFF2-40B4-BE49-F238E27FC236}">
                <a16:creationId xmlns:a16="http://schemas.microsoft.com/office/drawing/2014/main" id="{1F21855E-86B5-A056-27AC-E0CCDD9CF415}"/>
              </a:ext>
            </a:extLst>
          </p:cNvPr>
          <p:cNvSpPr/>
          <p:nvPr/>
        </p:nvSpPr>
        <p:spPr>
          <a:xfrm>
            <a:off x="795528" y="49240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D. Ask AI to create a plausible earlier record.</a:t>
            </a:r>
          </a:p>
          <a:p>
            <a:pPr algn="l">
              <a:buNone/>
            </a:pPr>
            <a:r>
              <a:rPr lang="en-US" sz="100">
                <a:effectLst/>
              </a:rPr>
              <a:t> </a:t>
            </a:r>
            <a:endParaRPr lang="en-US"/>
          </a:p>
        </p:txBody>
      </p:sp>
      <p:pic>
        <p:nvPicPr>
          <p:cNvPr id="20014" name="synozur-logo" descr="Synozur Alliance official logo">
            <a:extLst>
              <a:ext uri="{FF2B5EF4-FFF2-40B4-BE49-F238E27FC236}">
                <a16:creationId xmlns:a16="http://schemas.microsoft.com/office/drawing/2014/main" id="{1B977957-ABCD-D7CB-1BC3-2460F92E61E6}"/>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2144855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3207" name="Rectangle 13206">
            <a:extLst>
              <a:ext uri="{FF2B5EF4-FFF2-40B4-BE49-F238E27FC236}">
                <a16:creationId xmlns:a16="http://schemas.microsoft.com/office/drawing/2014/main" id="{37A8052D-C58E-DA4B-A08E-78561CD81FB7}"/>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KNOWLEDGE CHECK</a:t>
            </a:r>
          </a:p>
          <a:p>
            <a:pPr algn="l">
              <a:buNone/>
            </a:pPr>
            <a:r>
              <a:rPr lang="en-US" sz="100">
                <a:effectLst/>
              </a:rPr>
              <a:t> </a:t>
            </a:r>
            <a:endParaRPr lang="en-US"/>
          </a:p>
        </p:txBody>
      </p:sp>
      <p:sp>
        <p:nvSpPr>
          <p:cNvPr id="13251" name="Rectangle 13250">
            <a:extLst>
              <a:ext uri="{FF2B5EF4-FFF2-40B4-BE49-F238E27FC236}">
                <a16:creationId xmlns:a16="http://schemas.microsoft.com/office/drawing/2014/main" id="{7D0A25AE-93C8-D096-3FDB-D5740113220C}"/>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Review 04 | Choose one answer</a:t>
            </a:r>
          </a:p>
          <a:p>
            <a:pPr algn="l">
              <a:buNone/>
            </a:pPr>
            <a:r>
              <a:rPr lang="en-US" sz="100">
                <a:effectLst/>
              </a:rPr>
              <a:t> </a:t>
            </a:r>
            <a:endParaRPr lang="en-US"/>
          </a:p>
        </p:txBody>
      </p:sp>
      <p:sp>
        <p:nvSpPr>
          <p:cNvPr id="13296" name="Rectangle 13295">
            <a:extLst>
              <a:ext uri="{FF2B5EF4-FFF2-40B4-BE49-F238E27FC236}">
                <a16:creationId xmlns:a16="http://schemas.microsoft.com/office/drawing/2014/main" id="{A064EF21-4E1E-1EED-6D53-8C9B5DCD2B99}"/>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SYN-CON-2026-Q04  |  Suggested assessment item; correct answer and rationale in administrator notes.</a:t>
            </a:r>
          </a:p>
          <a:p>
            <a:pPr algn="l">
              <a:buNone/>
            </a:pPr>
            <a:r>
              <a:rPr lang="en-US" sz="100">
                <a:effectLst/>
              </a:rPr>
              <a:t> </a:t>
            </a:r>
            <a:endParaRPr lang="en-US"/>
          </a:p>
        </p:txBody>
      </p:sp>
      <p:sp>
        <p:nvSpPr>
          <p:cNvPr id="13342" name="Rectangle 13341">
            <a:extLst>
              <a:ext uri="{FF2B5EF4-FFF2-40B4-BE49-F238E27FC236}">
                <a16:creationId xmlns:a16="http://schemas.microsoft.com/office/drawing/2014/main" id="{BF6B86BC-3569-37C4-E535-EF3009DFF867}"/>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3389" name="Rectangle 13388">
            <a:extLst>
              <a:ext uri="{FF2B5EF4-FFF2-40B4-BE49-F238E27FC236}">
                <a16:creationId xmlns:a16="http://schemas.microsoft.com/office/drawing/2014/main" id="{AAF89458-504C-1F8F-2CAA-1C9E89766956}"/>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15</a:t>
            </a:r>
          </a:p>
          <a:p>
            <a:pPr algn="r">
              <a:buNone/>
            </a:pPr>
            <a:r>
              <a:rPr lang="en-US" sz="100">
                <a:effectLst/>
              </a:rPr>
              <a:t> </a:t>
            </a:r>
            <a:endParaRPr lang="en-US"/>
          </a:p>
        </p:txBody>
      </p:sp>
      <p:sp>
        <p:nvSpPr>
          <p:cNvPr id="13437" name="Rectangle 13436">
            <a:extLst>
              <a:ext uri="{FF2B5EF4-FFF2-40B4-BE49-F238E27FC236}">
                <a16:creationId xmlns:a16="http://schemas.microsoft.com/office/drawing/2014/main" id="{3D8CA416-C954-25FA-5AD1-81B5C54E3318}"/>
              </a:ext>
            </a:extLst>
          </p:cNvPr>
          <p:cNvSpPr/>
          <p:nvPr/>
        </p:nvSpPr>
        <p:spPr>
          <a:xfrm>
            <a:off x="594360" y="1783080"/>
            <a:ext cx="10881360" cy="960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201134"/>
                </a:solidFill>
                <a:effectLst/>
                <a:latin typeface="Arial" panose="020B0604020202020204" pitchFamily="34" charset="0"/>
              </a:rPr>
              <a:t>You believe the person who normally receives concerns is involved. What is best?</a:t>
            </a:r>
          </a:p>
          <a:p>
            <a:pPr algn="l">
              <a:buNone/>
            </a:pPr>
            <a:r>
              <a:rPr lang="en-US" sz="100">
                <a:effectLst/>
              </a:rPr>
              <a:t> </a:t>
            </a:r>
            <a:endParaRPr lang="en-US"/>
          </a:p>
        </p:txBody>
      </p:sp>
      <p:sp>
        <p:nvSpPr>
          <p:cNvPr id="13486" name="Rectangle 13485">
            <a:extLst>
              <a:ext uri="{FF2B5EF4-FFF2-40B4-BE49-F238E27FC236}">
                <a16:creationId xmlns:a16="http://schemas.microsoft.com/office/drawing/2014/main" id="{1C17AE37-17D7-EBA9-7355-C09F89A2BFD2}"/>
              </a:ext>
            </a:extLst>
          </p:cNvPr>
          <p:cNvSpPr/>
          <p:nvPr/>
        </p:nvSpPr>
        <p:spPr>
          <a:xfrm>
            <a:off x="594360" y="28529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536" name="Rectangle 13535">
            <a:extLst>
              <a:ext uri="{FF2B5EF4-FFF2-40B4-BE49-F238E27FC236}">
                <a16:creationId xmlns:a16="http://schemas.microsoft.com/office/drawing/2014/main" id="{827BE632-5E0C-35CC-CFE3-5EE52CC89284}"/>
              </a:ext>
            </a:extLst>
          </p:cNvPr>
          <p:cNvSpPr/>
          <p:nvPr/>
        </p:nvSpPr>
        <p:spPr>
          <a:xfrm>
            <a:off x="795528" y="28666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A. Stay silent until you have proof.</a:t>
            </a:r>
          </a:p>
          <a:p>
            <a:pPr algn="l">
              <a:buNone/>
            </a:pPr>
            <a:r>
              <a:rPr lang="en-US" sz="100">
                <a:effectLst/>
              </a:rPr>
              <a:t> </a:t>
            </a:r>
            <a:endParaRPr lang="en-US"/>
          </a:p>
        </p:txBody>
      </p:sp>
      <p:sp>
        <p:nvSpPr>
          <p:cNvPr id="13587" name="Rectangle 13586">
            <a:extLst>
              <a:ext uri="{FF2B5EF4-FFF2-40B4-BE49-F238E27FC236}">
                <a16:creationId xmlns:a16="http://schemas.microsoft.com/office/drawing/2014/main" id="{EE4905D4-67DB-F7CD-106D-BEDA7CABDF86}"/>
              </a:ext>
            </a:extLst>
          </p:cNvPr>
          <p:cNvSpPr/>
          <p:nvPr/>
        </p:nvSpPr>
        <p:spPr>
          <a:xfrm>
            <a:off x="594360" y="35387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639" name="Rectangle 13638">
            <a:extLst>
              <a:ext uri="{FF2B5EF4-FFF2-40B4-BE49-F238E27FC236}">
                <a16:creationId xmlns:a16="http://schemas.microsoft.com/office/drawing/2014/main" id="{C0C9587D-1269-B4D8-5915-F930BD3B8669}"/>
              </a:ext>
            </a:extLst>
          </p:cNvPr>
          <p:cNvSpPr/>
          <p:nvPr/>
        </p:nvSpPr>
        <p:spPr>
          <a:xfrm>
            <a:off x="795528" y="35524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B. Post the allegation publicly.</a:t>
            </a:r>
          </a:p>
          <a:p>
            <a:pPr algn="l">
              <a:buNone/>
            </a:pPr>
            <a:r>
              <a:rPr lang="en-US" sz="100">
                <a:effectLst/>
              </a:rPr>
              <a:t> </a:t>
            </a:r>
            <a:endParaRPr lang="en-US"/>
          </a:p>
        </p:txBody>
      </p:sp>
      <p:sp>
        <p:nvSpPr>
          <p:cNvPr id="13692" name="Rectangle 13691">
            <a:extLst>
              <a:ext uri="{FF2B5EF4-FFF2-40B4-BE49-F238E27FC236}">
                <a16:creationId xmlns:a16="http://schemas.microsoft.com/office/drawing/2014/main" id="{9B08C9BD-4751-678F-569E-F9E900B445D1}"/>
              </a:ext>
            </a:extLst>
          </p:cNvPr>
          <p:cNvSpPr/>
          <p:nvPr/>
        </p:nvSpPr>
        <p:spPr>
          <a:xfrm>
            <a:off x="594360" y="42245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746" name="Rectangle 13745">
            <a:extLst>
              <a:ext uri="{FF2B5EF4-FFF2-40B4-BE49-F238E27FC236}">
                <a16:creationId xmlns:a16="http://schemas.microsoft.com/office/drawing/2014/main" id="{C302305B-AD6B-F4FC-CF13-3E30516E99C6}"/>
              </a:ext>
            </a:extLst>
          </p:cNvPr>
          <p:cNvSpPr/>
          <p:nvPr/>
        </p:nvSpPr>
        <p:spPr>
          <a:xfrm>
            <a:off x="795528" y="42382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C. Use the approved alternate reporting route and describe facts.</a:t>
            </a:r>
          </a:p>
          <a:p>
            <a:pPr algn="l">
              <a:buNone/>
            </a:pPr>
            <a:r>
              <a:rPr lang="en-US" sz="100">
                <a:effectLst/>
              </a:rPr>
              <a:t> </a:t>
            </a:r>
            <a:endParaRPr lang="en-US"/>
          </a:p>
        </p:txBody>
      </p:sp>
      <p:sp>
        <p:nvSpPr>
          <p:cNvPr id="13801" name="Rectangle 13800">
            <a:extLst>
              <a:ext uri="{FF2B5EF4-FFF2-40B4-BE49-F238E27FC236}">
                <a16:creationId xmlns:a16="http://schemas.microsoft.com/office/drawing/2014/main" id="{F7F7BDA8-4432-D2BD-C258-F23296FC335A}"/>
              </a:ext>
            </a:extLst>
          </p:cNvPr>
          <p:cNvSpPr/>
          <p:nvPr/>
        </p:nvSpPr>
        <p:spPr>
          <a:xfrm>
            <a:off x="594360" y="49103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857" name="Rectangle 13856">
            <a:extLst>
              <a:ext uri="{FF2B5EF4-FFF2-40B4-BE49-F238E27FC236}">
                <a16:creationId xmlns:a16="http://schemas.microsoft.com/office/drawing/2014/main" id="{5348B852-01B8-A90C-0B57-F8B25D2AE298}"/>
              </a:ext>
            </a:extLst>
          </p:cNvPr>
          <p:cNvSpPr/>
          <p:nvPr/>
        </p:nvSpPr>
        <p:spPr>
          <a:xfrm>
            <a:off x="795528" y="49240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D. Investigate their private accounts yourself.</a:t>
            </a:r>
          </a:p>
          <a:p>
            <a:pPr algn="l">
              <a:buNone/>
            </a:pPr>
            <a:r>
              <a:rPr lang="en-US" sz="100">
                <a:effectLst/>
              </a:rPr>
              <a:t> </a:t>
            </a:r>
            <a:endParaRPr lang="en-US"/>
          </a:p>
        </p:txBody>
      </p:sp>
      <p:pic>
        <p:nvPicPr>
          <p:cNvPr id="20015" name="synozur-logo" descr="Synozur Alliance official logo">
            <a:extLst>
              <a:ext uri="{FF2B5EF4-FFF2-40B4-BE49-F238E27FC236}">
                <a16:creationId xmlns:a16="http://schemas.microsoft.com/office/drawing/2014/main" id="{2C64119C-BC74-AEB0-C2D3-F16D2B4EB6E8}"/>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42588423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3914" name="Rectangle 13913">
            <a:extLst>
              <a:ext uri="{FF2B5EF4-FFF2-40B4-BE49-F238E27FC236}">
                <a16:creationId xmlns:a16="http://schemas.microsoft.com/office/drawing/2014/main" id="{5FAEBEDC-4113-10F7-6ACF-DC443694A5F1}"/>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KNOWLEDGE CHECK</a:t>
            </a:r>
          </a:p>
          <a:p>
            <a:pPr algn="l">
              <a:buNone/>
            </a:pPr>
            <a:r>
              <a:rPr lang="en-US" sz="100">
                <a:effectLst/>
              </a:rPr>
              <a:t> </a:t>
            </a:r>
            <a:endParaRPr lang="en-US"/>
          </a:p>
        </p:txBody>
      </p:sp>
      <p:sp>
        <p:nvSpPr>
          <p:cNvPr id="13972" name="Rectangle 13971">
            <a:extLst>
              <a:ext uri="{FF2B5EF4-FFF2-40B4-BE49-F238E27FC236}">
                <a16:creationId xmlns:a16="http://schemas.microsoft.com/office/drawing/2014/main" id="{CD253306-89A2-58C5-5AFE-43DC739503C7}"/>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Review 05 | Choose one answer</a:t>
            </a:r>
          </a:p>
          <a:p>
            <a:pPr algn="l">
              <a:buNone/>
            </a:pPr>
            <a:r>
              <a:rPr lang="en-US" sz="100">
                <a:effectLst/>
              </a:rPr>
              <a:t> </a:t>
            </a:r>
            <a:endParaRPr lang="en-US"/>
          </a:p>
        </p:txBody>
      </p:sp>
      <p:sp>
        <p:nvSpPr>
          <p:cNvPr id="14031" name="Rectangle 14030">
            <a:extLst>
              <a:ext uri="{FF2B5EF4-FFF2-40B4-BE49-F238E27FC236}">
                <a16:creationId xmlns:a16="http://schemas.microsoft.com/office/drawing/2014/main" id="{BB8CDA6B-C440-DFB4-7400-CA963CDEFA6E}"/>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SYN-CON-2026-Q05  |  Suggested assessment item; correct answer and rationale in administrator notes.</a:t>
            </a:r>
          </a:p>
          <a:p>
            <a:pPr algn="l">
              <a:buNone/>
            </a:pPr>
            <a:r>
              <a:rPr lang="en-US" sz="100">
                <a:effectLst/>
              </a:rPr>
              <a:t> </a:t>
            </a:r>
            <a:endParaRPr lang="en-US"/>
          </a:p>
        </p:txBody>
      </p:sp>
      <p:sp>
        <p:nvSpPr>
          <p:cNvPr id="14091" name="Rectangle 14090">
            <a:extLst>
              <a:ext uri="{FF2B5EF4-FFF2-40B4-BE49-F238E27FC236}">
                <a16:creationId xmlns:a16="http://schemas.microsoft.com/office/drawing/2014/main" id="{EA4F1B98-698F-7667-D835-0302767D5DC1}"/>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4152" name="Rectangle 14151">
            <a:extLst>
              <a:ext uri="{FF2B5EF4-FFF2-40B4-BE49-F238E27FC236}">
                <a16:creationId xmlns:a16="http://schemas.microsoft.com/office/drawing/2014/main" id="{1DEBBE6B-F87F-AFDB-AE91-893052C95C93}"/>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16</a:t>
            </a:r>
          </a:p>
          <a:p>
            <a:pPr algn="r">
              <a:buNone/>
            </a:pPr>
            <a:r>
              <a:rPr lang="en-US" sz="100">
                <a:effectLst/>
              </a:rPr>
              <a:t> </a:t>
            </a:r>
            <a:endParaRPr lang="en-US"/>
          </a:p>
        </p:txBody>
      </p:sp>
      <p:sp>
        <p:nvSpPr>
          <p:cNvPr id="14214" name="Rectangle 14213">
            <a:extLst>
              <a:ext uri="{FF2B5EF4-FFF2-40B4-BE49-F238E27FC236}">
                <a16:creationId xmlns:a16="http://schemas.microsoft.com/office/drawing/2014/main" id="{4648FA17-61E7-B94D-9F15-C53DE0130950}"/>
              </a:ext>
            </a:extLst>
          </p:cNvPr>
          <p:cNvSpPr/>
          <p:nvPr/>
        </p:nvSpPr>
        <p:spPr>
          <a:xfrm>
            <a:off x="594360" y="1783080"/>
            <a:ext cx="10881360" cy="960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201134"/>
                </a:solidFill>
                <a:effectLst/>
                <a:latin typeface="Arial" panose="020B0604020202020204" pitchFamily="34" charset="0"/>
              </a:rPr>
              <a:t>An AI draft says Synozur is NIST-certified, but you have no supporting evidence. What is best?</a:t>
            </a:r>
          </a:p>
          <a:p>
            <a:pPr algn="l">
              <a:buNone/>
            </a:pPr>
            <a:r>
              <a:rPr lang="en-US" sz="100">
                <a:effectLst/>
              </a:rPr>
              <a:t> </a:t>
            </a:r>
            <a:endParaRPr lang="en-US"/>
          </a:p>
        </p:txBody>
      </p:sp>
      <p:sp>
        <p:nvSpPr>
          <p:cNvPr id="14277" name="Rectangle 14276">
            <a:extLst>
              <a:ext uri="{FF2B5EF4-FFF2-40B4-BE49-F238E27FC236}">
                <a16:creationId xmlns:a16="http://schemas.microsoft.com/office/drawing/2014/main" id="{8BE73050-B8B9-5C03-625B-7A1034AC4D14}"/>
              </a:ext>
            </a:extLst>
          </p:cNvPr>
          <p:cNvSpPr/>
          <p:nvPr/>
        </p:nvSpPr>
        <p:spPr>
          <a:xfrm>
            <a:off x="594360" y="28529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341" name="Rectangle 14340">
            <a:extLst>
              <a:ext uri="{FF2B5EF4-FFF2-40B4-BE49-F238E27FC236}">
                <a16:creationId xmlns:a16="http://schemas.microsoft.com/office/drawing/2014/main" id="{D4216E0B-CD37-1D90-433F-9C3989139423}"/>
              </a:ext>
            </a:extLst>
          </p:cNvPr>
          <p:cNvSpPr/>
          <p:nvPr/>
        </p:nvSpPr>
        <p:spPr>
          <a:xfrm>
            <a:off x="795528" y="28666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A. Remove or correct the claim and obtain an approved, evidence-based description.</a:t>
            </a:r>
          </a:p>
          <a:p>
            <a:pPr algn="l">
              <a:buNone/>
            </a:pPr>
            <a:r>
              <a:rPr lang="en-US" sz="100">
                <a:effectLst/>
              </a:rPr>
              <a:t> </a:t>
            </a:r>
            <a:endParaRPr lang="en-US"/>
          </a:p>
        </p:txBody>
      </p:sp>
      <p:sp>
        <p:nvSpPr>
          <p:cNvPr id="14406" name="Rectangle 14405">
            <a:extLst>
              <a:ext uri="{FF2B5EF4-FFF2-40B4-BE49-F238E27FC236}">
                <a16:creationId xmlns:a16="http://schemas.microsoft.com/office/drawing/2014/main" id="{18FFA3C3-C91E-063F-FEA1-E28F3D67824D}"/>
              </a:ext>
            </a:extLst>
          </p:cNvPr>
          <p:cNvSpPr/>
          <p:nvPr/>
        </p:nvSpPr>
        <p:spPr>
          <a:xfrm>
            <a:off x="594360" y="35387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472" name="Rectangle 14471">
            <a:extLst>
              <a:ext uri="{FF2B5EF4-FFF2-40B4-BE49-F238E27FC236}">
                <a16:creationId xmlns:a16="http://schemas.microsoft.com/office/drawing/2014/main" id="{DACB0E91-92B6-C667-BCF7-4C46A9504BA6}"/>
              </a:ext>
            </a:extLst>
          </p:cNvPr>
          <p:cNvSpPr/>
          <p:nvPr/>
        </p:nvSpPr>
        <p:spPr>
          <a:xfrm>
            <a:off x="795528" y="35524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B. Keep it because an AI system wrote it.</a:t>
            </a:r>
          </a:p>
          <a:p>
            <a:pPr algn="l">
              <a:buNone/>
            </a:pPr>
            <a:r>
              <a:rPr lang="en-US" sz="100">
                <a:effectLst/>
              </a:rPr>
              <a:t> </a:t>
            </a:r>
            <a:endParaRPr lang="en-US"/>
          </a:p>
        </p:txBody>
      </p:sp>
      <p:sp>
        <p:nvSpPr>
          <p:cNvPr id="14539" name="Rectangle 14538">
            <a:extLst>
              <a:ext uri="{FF2B5EF4-FFF2-40B4-BE49-F238E27FC236}">
                <a16:creationId xmlns:a16="http://schemas.microsoft.com/office/drawing/2014/main" id="{2AD03461-61FF-1DCF-C412-C995F63BE7E3}"/>
              </a:ext>
            </a:extLst>
          </p:cNvPr>
          <p:cNvSpPr/>
          <p:nvPr/>
        </p:nvSpPr>
        <p:spPr>
          <a:xfrm>
            <a:off x="594360" y="42245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607" name="Rectangle 14606">
            <a:extLst>
              <a:ext uri="{FF2B5EF4-FFF2-40B4-BE49-F238E27FC236}">
                <a16:creationId xmlns:a16="http://schemas.microsoft.com/office/drawing/2014/main" id="{416AEA2C-6F11-8CD1-ED86-CC21AF711516}"/>
              </a:ext>
            </a:extLst>
          </p:cNvPr>
          <p:cNvSpPr/>
          <p:nvPr/>
        </p:nvSpPr>
        <p:spPr>
          <a:xfrm>
            <a:off x="795528" y="42382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C. Keep it if a training course was completed.</a:t>
            </a:r>
          </a:p>
          <a:p>
            <a:pPr algn="l">
              <a:buNone/>
            </a:pPr>
            <a:r>
              <a:rPr lang="en-US" sz="100">
                <a:effectLst/>
              </a:rPr>
              <a:t> </a:t>
            </a:r>
            <a:endParaRPr lang="en-US"/>
          </a:p>
        </p:txBody>
      </p:sp>
      <p:sp>
        <p:nvSpPr>
          <p:cNvPr id="14676" name="Rectangle 14675">
            <a:extLst>
              <a:ext uri="{FF2B5EF4-FFF2-40B4-BE49-F238E27FC236}">
                <a16:creationId xmlns:a16="http://schemas.microsoft.com/office/drawing/2014/main" id="{483A3112-A977-B542-6ED0-E2858EDCAD6F}"/>
              </a:ext>
            </a:extLst>
          </p:cNvPr>
          <p:cNvSpPr/>
          <p:nvPr/>
        </p:nvSpPr>
        <p:spPr>
          <a:xfrm>
            <a:off x="594360" y="49103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746" name="Rectangle 14745">
            <a:extLst>
              <a:ext uri="{FF2B5EF4-FFF2-40B4-BE49-F238E27FC236}">
                <a16:creationId xmlns:a16="http://schemas.microsoft.com/office/drawing/2014/main" id="{7D73A41C-1A12-1871-A836-C96755B0A6D3}"/>
              </a:ext>
            </a:extLst>
          </p:cNvPr>
          <p:cNvSpPr/>
          <p:nvPr/>
        </p:nvSpPr>
        <p:spPr>
          <a:xfrm>
            <a:off x="795528" y="49240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D. Publish it first and verify later.</a:t>
            </a:r>
          </a:p>
          <a:p>
            <a:pPr algn="l">
              <a:buNone/>
            </a:pPr>
            <a:r>
              <a:rPr lang="en-US" sz="100">
                <a:effectLst/>
              </a:rPr>
              <a:t> </a:t>
            </a:r>
            <a:endParaRPr lang="en-US"/>
          </a:p>
        </p:txBody>
      </p:sp>
      <p:pic>
        <p:nvPicPr>
          <p:cNvPr id="20016" name="synozur-logo" descr="Synozur Alliance official logo">
            <a:extLst>
              <a:ext uri="{FF2B5EF4-FFF2-40B4-BE49-F238E27FC236}">
                <a16:creationId xmlns:a16="http://schemas.microsoft.com/office/drawing/2014/main" id="{619A86EC-1965-660D-B2BA-76A76B6DC2DE}"/>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2783002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4817" name="Rectangle 14816">
            <a:extLst>
              <a:ext uri="{FF2B5EF4-FFF2-40B4-BE49-F238E27FC236}">
                <a16:creationId xmlns:a16="http://schemas.microsoft.com/office/drawing/2014/main" id="{564D33D6-E43E-66EE-DB87-DD590C7ED563}"/>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ACKNOWLEDGEMENT | PROPOSED WORDING</a:t>
            </a:r>
          </a:p>
          <a:p>
            <a:pPr algn="l">
              <a:buNone/>
            </a:pPr>
            <a:r>
              <a:rPr lang="en-US" sz="100">
                <a:effectLst/>
              </a:rPr>
              <a:t> </a:t>
            </a:r>
            <a:endParaRPr lang="en-US"/>
          </a:p>
        </p:txBody>
      </p:sp>
      <p:sp>
        <p:nvSpPr>
          <p:cNvPr id="14889" name="Rectangle 14888">
            <a:extLst>
              <a:ext uri="{FF2B5EF4-FFF2-40B4-BE49-F238E27FC236}">
                <a16:creationId xmlns:a16="http://schemas.microsoft.com/office/drawing/2014/main" id="{CF4B122E-6A4C-20F8-C828-FD3DADD6CF77}"/>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Record your annual attestation</a:t>
            </a:r>
          </a:p>
          <a:p>
            <a:pPr algn="l">
              <a:buNone/>
            </a:pPr>
            <a:r>
              <a:rPr lang="en-US" sz="100">
                <a:effectLst/>
              </a:rPr>
              <a:t> </a:t>
            </a:r>
            <a:endParaRPr lang="en-US"/>
          </a:p>
        </p:txBody>
      </p:sp>
      <p:sp>
        <p:nvSpPr>
          <p:cNvPr id="14962" name="Rectangle 14961">
            <a:extLst>
              <a:ext uri="{FF2B5EF4-FFF2-40B4-BE49-F238E27FC236}">
                <a16:creationId xmlns:a16="http://schemas.microsoft.com/office/drawing/2014/main" id="{8F162B3D-30EB-B66F-A79D-647FA20689E1}"/>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Individual acknowledgement is separate from the review score and from any organizational assessment.</a:t>
            </a:r>
          </a:p>
          <a:p>
            <a:pPr algn="l">
              <a:buNone/>
            </a:pPr>
            <a:r>
              <a:rPr lang="en-US" sz="100">
                <a:effectLst/>
              </a:rPr>
              <a:t> </a:t>
            </a:r>
            <a:endParaRPr lang="en-US"/>
          </a:p>
        </p:txBody>
      </p:sp>
      <p:sp>
        <p:nvSpPr>
          <p:cNvPr id="15036" name="Rectangle 15035">
            <a:extLst>
              <a:ext uri="{FF2B5EF4-FFF2-40B4-BE49-F238E27FC236}">
                <a16:creationId xmlns:a16="http://schemas.microsoft.com/office/drawing/2014/main" id="{565EF8DF-5591-212F-CC16-AA5C3B662417}"/>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5111" name="Rectangle 15110">
            <a:extLst>
              <a:ext uri="{FF2B5EF4-FFF2-40B4-BE49-F238E27FC236}">
                <a16:creationId xmlns:a16="http://schemas.microsoft.com/office/drawing/2014/main" id="{C0F403B7-BC75-4C45-A502-A0A085D150D6}"/>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17</a:t>
            </a:r>
          </a:p>
          <a:p>
            <a:pPr algn="r">
              <a:buNone/>
            </a:pPr>
            <a:r>
              <a:rPr lang="en-US" sz="100">
                <a:effectLst/>
              </a:rPr>
              <a:t> </a:t>
            </a:r>
            <a:endParaRPr lang="en-US"/>
          </a:p>
        </p:txBody>
      </p:sp>
      <p:sp>
        <p:nvSpPr>
          <p:cNvPr id="15187" name="Rectangle 15186">
            <a:extLst>
              <a:ext uri="{FF2B5EF4-FFF2-40B4-BE49-F238E27FC236}">
                <a16:creationId xmlns:a16="http://schemas.microsoft.com/office/drawing/2014/main" id="{638A7E54-4072-156A-56B1-FC9962CECC68}"/>
              </a:ext>
            </a:extLst>
          </p:cNvPr>
          <p:cNvSpPr/>
          <p:nvPr/>
        </p:nvSpPr>
        <p:spPr>
          <a:xfrm>
            <a:off x="594360" y="1975104"/>
            <a:ext cx="10972800" cy="2304288"/>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264" name="Rectangle 15263">
            <a:extLst>
              <a:ext uri="{FF2B5EF4-FFF2-40B4-BE49-F238E27FC236}">
                <a16:creationId xmlns:a16="http://schemas.microsoft.com/office/drawing/2014/main" id="{567616B3-5940-46A8-2EB5-BB7C6A941DD5}"/>
              </a:ext>
            </a:extLst>
          </p:cNvPr>
          <p:cNvSpPr/>
          <p:nvPr/>
        </p:nvSpPr>
        <p:spPr>
          <a:xfrm>
            <a:off x="914400" y="2221992"/>
            <a:ext cx="10332720" cy="17647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a:solidFill>
                  <a:srgbClr val="201134"/>
                </a:solidFill>
                <a:effectLst/>
                <a:latin typeface="Arial" panose="020B0604020202020204" pitchFamily="34" charset="0"/>
              </a:rPr>
              <a:t>I completed this course and reviewed the applicable standards of business conduct. I will act honestly, disclose conflicts, protect client information, maintain accurate records, treat people respectfully, and raise concerns in good faith. I understand the obligation not to retaliate.</a:t>
            </a:r>
          </a:p>
          <a:p>
            <a:pPr algn="l">
              <a:buNone/>
            </a:pPr>
            <a:r>
              <a:rPr lang="en-US" sz="100">
                <a:effectLst/>
              </a:rPr>
              <a:t> </a:t>
            </a:r>
            <a:endParaRPr lang="en-US"/>
          </a:p>
        </p:txBody>
      </p:sp>
      <p:sp>
        <p:nvSpPr>
          <p:cNvPr id="15342" name="Rectangle 15341">
            <a:extLst>
              <a:ext uri="{FF2B5EF4-FFF2-40B4-BE49-F238E27FC236}">
                <a16:creationId xmlns:a16="http://schemas.microsoft.com/office/drawing/2014/main" id="{027ACF7C-77B9-754A-C166-4C09CD418ACF}"/>
              </a:ext>
            </a:extLst>
          </p:cNvPr>
          <p:cNvSpPr/>
          <p:nvPr/>
        </p:nvSpPr>
        <p:spPr>
          <a:xfrm>
            <a:off x="594360" y="4553712"/>
            <a:ext cx="10515600"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Record: your name / work identity, course version, completion date, and response.</a:t>
            </a:r>
          </a:p>
          <a:p>
            <a:pPr algn="l">
              <a:buNone/>
            </a:pPr>
            <a:r>
              <a:rPr lang="en-US" sz="100">
                <a:effectLst/>
              </a:rPr>
              <a:t> </a:t>
            </a:r>
            <a:endParaRPr lang="en-US"/>
          </a:p>
        </p:txBody>
      </p:sp>
      <p:sp>
        <p:nvSpPr>
          <p:cNvPr id="15421" name="Rectangle 15420">
            <a:extLst>
              <a:ext uri="{FF2B5EF4-FFF2-40B4-BE49-F238E27FC236}">
                <a16:creationId xmlns:a16="http://schemas.microsoft.com/office/drawing/2014/main" id="{1D30233A-D5E8-EF69-3D4E-2898ADE72D9C}"/>
              </a:ext>
            </a:extLst>
          </p:cNvPr>
          <p:cNvSpPr/>
          <p:nvPr/>
        </p:nvSpPr>
        <p:spPr>
          <a:xfrm>
            <a:off x="594360" y="5166360"/>
            <a:ext cx="10515600" cy="44805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810FFB"/>
                </a:solidFill>
                <a:effectLst/>
                <a:latin typeface="Arial" panose="020B0604020202020204" pitchFamily="34" charset="0"/>
              </a:rPr>
              <a:t>Responses:  I acknowledge    |    I need clarification before acknowledging</a:t>
            </a:r>
          </a:p>
          <a:p>
            <a:pPr algn="l">
              <a:buNone/>
            </a:pPr>
            <a:r>
              <a:rPr lang="en-US" sz="100">
                <a:effectLst/>
              </a:rPr>
              <a:t> </a:t>
            </a:r>
            <a:endParaRPr lang="en-US"/>
          </a:p>
        </p:txBody>
      </p:sp>
      <p:pic>
        <p:nvPicPr>
          <p:cNvPr id="20017" name="synozur-logo" descr="Synozur Alliance official logo">
            <a:extLst>
              <a:ext uri="{FF2B5EF4-FFF2-40B4-BE49-F238E27FC236}">
                <a16:creationId xmlns:a16="http://schemas.microsoft.com/office/drawing/2014/main" id="{BF71CECD-CF6D-C682-E6A0-78E76C888AE7}"/>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906547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5501" name="Rectangle 15500">
            <a:extLst>
              <a:ext uri="{FF2B5EF4-FFF2-40B4-BE49-F238E27FC236}">
                <a16:creationId xmlns:a16="http://schemas.microsoft.com/office/drawing/2014/main" id="{0040CF06-87BC-A64E-B597-A9644DE8D82D}"/>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ADMINISTRATOR APPENDIX | EXCLUDE FROM LEARNER FLOW</a:t>
            </a:r>
          </a:p>
          <a:p>
            <a:pPr algn="l">
              <a:buNone/>
            </a:pPr>
            <a:r>
              <a:rPr lang="en-US" sz="100">
                <a:effectLst/>
              </a:rPr>
              <a:t> </a:t>
            </a:r>
            <a:endParaRPr lang="en-US"/>
          </a:p>
        </p:txBody>
      </p:sp>
      <p:sp>
        <p:nvSpPr>
          <p:cNvPr id="15582" name="Rectangle 15581">
            <a:extLst>
              <a:ext uri="{FF2B5EF4-FFF2-40B4-BE49-F238E27FC236}">
                <a16:creationId xmlns:a16="http://schemas.microsoft.com/office/drawing/2014/main" id="{4CAFCC09-7CCE-E26C-4F84-6D47B8034AED}"/>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Approve the launch before assigning</a:t>
            </a:r>
          </a:p>
          <a:p>
            <a:pPr algn="l">
              <a:buNone/>
            </a:pPr>
            <a:r>
              <a:rPr lang="en-US" sz="100">
                <a:effectLst/>
              </a:rPr>
              <a:t> </a:t>
            </a:r>
            <a:endParaRPr lang="en-US"/>
          </a:p>
        </p:txBody>
      </p:sp>
      <p:sp>
        <p:nvSpPr>
          <p:cNvPr id="15664" name="Rectangle 15663">
            <a:extLst>
              <a:ext uri="{FF2B5EF4-FFF2-40B4-BE49-F238E27FC236}">
                <a16:creationId xmlns:a16="http://schemas.microsoft.com/office/drawing/2014/main" id="{DF62FA80-0302-FA5E-1888-E2AB992AA213}"/>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Proposed release checklist; Orion import and attestation behavior are not verified.</a:t>
            </a:r>
          </a:p>
          <a:p>
            <a:pPr algn="l">
              <a:buNone/>
            </a:pPr>
            <a:r>
              <a:rPr lang="en-US" sz="100">
                <a:effectLst/>
              </a:rPr>
              <a:t> </a:t>
            </a:r>
            <a:endParaRPr lang="en-US"/>
          </a:p>
        </p:txBody>
      </p:sp>
      <p:sp>
        <p:nvSpPr>
          <p:cNvPr id="15747" name="Rectangle 15746">
            <a:extLst>
              <a:ext uri="{FF2B5EF4-FFF2-40B4-BE49-F238E27FC236}">
                <a16:creationId xmlns:a16="http://schemas.microsoft.com/office/drawing/2014/main" id="{502F54CE-321B-6218-882C-BAAFCAB6AEBF}"/>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5831" name="Rectangle 15830">
            <a:extLst>
              <a:ext uri="{FF2B5EF4-FFF2-40B4-BE49-F238E27FC236}">
                <a16:creationId xmlns:a16="http://schemas.microsoft.com/office/drawing/2014/main" id="{E950A63B-11C6-A5D8-A973-FA64F8A389D7}"/>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18</a:t>
            </a:r>
          </a:p>
          <a:p>
            <a:pPr algn="r">
              <a:buNone/>
            </a:pPr>
            <a:r>
              <a:rPr lang="en-US" sz="100">
                <a:effectLst/>
              </a:rPr>
              <a:t> </a:t>
            </a:r>
            <a:endParaRPr lang="en-US"/>
          </a:p>
        </p:txBody>
      </p:sp>
      <p:sp>
        <p:nvSpPr>
          <p:cNvPr id="15916" name="Rectangle 15915">
            <a:extLst>
              <a:ext uri="{FF2B5EF4-FFF2-40B4-BE49-F238E27FC236}">
                <a16:creationId xmlns:a16="http://schemas.microsoft.com/office/drawing/2014/main" id="{EC32AA03-412D-EE88-E7A8-988252A6E08A}"/>
              </a:ext>
            </a:extLst>
          </p:cNvPr>
          <p:cNvSpPr/>
          <p:nvPr/>
        </p:nvSpPr>
        <p:spPr>
          <a:xfrm>
            <a:off x="594360" y="2011680"/>
            <a:ext cx="3502152" cy="3575304"/>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002" name="Rectangle 16001">
            <a:extLst>
              <a:ext uri="{FF2B5EF4-FFF2-40B4-BE49-F238E27FC236}">
                <a16:creationId xmlns:a16="http://schemas.microsoft.com/office/drawing/2014/main" id="{A74470DF-0283-D743-7490-48370985DC60}"/>
              </a:ext>
            </a:extLst>
          </p:cNvPr>
          <p:cNvSpPr/>
          <p:nvPr/>
        </p:nvSpPr>
        <p:spPr>
          <a:xfrm>
            <a:off x="813816"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01</a:t>
            </a:r>
          </a:p>
          <a:p>
            <a:pPr algn="l">
              <a:buNone/>
            </a:pPr>
            <a:r>
              <a:rPr lang="en-US" sz="100">
                <a:effectLst/>
              </a:rPr>
              <a:t> </a:t>
            </a:r>
            <a:endParaRPr lang="en-US"/>
          </a:p>
        </p:txBody>
      </p:sp>
      <p:sp>
        <p:nvSpPr>
          <p:cNvPr id="16089" name="Rectangle 16088">
            <a:extLst>
              <a:ext uri="{FF2B5EF4-FFF2-40B4-BE49-F238E27FC236}">
                <a16:creationId xmlns:a16="http://schemas.microsoft.com/office/drawing/2014/main" id="{A12EBCD9-83F3-0530-A629-7EBB352D08E5}"/>
              </a:ext>
            </a:extLst>
          </p:cNvPr>
          <p:cNvSpPr/>
          <p:nvPr/>
        </p:nvSpPr>
        <p:spPr>
          <a:xfrm>
            <a:off x="813816"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Approve the content</a:t>
            </a:r>
          </a:p>
          <a:p>
            <a:pPr algn="l">
              <a:buNone/>
            </a:pPr>
            <a:r>
              <a:rPr lang="en-US" sz="100">
                <a:effectLst/>
              </a:rPr>
              <a:t> </a:t>
            </a:r>
            <a:endParaRPr lang="en-US"/>
          </a:p>
        </p:txBody>
      </p:sp>
      <p:sp>
        <p:nvSpPr>
          <p:cNvPr id="16177" name="Rectangle 16176">
            <a:extLst>
              <a:ext uri="{FF2B5EF4-FFF2-40B4-BE49-F238E27FC236}">
                <a16:creationId xmlns:a16="http://schemas.microsoft.com/office/drawing/2014/main" id="{CA5D9F1B-61A0-B342-3B79-1CE357BDB9EC}"/>
              </a:ext>
            </a:extLst>
          </p:cNvPr>
          <p:cNvSpPr/>
          <p:nvPr/>
        </p:nvSpPr>
        <p:spPr>
          <a:xfrm>
            <a:off x="813816" y="3656897"/>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Confirm policy versions, NIST scope, contacts, conduct rules, and the final attestation.</a:t>
            </a:r>
          </a:p>
          <a:p>
            <a:pPr algn="l">
              <a:buNone/>
            </a:pPr>
            <a:r>
              <a:rPr lang="en-US" sz="100">
                <a:effectLst/>
              </a:rPr>
              <a:t> </a:t>
            </a:r>
            <a:endParaRPr lang="en-US"/>
          </a:p>
        </p:txBody>
      </p:sp>
      <p:sp>
        <p:nvSpPr>
          <p:cNvPr id="16266" name="Rectangle 16265">
            <a:extLst>
              <a:ext uri="{FF2B5EF4-FFF2-40B4-BE49-F238E27FC236}">
                <a16:creationId xmlns:a16="http://schemas.microsoft.com/office/drawing/2014/main" id="{00DC9B48-5D8B-11F4-702E-BE95D759F3B1}"/>
              </a:ext>
            </a:extLst>
          </p:cNvPr>
          <p:cNvSpPr/>
          <p:nvPr/>
        </p:nvSpPr>
        <p:spPr>
          <a:xfrm>
            <a:off x="4325112" y="2011680"/>
            <a:ext cx="3502152" cy="3575304"/>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356" name="Rectangle 16355">
            <a:extLst>
              <a:ext uri="{FF2B5EF4-FFF2-40B4-BE49-F238E27FC236}">
                <a16:creationId xmlns:a16="http://schemas.microsoft.com/office/drawing/2014/main" id="{BE20972F-7CE6-54F8-3FE1-0F303B31DA38}"/>
              </a:ext>
            </a:extLst>
          </p:cNvPr>
          <p:cNvSpPr/>
          <p:nvPr/>
        </p:nvSpPr>
        <p:spPr>
          <a:xfrm>
            <a:off x="4544568"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02</a:t>
            </a:r>
          </a:p>
          <a:p>
            <a:pPr algn="l">
              <a:buNone/>
            </a:pPr>
            <a:r>
              <a:rPr lang="en-US" sz="100">
                <a:effectLst/>
              </a:rPr>
              <a:t> </a:t>
            </a:r>
            <a:endParaRPr lang="en-US"/>
          </a:p>
        </p:txBody>
      </p:sp>
      <p:sp>
        <p:nvSpPr>
          <p:cNvPr id="16447" name="Rectangle 16446">
            <a:extLst>
              <a:ext uri="{FF2B5EF4-FFF2-40B4-BE49-F238E27FC236}">
                <a16:creationId xmlns:a16="http://schemas.microsoft.com/office/drawing/2014/main" id="{DC69D1E6-F7E8-7A4A-9A0E-2131EE4B1A65}"/>
              </a:ext>
            </a:extLst>
          </p:cNvPr>
          <p:cNvSpPr/>
          <p:nvPr/>
        </p:nvSpPr>
        <p:spPr>
          <a:xfrm>
            <a:off x="4544568"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Test the import</a:t>
            </a:r>
          </a:p>
          <a:p>
            <a:pPr algn="l">
              <a:buNone/>
            </a:pPr>
            <a:r>
              <a:rPr lang="en-US" sz="100">
                <a:effectLst/>
              </a:rPr>
              <a:t> </a:t>
            </a:r>
            <a:endParaRPr lang="en-US"/>
          </a:p>
        </p:txBody>
      </p:sp>
      <p:sp>
        <p:nvSpPr>
          <p:cNvPr id="16539" name="Rectangle 16538">
            <a:extLst>
              <a:ext uri="{FF2B5EF4-FFF2-40B4-BE49-F238E27FC236}">
                <a16:creationId xmlns:a16="http://schemas.microsoft.com/office/drawing/2014/main" id="{A898A709-D2FA-135B-0D6C-18371B0ACC24}"/>
              </a:ext>
            </a:extLst>
          </p:cNvPr>
          <p:cNvSpPr/>
          <p:nvPr/>
        </p:nvSpPr>
        <p:spPr>
          <a:xfrm>
            <a:off x="4544568" y="3656897"/>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Check slide order, text extraction, note visibility, choices, grading, and acknowledgement capture.</a:t>
            </a:r>
          </a:p>
          <a:p>
            <a:pPr algn="l">
              <a:buNone/>
            </a:pPr>
            <a:r>
              <a:rPr lang="en-US" sz="100">
                <a:effectLst/>
              </a:rPr>
              <a:t> </a:t>
            </a:r>
            <a:endParaRPr lang="en-US"/>
          </a:p>
        </p:txBody>
      </p:sp>
      <p:sp>
        <p:nvSpPr>
          <p:cNvPr id="16632" name="Rectangle 16631">
            <a:extLst>
              <a:ext uri="{FF2B5EF4-FFF2-40B4-BE49-F238E27FC236}">
                <a16:creationId xmlns:a16="http://schemas.microsoft.com/office/drawing/2014/main" id="{862E22BA-ECC7-EAAF-7D6F-33CB14136EFC}"/>
              </a:ext>
            </a:extLst>
          </p:cNvPr>
          <p:cNvSpPr/>
          <p:nvPr/>
        </p:nvSpPr>
        <p:spPr>
          <a:xfrm>
            <a:off x="8055864" y="2011680"/>
            <a:ext cx="3502152" cy="3575304"/>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726" name="Rectangle 16725">
            <a:extLst>
              <a:ext uri="{FF2B5EF4-FFF2-40B4-BE49-F238E27FC236}">
                <a16:creationId xmlns:a16="http://schemas.microsoft.com/office/drawing/2014/main" id="{0051DE1A-B9B2-51D3-F0E7-C602C6028F2E}"/>
              </a:ext>
            </a:extLst>
          </p:cNvPr>
          <p:cNvSpPr/>
          <p:nvPr/>
        </p:nvSpPr>
        <p:spPr>
          <a:xfrm>
            <a:off x="8275320"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03</a:t>
            </a:r>
          </a:p>
          <a:p>
            <a:pPr algn="l">
              <a:buNone/>
            </a:pPr>
            <a:r>
              <a:rPr lang="en-US" sz="100">
                <a:effectLst/>
              </a:rPr>
              <a:t> </a:t>
            </a:r>
            <a:endParaRPr lang="en-US"/>
          </a:p>
        </p:txBody>
      </p:sp>
      <p:sp>
        <p:nvSpPr>
          <p:cNvPr id="16821" name="Rectangle 16820">
            <a:extLst>
              <a:ext uri="{FF2B5EF4-FFF2-40B4-BE49-F238E27FC236}">
                <a16:creationId xmlns:a16="http://schemas.microsoft.com/office/drawing/2014/main" id="{FA2A4280-4669-5449-F726-8DC1CF835C2B}"/>
              </a:ext>
            </a:extLst>
          </p:cNvPr>
          <p:cNvSpPr/>
          <p:nvPr/>
        </p:nvSpPr>
        <p:spPr>
          <a:xfrm>
            <a:off x="8275320"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Retain the evidence</a:t>
            </a:r>
          </a:p>
          <a:p>
            <a:pPr algn="l">
              <a:buNone/>
            </a:pPr>
            <a:r>
              <a:rPr lang="en-US" sz="100">
                <a:effectLst/>
              </a:rPr>
              <a:t> </a:t>
            </a:r>
            <a:endParaRPr lang="en-US"/>
          </a:p>
        </p:txBody>
      </p:sp>
      <p:sp>
        <p:nvSpPr>
          <p:cNvPr id="16917" name="Rectangle 16916">
            <a:extLst>
              <a:ext uri="{FF2B5EF4-FFF2-40B4-BE49-F238E27FC236}">
                <a16:creationId xmlns:a16="http://schemas.microsoft.com/office/drawing/2014/main" id="{BEC2974F-F141-B7F3-157D-2200C98ABE03}"/>
              </a:ext>
            </a:extLst>
          </p:cNvPr>
          <p:cNvSpPr/>
          <p:nvPr/>
        </p:nvSpPr>
        <p:spPr>
          <a:xfrm>
            <a:off x="8275320" y="3776472"/>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Keep approved course version, learner identity, results, remediation, attestation, and exception follow-up.</a:t>
            </a:r>
          </a:p>
          <a:p>
            <a:pPr algn="l">
              <a:buNone/>
            </a:pPr>
            <a:r>
              <a:rPr lang="en-US" sz="100">
                <a:effectLst/>
              </a:rPr>
              <a:t> </a:t>
            </a:r>
            <a:endParaRPr lang="en-US"/>
          </a:p>
        </p:txBody>
      </p:sp>
      <p:pic>
        <p:nvPicPr>
          <p:cNvPr id="20018" name="synozur-logo" descr="Synozur Alliance official logo">
            <a:extLst>
              <a:ext uri="{FF2B5EF4-FFF2-40B4-BE49-F238E27FC236}">
                <a16:creationId xmlns:a16="http://schemas.microsoft.com/office/drawing/2014/main" id="{89E757FE-972E-3EB6-DB22-C524F4FABD6D}"/>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3039165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7014" name="Rectangle 17013">
            <a:extLst>
              <a:ext uri="{FF2B5EF4-FFF2-40B4-BE49-F238E27FC236}">
                <a16:creationId xmlns:a16="http://schemas.microsoft.com/office/drawing/2014/main" id="{9F3D1A99-606E-E64B-1902-8057B8F8AE59}"/>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ADMINISTRATOR APPENDIX | INDICATIVE MAPPING</a:t>
            </a:r>
          </a:p>
          <a:p>
            <a:pPr algn="l">
              <a:buNone/>
            </a:pPr>
            <a:r>
              <a:rPr lang="en-US" sz="100">
                <a:effectLst/>
              </a:rPr>
              <a:t> </a:t>
            </a:r>
            <a:endParaRPr lang="en-US"/>
          </a:p>
        </p:txBody>
      </p:sp>
      <p:sp>
        <p:nvSpPr>
          <p:cNvPr id="17112" name="Rectangle 17111">
            <a:extLst>
              <a:ext uri="{FF2B5EF4-FFF2-40B4-BE49-F238E27FC236}">
                <a16:creationId xmlns:a16="http://schemas.microsoft.com/office/drawing/2014/main" id="{799CAF99-68DA-A32C-82D4-40215D0CD977}"/>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How this training supports readiness</a:t>
            </a:r>
          </a:p>
          <a:p>
            <a:pPr algn="l">
              <a:buNone/>
            </a:pPr>
            <a:r>
              <a:rPr lang="en-US" sz="100">
                <a:effectLst/>
              </a:rPr>
              <a:t> </a:t>
            </a:r>
            <a:endParaRPr lang="en-US"/>
          </a:p>
        </p:txBody>
      </p:sp>
      <p:sp>
        <p:nvSpPr>
          <p:cNvPr id="17211" name="Rectangle 17210">
            <a:extLst>
              <a:ext uri="{FF2B5EF4-FFF2-40B4-BE49-F238E27FC236}">
                <a16:creationId xmlns:a16="http://schemas.microsoft.com/office/drawing/2014/main" id="{3387852C-E30C-12E2-F694-22CBD73D3C97}"/>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Educational alignment only; no claim that controls are fully implemented or assessed.</a:t>
            </a:r>
          </a:p>
          <a:p>
            <a:pPr algn="l">
              <a:buNone/>
            </a:pPr>
            <a:r>
              <a:rPr lang="en-US" sz="100">
                <a:effectLst/>
              </a:rPr>
              <a:t> </a:t>
            </a:r>
            <a:endParaRPr lang="en-US"/>
          </a:p>
        </p:txBody>
      </p:sp>
      <p:sp>
        <p:nvSpPr>
          <p:cNvPr id="17311" name="Rectangle 17310">
            <a:extLst>
              <a:ext uri="{FF2B5EF4-FFF2-40B4-BE49-F238E27FC236}">
                <a16:creationId xmlns:a16="http://schemas.microsoft.com/office/drawing/2014/main" id="{C7A5E9E5-6C0A-5402-905F-B68CC9AB1D4A}"/>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7412" name="Rectangle 17411">
            <a:extLst>
              <a:ext uri="{FF2B5EF4-FFF2-40B4-BE49-F238E27FC236}">
                <a16:creationId xmlns:a16="http://schemas.microsoft.com/office/drawing/2014/main" id="{46C65560-D60A-6E52-E741-FBACE181CBAD}"/>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19</a:t>
            </a:r>
          </a:p>
          <a:p>
            <a:pPr algn="r">
              <a:buNone/>
            </a:pPr>
            <a:r>
              <a:rPr lang="en-US" sz="100">
                <a:effectLst/>
              </a:rPr>
              <a:t> </a:t>
            </a:r>
            <a:endParaRPr lang="en-US"/>
          </a:p>
        </p:txBody>
      </p:sp>
      <p:sp>
        <p:nvSpPr>
          <p:cNvPr id="17514" name="Rectangle 17513">
            <a:extLst>
              <a:ext uri="{FF2B5EF4-FFF2-40B4-BE49-F238E27FC236}">
                <a16:creationId xmlns:a16="http://schemas.microsoft.com/office/drawing/2014/main" id="{7B1AD2B2-B5FA-FC99-3D0F-7A74D1D339E1}"/>
              </a:ext>
            </a:extLst>
          </p:cNvPr>
          <p:cNvSpPr/>
          <p:nvPr/>
        </p:nvSpPr>
        <p:spPr>
          <a:xfrm>
            <a:off x="594360" y="2011680"/>
            <a:ext cx="10972800" cy="1005840"/>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617" name="Rectangle 17616">
            <a:extLst>
              <a:ext uri="{FF2B5EF4-FFF2-40B4-BE49-F238E27FC236}">
                <a16:creationId xmlns:a16="http://schemas.microsoft.com/office/drawing/2014/main" id="{CBD0ADCD-A882-10BF-4095-63526088AC9C}"/>
              </a:ext>
            </a:extLst>
          </p:cNvPr>
          <p:cNvSpPr/>
          <p:nvPr/>
        </p:nvSpPr>
        <p:spPr>
          <a:xfrm>
            <a:off x="822960" y="2121408"/>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Security-related governance</a:t>
            </a:r>
          </a:p>
          <a:p>
            <a:pPr algn="l">
              <a:buNone/>
            </a:pPr>
            <a:r>
              <a:rPr lang="en-US" sz="100">
                <a:effectLst/>
              </a:rPr>
              <a:t> </a:t>
            </a:r>
            <a:endParaRPr lang="en-US"/>
          </a:p>
        </p:txBody>
      </p:sp>
      <p:sp>
        <p:nvSpPr>
          <p:cNvPr id="17721" name="Rectangle 17720">
            <a:extLst>
              <a:ext uri="{FF2B5EF4-FFF2-40B4-BE49-F238E27FC236}">
                <a16:creationId xmlns:a16="http://schemas.microsoft.com/office/drawing/2014/main" id="{47EA0578-ED21-E135-320F-395FE3713EF2}"/>
              </a:ext>
            </a:extLst>
          </p:cNvPr>
          <p:cNvSpPr/>
          <p:nvPr/>
        </p:nvSpPr>
        <p:spPr>
          <a:xfrm>
            <a:off x="4343400" y="2121408"/>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CSF 2.0: GV.RR-01; GV.RR-02</a:t>
            </a:r>
          </a:p>
          <a:p>
            <a:pPr algn="l">
              <a:buNone/>
            </a:pPr>
            <a:r>
              <a:rPr lang="en-US" sz="1900">
                <a:solidFill>
                  <a:srgbClr val="201134"/>
                </a:solidFill>
                <a:effectLst/>
                <a:latin typeface="Arial" panose="020B0604020202020204" pitchFamily="34" charset="0"/>
              </a:rPr>
              <a:t>Ethical culture, accountability, and responsibilities.</a:t>
            </a:r>
            <a:endParaRPr lang="en-US"/>
          </a:p>
        </p:txBody>
      </p:sp>
      <p:sp>
        <p:nvSpPr>
          <p:cNvPr id="17826" name="Rectangle 17825">
            <a:extLst>
              <a:ext uri="{FF2B5EF4-FFF2-40B4-BE49-F238E27FC236}">
                <a16:creationId xmlns:a16="http://schemas.microsoft.com/office/drawing/2014/main" id="{AC875105-B69A-EB94-6505-4839CD15F156}"/>
              </a:ext>
            </a:extLst>
          </p:cNvPr>
          <p:cNvSpPr/>
          <p:nvPr/>
        </p:nvSpPr>
        <p:spPr>
          <a:xfrm>
            <a:off x="594360" y="3209544"/>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932" name="Rectangle 17931">
            <a:extLst>
              <a:ext uri="{FF2B5EF4-FFF2-40B4-BE49-F238E27FC236}">
                <a16:creationId xmlns:a16="http://schemas.microsoft.com/office/drawing/2014/main" id="{93C7E2C5-FE63-BFC0-5126-C279294F7C5C}"/>
              </a:ext>
            </a:extLst>
          </p:cNvPr>
          <p:cNvSpPr/>
          <p:nvPr/>
        </p:nvSpPr>
        <p:spPr>
          <a:xfrm>
            <a:off x="822960" y="3319272"/>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Policies and acknowledgement</a:t>
            </a:r>
          </a:p>
          <a:p>
            <a:pPr algn="l">
              <a:buNone/>
            </a:pPr>
            <a:r>
              <a:rPr lang="en-US" sz="100">
                <a:effectLst/>
              </a:rPr>
              <a:t> </a:t>
            </a:r>
            <a:endParaRPr lang="en-US"/>
          </a:p>
        </p:txBody>
      </p:sp>
      <p:sp>
        <p:nvSpPr>
          <p:cNvPr id="18039" name="Rectangle 18038">
            <a:extLst>
              <a:ext uri="{FF2B5EF4-FFF2-40B4-BE49-F238E27FC236}">
                <a16:creationId xmlns:a16="http://schemas.microsoft.com/office/drawing/2014/main" id="{60028248-3195-D4EB-2457-FC2A8D51F8DD}"/>
              </a:ext>
            </a:extLst>
          </p:cNvPr>
          <p:cNvSpPr/>
          <p:nvPr/>
        </p:nvSpPr>
        <p:spPr>
          <a:xfrm>
            <a:off x="4343400" y="3319272"/>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CSF 2.0: GV.PO-01; GV.RR-04</a:t>
            </a:r>
          </a:p>
          <a:p>
            <a:pPr algn="l">
              <a:buNone/>
            </a:pPr>
            <a:r>
              <a:rPr lang="en-US" sz="1900">
                <a:solidFill>
                  <a:srgbClr val="201134"/>
                </a:solidFill>
                <a:effectLst/>
                <a:latin typeface="Arial" panose="020B0604020202020204" pitchFamily="34" charset="0"/>
              </a:rPr>
              <a:t>Policy communication and workforce practices.</a:t>
            </a:r>
            <a:endParaRPr lang="en-US"/>
          </a:p>
        </p:txBody>
      </p:sp>
      <p:sp>
        <p:nvSpPr>
          <p:cNvPr id="18147" name="Rectangle 18146">
            <a:extLst>
              <a:ext uri="{FF2B5EF4-FFF2-40B4-BE49-F238E27FC236}">
                <a16:creationId xmlns:a16="http://schemas.microsoft.com/office/drawing/2014/main" id="{45B94716-A8D3-093A-FF49-52C77222544F}"/>
              </a:ext>
            </a:extLst>
          </p:cNvPr>
          <p:cNvSpPr/>
          <p:nvPr/>
        </p:nvSpPr>
        <p:spPr>
          <a:xfrm>
            <a:off x="594360" y="4407408"/>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256" name="Rectangle 18255">
            <a:extLst>
              <a:ext uri="{FF2B5EF4-FFF2-40B4-BE49-F238E27FC236}">
                <a16:creationId xmlns:a16="http://schemas.microsoft.com/office/drawing/2014/main" id="{9B658BB5-7D1C-8CC8-CAD3-491F498F86B1}"/>
              </a:ext>
            </a:extLst>
          </p:cNvPr>
          <p:cNvSpPr/>
          <p:nvPr/>
        </p:nvSpPr>
        <p:spPr>
          <a:xfrm>
            <a:off x="822960" y="4517136"/>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Broader conduct duties</a:t>
            </a:r>
          </a:p>
          <a:p>
            <a:pPr algn="l">
              <a:buNone/>
            </a:pPr>
            <a:r>
              <a:rPr lang="en-US" sz="100">
                <a:effectLst/>
              </a:rPr>
              <a:t> </a:t>
            </a:r>
            <a:endParaRPr lang="en-US"/>
          </a:p>
        </p:txBody>
      </p:sp>
      <p:sp>
        <p:nvSpPr>
          <p:cNvPr id="18366" name="Rectangle 18365">
            <a:extLst>
              <a:ext uri="{FF2B5EF4-FFF2-40B4-BE49-F238E27FC236}">
                <a16:creationId xmlns:a16="http://schemas.microsoft.com/office/drawing/2014/main" id="{55A0CE25-CB2C-471E-478D-6B3F639337E2}"/>
              </a:ext>
            </a:extLst>
          </p:cNvPr>
          <p:cNvSpPr/>
          <p:nvPr/>
        </p:nvSpPr>
        <p:spPr>
          <a:xfrm>
            <a:off x="4343400" y="4517136"/>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Gifts, conflicts, workplace respect, and fair competition extend beyond NIST cybersecurity scope.</a:t>
            </a:r>
          </a:p>
          <a:p>
            <a:pPr algn="l">
              <a:buNone/>
            </a:pPr>
            <a:r>
              <a:rPr lang="en-US" sz="100">
                <a:effectLst/>
              </a:rPr>
              <a:t> </a:t>
            </a:r>
            <a:endParaRPr lang="en-US"/>
          </a:p>
        </p:txBody>
      </p:sp>
      <p:pic>
        <p:nvPicPr>
          <p:cNvPr id="20019" name="synozur-logo" descr="Synozur Alliance official logo">
            <a:extLst>
              <a:ext uri="{FF2B5EF4-FFF2-40B4-BE49-F238E27FC236}">
                <a16:creationId xmlns:a16="http://schemas.microsoft.com/office/drawing/2014/main" id="{98363B63-B671-851F-3A7E-8DF2C0F99A02}"/>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33510787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8477" name="Rectangle 18476">
            <a:extLst>
              <a:ext uri="{FF2B5EF4-FFF2-40B4-BE49-F238E27FC236}">
                <a16:creationId xmlns:a16="http://schemas.microsoft.com/office/drawing/2014/main" id="{6CA1FCA7-782B-3210-4A28-0D4AA1DD719E}"/>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REFERENCE APPENDIX</a:t>
            </a:r>
          </a:p>
          <a:p>
            <a:pPr algn="l">
              <a:buNone/>
            </a:pPr>
            <a:r>
              <a:rPr lang="en-US" sz="100">
                <a:effectLst/>
              </a:rPr>
              <a:t> </a:t>
            </a:r>
            <a:endParaRPr lang="en-US"/>
          </a:p>
        </p:txBody>
      </p:sp>
      <p:sp>
        <p:nvSpPr>
          <p:cNvPr id="18589" name="Rectangle 18588">
            <a:extLst>
              <a:ext uri="{FF2B5EF4-FFF2-40B4-BE49-F238E27FC236}">
                <a16:creationId xmlns:a16="http://schemas.microsoft.com/office/drawing/2014/main" id="{7C0A848E-986C-8441-A239-193C0C8206CD}"/>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References and policy precedence</a:t>
            </a:r>
          </a:p>
          <a:p>
            <a:pPr algn="l">
              <a:buNone/>
            </a:pPr>
            <a:r>
              <a:rPr lang="en-US" sz="100">
                <a:effectLst/>
              </a:rPr>
              <a:t> </a:t>
            </a:r>
            <a:endParaRPr lang="en-US"/>
          </a:p>
        </p:txBody>
      </p:sp>
      <p:sp>
        <p:nvSpPr>
          <p:cNvPr id="18702" name="Rectangle 18701">
            <a:extLst>
              <a:ext uri="{FF2B5EF4-FFF2-40B4-BE49-F238E27FC236}">
                <a16:creationId xmlns:a16="http://schemas.microsoft.com/office/drawing/2014/main" id="{487E5A8E-6CF0-BB99-30C2-6BFBB32CD36E}"/>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Reader-facing source titles and full URLs are in the speaker notes.</a:t>
            </a:r>
          </a:p>
          <a:p>
            <a:pPr algn="l">
              <a:buNone/>
            </a:pPr>
            <a:r>
              <a:rPr lang="en-US" sz="100">
                <a:effectLst/>
              </a:rPr>
              <a:t> </a:t>
            </a:r>
            <a:endParaRPr lang="en-US"/>
          </a:p>
        </p:txBody>
      </p:sp>
      <p:sp>
        <p:nvSpPr>
          <p:cNvPr id="18816" name="Rectangle 18815">
            <a:extLst>
              <a:ext uri="{FF2B5EF4-FFF2-40B4-BE49-F238E27FC236}">
                <a16:creationId xmlns:a16="http://schemas.microsoft.com/office/drawing/2014/main" id="{67008B92-6D2F-3FB8-E2FF-5EF6A7D5772D}"/>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8931" name="Rectangle 18930">
            <a:extLst>
              <a:ext uri="{FF2B5EF4-FFF2-40B4-BE49-F238E27FC236}">
                <a16:creationId xmlns:a16="http://schemas.microsoft.com/office/drawing/2014/main" id="{A9942DE7-232B-F8FB-620D-FE633F307239}"/>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20</a:t>
            </a:r>
          </a:p>
          <a:p>
            <a:pPr algn="r">
              <a:buNone/>
            </a:pPr>
            <a:r>
              <a:rPr lang="en-US" sz="100">
                <a:effectLst/>
              </a:rPr>
              <a:t> </a:t>
            </a:r>
            <a:endParaRPr lang="en-US"/>
          </a:p>
        </p:txBody>
      </p:sp>
      <p:sp>
        <p:nvSpPr>
          <p:cNvPr id="19047" name="Rectangle 19046">
            <a:extLst>
              <a:ext uri="{FF2B5EF4-FFF2-40B4-BE49-F238E27FC236}">
                <a16:creationId xmlns:a16="http://schemas.microsoft.com/office/drawing/2014/main" id="{F1AA66C9-41B4-858E-5143-F53A38CCA280}"/>
              </a:ext>
            </a:extLst>
          </p:cNvPr>
          <p:cNvSpPr/>
          <p:nvPr/>
        </p:nvSpPr>
        <p:spPr>
          <a:xfrm>
            <a:off x="594360" y="1938528"/>
            <a:ext cx="108813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b="1">
                <a:solidFill>
                  <a:srgbClr val="810FFB"/>
                </a:solidFill>
                <a:effectLst/>
                <a:latin typeface="Arial" panose="020B0604020202020204" pitchFamily="34" charset="0"/>
              </a:rPr>
              <a:t>IT Policy</a:t>
            </a:r>
          </a:p>
          <a:p>
            <a:pPr algn="l">
              <a:buNone/>
            </a:pPr>
            <a:r>
              <a:rPr lang="en-US" sz="100">
                <a:effectLst/>
              </a:rPr>
              <a:t> </a:t>
            </a:r>
            <a:endParaRPr lang="en-US"/>
          </a:p>
        </p:txBody>
      </p:sp>
      <p:sp>
        <p:nvSpPr>
          <p:cNvPr id="19164" name="Rectangle 19163">
            <a:extLst>
              <a:ext uri="{FF2B5EF4-FFF2-40B4-BE49-F238E27FC236}">
                <a16:creationId xmlns:a16="http://schemas.microsoft.com/office/drawing/2014/main" id="{0A6A9D0A-156C-5BF6-03BA-C4E60DFEC006}"/>
              </a:ext>
            </a:extLst>
          </p:cNvPr>
          <p:cNvSpPr/>
          <p:nvPr/>
        </p:nvSpPr>
        <p:spPr>
          <a:xfrm>
            <a:off x="594360" y="2304288"/>
            <a:ext cx="10881360"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201134"/>
                </a:solidFill>
                <a:effectLst/>
                <a:latin typeface="Arial" panose="020B0604020202020204" pitchFamily="34" charset="0"/>
              </a:rPr>
              <a:t>Rev. 17 February 2026 | Security, authorized tools, AI, and IT support.</a:t>
            </a:r>
          </a:p>
          <a:p>
            <a:pPr algn="l">
              <a:buNone/>
            </a:pPr>
            <a:r>
              <a:rPr lang="en-US" sz="100">
                <a:effectLst/>
              </a:rPr>
              <a:t> </a:t>
            </a:r>
            <a:endParaRPr lang="en-US"/>
          </a:p>
        </p:txBody>
      </p:sp>
      <p:sp>
        <p:nvSpPr>
          <p:cNvPr id="19282" name="Rectangle 19281">
            <a:extLst>
              <a:ext uri="{FF2B5EF4-FFF2-40B4-BE49-F238E27FC236}">
                <a16:creationId xmlns:a16="http://schemas.microsoft.com/office/drawing/2014/main" id="{BF041AFA-D9E1-41AF-4F7E-052B19BE24C7}"/>
              </a:ext>
            </a:extLst>
          </p:cNvPr>
          <p:cNvSpPr/>
          <p:nvPr/>
        </p:nvSpPr>
        <p:spPr>
          <a:xfrm>
            <a:off x="594360" y="2724912"/>
            <a:ext cx="108813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b="1">
                <a:solidFill>
                  <a:srgbClr val="810FFB"/>
                </a:solidFill>
                <a:effectLst/>
                <a:latin typeface="Arial" panose="020B0604020202020204" pitchFamily="34" charset="0"/>
              </a:rPr>
              <a:t>Security Policy</a:t>
            </a:r>
          </a:p>
          <a:p>
            <a:pPr algn="l">
              <a:buNone/>
            </a:pPr>
            <a:r>
              <a:rPr lang="en-US" sz="100">
                <a:effectLst/>
              </a:rPr>
              <a:t> </a:t>
            </a:r>
            <a:endParaRPr lang="en-US"/>
          </a:p>
        </p:txBody>
      </p:sp>
      <p:sp>
        <p:nvSpPr>
          <p:cNvPr id="19401" name="Rectangle 19400">
            <a:extLst>
              <a:ext uri="{FF2B5EF4-FFF2-40B4-BE49-F238E27FC236}">
                <a16:creationId xmlns:a16="http://schemas.microsoft.com/office/drawing/2014/main" id="{1179674D-933C-7FE3-A7D6-E02C142DEFA5}"/>
              </a:ext>
            </a:extLst>
          </p:cNvPr>
          <p:cNvSpPr/>
          <p:nvPr/>
        </p:nvSpPr>
        <p:spPr>
          <a:xfrm>
            <a:off x="594360" y="3090672"/>
            <a:ext cx="10881360"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201134"/>
                </a:solidFill>
                <a:effectLst/>
                <a:latin typeface="Arial" panose="020B0604020202020204" pitchFamily="34" charset="0"/>
              </a:rPr>
              <a:t>Governance and Security Policies | Access, retention, incidents, devices, and training.</a:t>
            </a:r>
          </a:p>
          <a:p>
            <a:pPr algn="l">
              <a:buNone/>
            </a:pPr>
            <a:r>
              <a:rPr lang="en-US" sz="100">
                <a:effectLst/>
              </a:rPr>
              <a:t> </a:t>
            </a:r>
            <a:endParaRPr lang="en-US"/>
          </a:p>
        </p:txBody>
      </p:sp>
      <p:sp>
        <p:nvSpPr>
          <p:cNvPr id="19521" name="Rectangle 19520">
            <a:extLst>
              <a:ext uri="{FF2B5EF4-FFF2-40B4-BE49-F238E27FC236}">
                <a16:creationId xmlns:a16="http://schemas.microsoft.com/office/drawing/2014/main" id="{AEE3E754-D3A1-3FB8-7505-058641710641}"/>
              </a:ext>
            </a:extLst>
          </p:cNvPr>
          <p:cNvSpPr/>
          <p:nvPr/>
        </p:nvSpPr>
        <p:spPr>
          <a:xfrm>
            <a:off x="594360" y="3511296"/>
            <a:ext cx="108813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b="1">
                <a:solidFill>
                  <a:srgbClr val="810FFB"/>
                </a:solidFill>
                <a:effectLst/>
                <a:latin typeface="Arial" panose="020B0604020202020204" pitchFamily="34" charset="0"/>
              </a:rPr>
              <a:t>NIST CSF 2.0</a:t>
            </a:r>
          </a:p>
          <a:p>
            <a:pPr algn="l">
              <a:buNone/>
            </a:pPr>
            <a:r>
              <a:rPr lang="en-US" sz="100">
                <a:effectLst/>
              </a:rPr>
              <a:t> </a:t>
            </a:r>
            <a:endParaRPr lang="en-US"/>
          </a:p>
        </p:txBody>
      </p:sp>
      <p:sp>
        <p:nvSpPr>
          <p:cNvPr id="19642" name="Rectangle 19641">
            <a:extLst>
              <a:ext uri="{FF2B5EF4-FFF2-40B4-BE49-F238E27FC236}">
                <a16:creationId xmlns:a16="http://schemas.microsoft.com/office/drawing/2014/main" id="{E3ACDEEC-EE37-1B8C-AC8D-A6E3E5EB5555}"/>
              </a:ext>
            </a:extLst>
          </p:cNvPr>
          <p:cNvSpPr/>
          <p:nvPr/>
        </p:nvSpPr>
        <p:spPr>
          <a:xfrm>
            <a:off x="594360" y="3877056"/>
            <a:ext cx="10881360"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201134"/>
                </a:solidFill>
                <a:effectLst/>
                <a:latin typeface="Arial" panose="020B0604020202020204" pitchFamily="34" charset="0"/>
              </a:rPr>
              <a:t>Awareness, governance, policy, and workforce responsibilities.</a:t>
            </a:r>
          </a:p>
          <a:p>
            <a:pPr algn="l">
              <a:buNone/>
            </a:pPr>
            <a:r>
              <a:rPr lang="en-US" sz="100">
                <a:effectLst/>
              </a:rPr>
              <a:t> </a:t>
            </a:r>
            <a:endParaRPr lang="en-US"/>
          </a:p>
        </p:txBody>
      </p:sp>
      <p:sp>
        <p:nvSpPr>
          <p:cNvPr id="19764" name="Rectangle 19763">
            <a:extLst>
              <a:ext uri="{FF2B5EF4-FFF2-40B4-BE49-F238E27FC236}">
                <a16:creationId xmlns:a16="http://schemas.microsoft.com/office/drawing/2014/main" id="{45642D59-2242-DA38-EA00-E1C23C704A6D}"/>
              </a:ext>
            </a:extLst>
          </p:cNvPr>
          <p:cNvSpPr/>
          <p:nvPr/>
        </p:nvSpPr>
        <p:spPr>
          <a:xfrm>
            <a:off x="594360" y="4297680"/>
            <a:ext cx="108813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b="1">
                <a:solidFill>
                  <a:srgbClr val="810FFB"/>
                </a:solidFill>
                <a:effectLst/>
                <a:latin typeface="Arial" panose="020B0604020202020204" pitchFamily="34" charset="0"/>
              </a:rPr>
              <a:t>NIST SP 800-171</a:t>
            </a:r>
          </a:p>
          <a:p>
            <a:pPr algn="l">
              <a:buNone/>
            </a:pPr>
            <a:r>
              <a:rPr lang="en-US" sz="100">
                <a:effectLst/>
              </a:rPr>
              <a:t> </a:t>
            </a:r>
            <a:endParaRPr lang="en-US"/>
          </a:p>
        </p:txBody>
      </p:sp>
      <p:sp>
        <p:nvSpPr>
          <p:cNvPr id="19887" name="Rectangle 19886">
            <a:extLst>
              <a:ext uri="{FF2B5EF4-FFF2-40B4-BE49-F238E27FC236}">
                <a16:creationId xmlns:a16="http://schemas.microsoft.com/office/drawing/2014/main" id="{EC76DC8F-C482-0EBB-4DCD-45DA04A56CAC}"/>
              </a:ext>
            </a:extLst>
          </p:cNvPr>
          <p:cNvSpPr/>
          <p:nvPr/>
        </p:nvSpPr>
        <p:spPr>
          <a:xfrm>
            <a:off x="594360" y="4663440"/>
            <a:ext cx="10881360"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201134"/>
                </a:solidFill>
                <a:effectLst/>
                <a:latin typeface="Arial" panose="020B0604020202020204" pitchFamily="34" charset="0"/>
              </a:rPr>
              <a:t>Relevant training references only; governing revision and CUI scope require confirmation.</a:t>
            </a:r>
          </a:p>
          <a:p>
            <a:pPr algn="l">
              <a:buNone/>
            </a:pPr>
            <a:r>
              <a:rPr lang="en-US" sz="100">
                <a:effectLst/>
              </a:rPr>
              <a:t> </a:t>
            </a:r>
            <a:endParaRPr lang="en-US"/>
          </a:p>
        </p:txBody>
      </p:sp>
      <p:sp>
        <p:nvSpPr>
          <p:cNvPr id="20011" name="Rectangle 20010">
            <a:extLst>
              <a:ext uri="{FF2B5EF4-FFF2-40B4-BE49-F238E27FC236}">
                <a16:creationId xmlns:a16="http://schemas.microsoft.com/office/drawing/2014/main" id="{A1D1780A-2350-4BA3-3939-0680636FC664}"/>
              </a:ext>
            </a:extLst>
          </p:cNvPr>
          <p:cNvSpPr/>
          <p:nvPr/>
        </p:nvSpPr>
        <p:spPr>
          <a:xfrm>
            <a:off x="594360" y="5285232"/>
            <a:ext cx="10789920"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201134"/>
                </a:solidFill>
                <a:effectLst/>
                <a:latin typeface="Arial" panose="020B0604020202020204" pitchFamily="34" charset="0"/>
              </a:rPr>
              <a:t>If guidance conflicts, pause and ask the responsible owner. Do not waive requirements yourself.</a:t>
            </a:r>
          </a:p>
          <a:p>
            <a:pPr algn="l">
              <a:buNone/>
            </a:pPr>
            <a:r>
              <a:rPr lang="en-US" sz="100">
                <a:effectLst/>
              </a:rPr>
              <a:t> </a:t>
            </a:r>
            <a:endParaRPr lang="en-US"/>
          </a:p>
        </p:txBody>
      </p:sp>
      <p:pic>
        <p:nvPicPr>
          <p:cNvPr id="20020" name="synozur-logo" descr="Synozur Alliance official logo">
            <a:extLst>
              <a:ext uri="{FF2B5EF4-FFF2-40B4-BE49-F238E27FC236}">
                <a16:creationId xmlns:a16="http://schemas.microsoft.com/office/drawing/2014/main" id="{24E47582-0205-3BBD-04E4-A8D05FE3B1CE}"/>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40259821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20</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revision>1</cp:revision>
  <dcterms:created xsi:type="dcterms:W3CDTF">2026-09-23T20:14:33Z</dcterms:created>
  <dcterms:modified xsi:type="dcterms:W3CDTF">2026-09-23T20:37:50Z</dcterms:modified>
  <cp:category/>
</cp:coreProperties>
</file>