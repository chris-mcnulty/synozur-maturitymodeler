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457" r:id="rId3"/>
    <p:sldId id="659" r:id="rId4"/>
    <p:sldId id="862" r:id="rId5"/>
    <p:sldId id="1066" r:id="rId6"/>
    <p:sldId id="1271" r:id="rId7"/>
    <p:sldId id="1477" r:id="rId8"/>
    <p:sldId id="1684" r:id="rId9"/>
    <p:sldId id="1892" r:id="rId10"/>
    <p:sldId id="2101" r:id="rId11"/>
    <p:sldId id="2311" r:id="rId12"/>
    <p:sldId id="2522" r:id="rId13"/>
    <p:sldId id="2734" r:id="rId14"/>
    <p:sldId id="2947" r:id="rId15"/>
    <p:sldId id="3161" r:id="rId16"/>
    <p:sldId id="3376" r:id="rId17"/>
    <p:sldId id="3592" r:id="rId18"/>
    <p:sldId id="3809" r:id="rId19"/>
    <p:sldId id="4027" r:id="rId20"/>
    <p:sldId id="424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3F4337-322D-4A20-A351-B44992FABFB3}" v="7" dt="2026-09-23T20:24:11.102"/>
    <p1510:client id="{E0280A49-6BD2-4BDC-9A4E-2ADC7B8C803E}" v="2" dt="2026-09-23T20:15:10.3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63E8A5FC-0439-4B89-B675-2FFCE7D53D3D}"/>
    <pc:docChg chg="modSld">
      <pc:chgData name="" userId="" providerId="" clId="Web-{63E8A5FC-0439-4B89-B675-2FFCE7D53D3D}" dt="2026-09-23T20:37:38.272" v="0" actId="34807"/>
      <pc:docMkLst>
        <pc:docMk/>
      </pc:docMkLst>
      <pc:sldChg chg="modNotesTx">
        <pc:chgData name="" userId="" providerId="" clId="Web-{63E8A5FC-0439-4B89-B675-2FFCE7D53D3D}" dt="2026-09-23T20:37:38.272" v="0" actId="34807"/>
        <pc:sldMkLst>
          <pc:docMk/>
          <pc:sldMk cId="0" sldId="256"/>
        </pc:sldMkLst>
      </pc:sldChg>
      <pc:sldChg chg="modSp modNotesTx">
        <pc:chgData name="" userId="" providerId="" clId="Web-{63E8A5FC-0439-4B89-B675-2FFCE7D53D3D}" dt="2026-09-23T20:37:38.272" v="0" actId="34807"/>
        <pc:sldMkLst>
          <pc:docMk/>
          <pc:sldMk cId="2716574093" sldId="457"/>
        </pc:sldMkLst>
        <pc:spChg chg="mod">
          <ac:chgData name="" userId="" providerId="" clId="Web-{63E8A5FC-0439-4B89-B675-2FFCE7D53D3D}" dt="2026-09-23T20:37:38.272" v="0" actId="34807"/>
          <ac:spMkLst>
            <pc:docMk/>
            <pc:sldMk cId="2716574093" sldId="457"/>
            <ac:spMk id="125" creationId="{A661A5CC-3196-0D27-8FA0-CD5BCEF5B025}"/>
          </ac:spMkLst>
        </pc:spChg>
        <pc:spChg chg="mod">
          <ac:chgData name="" userId="" providerId="" clId="Web-{63E8A5FC-0439-4B89-B675-2FFCE7D53D3D}" dt="2026-09-23T20:37:38.272" v="0" actId="34807"/>
          <ac:spMkLst>
            <pc:docMk/>
            <pc:sldMk cId="2716574093" sldId="457"/>
            <ac:spMk id="158" creationId="{F58F5A36-852E-DED1-130F-385DFE1748A4}"/>
          </ac:spMkLst>
        </pc:spChg>
        <pc:spChg chg="mod">
          <ac:chgData name="" userId="" providerId="" clId="Web-{63E8A5FC-0439-4B89-B675-2FFCE7D53D3D}" dt="2026-09-23T20:37:38.272" v="0" actId="34807"/>
          <ac:spMkLst>
            <pc:docMk/>
            <pc:sldMk cId="2716574093" sldId="457"/>
            <ac:spMk id="215" creationId="{01E18B04-42E7-0EA9-2B53-D774FC1103E4}"/>
          </ac:spMkLst>
        </pc:spChg>
        <pc:spChg chg="mod">
          <ac:chgData name="" userId="" providerId="" clId="Web-{63E8A5FC-0439-4B89-B675-2FFCE7D53D3D}" dt="2026-09-23T20:37:38.272" v="0" actId="34807"/>
          <ac:spMkLst>
            <pc:docMk/>
            <pc:sldMk cId="2716574093" sldId="457"/>
            <ac:spMk id="281" creationId="{8E534032-F1EE-0A51-E92D-C23AF2DEABAB}"/>
          </ac:spMkLst>
        </pc:spChg>
      </pc:sldChg>
      <pc:sldChg chg="modSp modNotesTx">
        <pc:chgData name="" userId="" providerId="" clId="Web-{63E8A5FC-0439-4B89-B675-2FFCE7D53D3D}" dt="2026-09-23T20:37:38.272" v="0" actId="34807"/>
        <pc:sldMkLst>
          <pc:docMk/>
          <pc:sldMk cId="1495276815" sldId="659"/>
        </pc:sldMkLst>
        <pc:spChg chg="mod">
          <ac:chgData name="" userId="" providerId="" clId="Web-{63E8A5FC-0439-4B89-B675-2FFCE7D53D3D}" dt="2026-09-23T20:37:38.272" v="0" actId="34807"/>
          <ac:spMkLst>
            <pc:docMk/>
            <pc:sldMk cId="1495276815" sldId="659"/>
            <ac:spMk id="440" creationId="{3BC6AAF0-FF44-AC3B-A89E-D5DF993AC4DE}"/>
          </ac:spMkLst>
        </pc:spChg>
        <pc:spChg chg="mod">
          <ac:chgData name="" userId="" providerId="" clId="Web-{63E8A5FC-0439-4B89-B675-2FFCE7D53D3D}" dt="2026-09-23T20:37:38.272" v="0" actId="34807"/>
          <ac:spMkLst>
            <pc:docMk/>
            <pc:sldMk cId="1495276815" sldId="659"/>
            <ac:spMk id="501" creationId="{8A4E4FDA-E73C-CFDD-F255-9A94160CA906}"/>
          </ac:spMkLst>
        </pc:spChg>
        <pc:spChg chg="mod">
          <ac:chgData name="" userId="" providerId="" clId="Web-{63E8A5FC-0439-4B89-B675-2FFCE7D53D3D}" dt="2026-09-23T20:37:38.272" v="0" actId="34807"/>
          <ac:spMkLst>
            <pc:docMk/>
            <pc:sldMk cId="1495276815" sldId="659"/>
            <ac:spMk id="600" creationId="{31DB91C1-6826-E2AA-4C06-1FC6A1AFB1BD}"/>
          </ac:spMkLst>
        </pc:spChg>
        <pc:spChg chg="mod">
          <ac:chgData name="" userId="" providerId="" clId="Web-{63E8A5FC-0439-4B89-B675-2FFCE7D53D3D}" dt="2026-09-23T20:37:38.272" v="0" actId="34807"/>
          <ac:spMkLst>
            <pc:docMk/>
            <pc:sldMk cId="1495276815" sldId="659"/>
            <ac:spMk id="635" creationId="{BFA34484-69C6-50C5-8BD6-3CFEFA783F23}"/>
          </ac:spMkLst>
        </pc:spChg>
        <pc:spChg chg="mod">
          <ac:chgData name="" userId="" providerId="" clId="Web-{63E8A5FC-0439-4B89-B675-2FFCE7D53D3D}" dt="2026-09-23T20:37:38.272" v="0" actId="34807"/>
          <ac:spMkLst>
            <pc:docMk/>
            <pc:sldMk cId="1495276815" sldId="659"/>
            <ac:spMk id="746" creationId="{C41CBC99-0218-1E48-FB45-0083B26A56C7}"/>
          </ac:spMkLst>
        </pc:spChg>
        <pc:spChg chg="mod">
          <ac:chgData name="" userId="" providerId="" clId="Web-{63E8A5FC-0439-4B89-B675-2FFCE7D53D3D}" dt="2026-09-23T20:37:38.272" v="0" actId="34807"/>
          <ac:spMkLst>
            <pc:docMk/>
            <pc:sldMk cId="1495276815" sldId="659"/>
            <ac:spMk id="785" creationId="{0C753C4C-36E0-811E-661F-1805E44377D4}"/>
          </ac:spMkLst>
        </pc:spChg>
      </pc:sldChg>
      <pc:sldChg chg="modSp modNotesTx">
        <pc:chgData name="" userId="" providerId="" clId="Web-{63E8A5FC-0439-4B89-B675-2FFCE7D53D3D}" dt="2026-09-23T20:37:38.272" v="0" actId="34807"/>
        <pc:sldMkLst>
          <pc:docMk/>
          <pc:sldMk cId="2410267091" sldId="862"/>
        </pc:sldMkLst>
        <pc:spChg chg="mod">
          <ac:chgData name="" userId="" providerId="" clId="Web-{63E8A5FC-0439-4B89-B675-2FFCE7D53D3D}" dt="2026-09-23T20:37:38.272" v="0" actId="34807"/>
          <ac:spMkLst>
            <pc:docMk/>
            <pc:sldMk cId="2410267091" sldId="862"/>
            <ac:spMk id="1086" creationId="{32B8B7A0-CAF0-B999-C69C-21F6EA2C8C48}"/>
          </ac:spMkLst>
        </pc:spChg>
        <pc:spChg chg="mod">
          <ac:chgData name="" userId="" providerId="" clId="Web-{63E8A5FC-0439-4B89-B675-2FFCE7D53D3D}" dt="2026-09-23T20:37:38.272" v="0" actId="34807"/>
          <ac:spMkLst>
            <pc:docMk/>
            <pc:sldMk cId="2410267091" sldId="862"/>
            <ac:spMk id="1181" creationId="{CCB131F1-8BCE-1EFF-1566-026430028501}"/>
          </ac:spMkLst>
        </pc:spChg>
        <pc:spChg chg="mod">
          <ac:chgData name="" userId="" providerId="" clId="Web-{63E8A5FC-0439-4B89-B675-2FFCE7D53D3D}" dt="2026-09-23T20:37:38.272" v="0" actId="34807"/>
          <ac:spMkLst>
            <pc:docMk/>
            <pc:sldMk cId="2410267091" sldId="862"/>
            <ac:spMk id="1331" creationId="{CEC22FFE-6942-E958-3CE5-75C258E602DD}"/>
          </ac:spMkLst>
        </pc:spChg>
        <pc:spChg chg="mod">
          <ac:chgData name="" userId="" providerId="" clId="Web-{63E8A5FC-0439-4B89-B675-2FFCE7D53D3D}" dt="2026-09-23T20:37:38.272" v="0" actId="34807"/>
          <ac:spMkLst>
            <pc:docMk/>
            <pc:sldMk cId="2410267091" sldId="862"/>
            <ac:spMk id="1490" creationId="{722A552E-F497-9F4C-0601-7325CD7008F1}"/>
          </ac:spMkLst>
        </pc:spChg>
      </pc:sldChg>
      <pc:sldChg chg="modSp modNotesTx">
        <pc:chgData name="" userId="" providerId="" clId="Web-{63E8A5FC-0439-4B89-B675-2FFCE7D53D3D}" dt="2026-09-23T20:37:38.272" v="0" actId="34807"/>
        <pc:sldMkLst>
          <pc:docMk/>
          <pc:sldMk cId="2920022311" sldId="1066"/>
        </pc:sldMkLst>
        <pc:spChg chg="mod">
          <ac:chgData name="" userId="" providerId="" clId="Web-{63E8A5FC-0439-4B89-B675-2FFCE7D53D3D}" dt="2026-09-23T20:37:38.272" v="0" actId="34807"/>
          <ac:spMkLst>
            <pc:docMk/>
            <pc:sldMk cId="2920022311" sldId="1066"/>
            <ac:spMk id="1835" creationId="{6DC00423-A947-F496-1279-88210910A1ED}"/>
          </ac:spMkLst>
        </pc:spChg>
        <pc:spChg chg="mod">
          <ac:chgData name="" userId="" providerId="" clId="Web-{63E8A5FC-0439-4B89-B675-2FFCE7D53D3D}" dt="2026-09-23T20:37:38.272" v="0" actId="34807"/>
          <ac:spMkLst>
            <pc:docMk/>
            <pc:sldMk cId="2920022311" sldId="1066"/>
            <ac:spMk id="2150" creationId="{43224FBA-247A-E1DB-C94F-FBCFEE4970FF}"/>
          </ac:spMkLst>
        </pc:spChg>
        <pc:spChg chg="mod">
          <ac:chgData name="" userId="" providerId="" clId="Web-{63E8A5FC-0439-4B89-B675-2FFCE7D53D3D}" dt="2026-09-23T20:37:38.272" v="0" actId="34807"/>
          <ac:spMkLst>
            <pc:docMk/>
            <pc:sldMk cId="2920022311" sldId="1066"/>
            <ac:spMk id="2351" creationId="{B01F217A-A66E-E7FF-FB39-184BF9C4878A}"/>
          </ac:spMkLst>
        </pc:spChg>
      </pc:sldChg>
      <pc:sldChg chg="modSp modNotesTx">
        <pc:chgData name="" userId="" providerId="" clId="Web-{63E8A5FC-0439-4B89-B675-2FFCE7D53D3D}" dt="2026-09-23T20:37:38.272" v="0" actId="34807"/>
        <pc:sldMkLst>
          <pc:docMk/>
          <pc:sldMk cId="3624998547" sldId="1271"/>
        </pc:sldMkLst>
        <pc:spChg chg="mod">
          <ac:chgData name="" userId="" providerId="" clId="Web-{63E8A5FC-0439-4B89-B675-2FFCE7D53D3D}" dt="2026-09-23T20:37:38.272" v="0" actId="34807"/>
          <ac:spMkLst>
            <pc:docMk/>
            <pc:sldMk cId="3624998547" sldId="1271"/>
            <ac:spMk id="2780" creationId="{41808DF6-4265-E2B5-94EC-4F22D2340BB6}"/>
          </ac:spMkLst>
        </pc:spChg>
        <pc:spChg chg="mod">
          <ac:chgData name="" userId="" providerId="" clId="Web-{63E8A5FC-0439-4B89-B675-2FFCE7D53D3D}" dt="2026-09-23T20:37:38.272" v="0" actId="34807"/>
          <ac:spMkLst>
            <pc:docMk/>
            <pc:sldMk cId="3624998547" sldId="1271"/>
            <ac:spMk id="2931" creationId="{D0E3852B-45EF-0AE9-F6E1-4F5A6E88051B}"/>
          </ac:spMkLst>
        </pc:spChg>
        <pc:spChg chg="mod">
          <ac:chgData name="" userId="" providerId="" clId="Web-{63E8A5FC-0439-4B89-B675-2FFCE7D53D3D}" dt="2026-09-23T20:37:38.272" v="0" actId="34807"/>
          <ac:spMkLst>
            <pc:docMk/>
            <pc:sldMk cId="3624998547" sldId="1271"/>
            <ac:spMk id="3086" creationId="{86BC7870-F3FF-A36D-D9CB-A177C0537D71}"/>
          </ac:spMkLst>
        </pc:spChg>
        <pc:spChg chg="mod">
          <ac:chgData name="" userId="" providerId="" clId="Web-{63E8A5FC-0439-4B89-B675-2FFCE7D53D3D}" dt="2026-09-23T20:37:38.272" v="0" actId="34807"/>
          <ac:spMkLst>
            <pc:docMk/>
            <pc:sldMk cId="3624998547" sldId="1271"/>
            <ac:spMk id="3245" creationId="{AD8868A2-D923-A74A-5E8A-4467B41E8BD9}"/>
          </ac:spMkLst>
        </pc:spChg>
        <pc:spChg chg="mod">
          <ac:chgData name="" userId="" providerId="" clId="Web-{63E8A5FC-0439-4B89-B675-2FFCE7D53D3D}" dt="2026-09-23T20:37:38.272" v="0" actId="34807"/>
          <ac:spMkLst>
            <pc:docMk/>
            <pc:sldMk cId="3624998547" sldId="1271"/>
            <ac:spMk id="3408" creationId="{AA4D8DC0-1BD2-7CF5-830F-7847E525D818}"/>
          </ac:spMkLst>
        </pc:spChg>
        <pc:spChg chg="mod">
          <ac:chgData name="" userId="" providerId="" clId="Web-{63E8A5FC-0439-4B89-B675-2FFCE7D53D3D}" dt="2026-09-23T20:37:38.272" v="0" actId="34807"/>
          <ac:spMkLst>
            <pc:docMk/>
            <pc:sldMk cId="3624998547" sldId="1271"/>
            <ac:spMk id="3575" creationId="{85F6C195-1DF9-7B7B-A949-82454C4B7D72}"/>
          </ac:spMkLst>
        </pc:spChg>
      </pc:sldChg>
      <pc:sldChg chg="modSp modNotesTx">
        <pc:chgData name="" userId="" providerId="" clId="Web-{63E8A5FC-0439-4B89-B675-2FFCE7D53D3D}" dt="2026-09-23T20:37:38.272" v="0" actId="34807"/>
        <pc:sldMkLst>
          <pc:docMk/>
          <pc:sldMk cId="1146505856" sldId="1477"/>
        </pc:sldMkLst>
        <pc:spChg chg="mod">
          <ac:chgData name="" userId="" providerId="" clId="Web-{63E8A5FC-0439-4B89-B675-2FFCE7D53D3D}" dt="2026-09-23T20:37:38.272" v="0" actId="34807"/>
          <ac:spMkLst>
            <pc:docMk/>
            <pc:sldMk cId="1146505856" sldId="1477"/>
            <ac:spMk id="4191" creationId="{97AB9E01-51D5-0FFF-BCD2-F321307BC5AE}"/>
          </ac:spMkLst>
        </pc:spChg>
        <pc:spChg chg="mod">
          <ac:chgData name="" userId="" providerId="" clId="Web-{63E8A5FC-0439-4B89-B675-2FFCE7D53D3D}" dt="2026-09-23T20:37:38.272" v="0" actId="34807"/>
          <ac:spMkLst>
            <pc:docMk/>
            <pc:sldMk cId="1146505856" sldId="1477"/>
            <ac:spMk id="4376" creationId="{E797AEA0-BC08-3974-5DA7-2C06BE60DC10}"/>
          </ac:spMkLst>
        </pc:spChg>
        <pc:spChg chg="mod">
          <ac:chgData name="" userId="" providerId="" clId="Web-{63E8A5FC-0439-4B89-B675-2FFCE7D53D3D}" dt="2026-09-23T20:37:38.272" v="0" actId="34807"/>
          <ac:spMkLst>
            <pc:docMk/>
            <pc:sldMk cId="1146505856" sldId="1477"/>
            <ac:spMk id="4661" creationId="{AE52D582-9A8E-D47F-4458-5891E1F07AC4}"/>
          </ac:spMkLst>
        </pc:spChg>
        <pc:spChg chg="mod">
          <ac:chgData name="" userId="" providerId="" clId="Web-{63E8A5FC-0439-4B89-B675-2FFCE7D53D3D}" dt="2026-09-23T20:37:38.272" v="0" actId="34807"/>
          <ac:spMkLst>
            <pc:docMk/>
            <pc:sldMk cId="1146505856" sldId="1477"/>
            <ac:spMk id="4955" creationId="{7AE6C726-B1AC-091C-0342-D5555902F7FD}"/>
          </ac:spMkLst>
        </pc:spChg>
      </pc:sldChg>
      <pc:sldChg chg="modSp modNotesTx">
        <pc:chgData name="" userId="" providerId="" clId="Web-{63E8A5FC-0439-4B89-B675-2FFCE7D53D3D}" dt="2026-09-23T20:37:38.272" v="0" actId="34807"/>
        <pc:sldMkLst>
          <pc:docMk/>
          <pc:sldMk cId="2748911268" sldId="1684"/>
        </pc:sldMkLst>
        <pc:spChg chg="mod">
          <ac:chgData name="" userId="" providerId="" clId="Web-{63E8A5FC-0439-4B89-B675-2FFCE7D53D3D}" dt="2026-09-23T20:37:38.272" v="0" actId="34807"/>
          <ac:spMkLst>
            <pc:docMk/>
            <pc:sldMk cId="2748911268" sldId="1684"/>
            <ac:spMk id="5570" creationId="{CC6F6CD7-B5E0-B38A-C806-5BF7DAD20C0A}"/>
          </ac:spMkLst>
        </pc:spChg>
        <pc:spChg chg="mod">
          <ac:chgData name="" userId="" providerId="" clId="Web-{63E8A5FC-0439-4B89-B675-2FFCE7D53D3D}" dt="2026-09-23T20:37:38.272" v="0" actId="34807"/>
          <ac:spMkLst>
            <pc:docMk/>
            <pc:sldMk cId="2748911268" sldId="1684"/>
            <ac:spMk id="6110" creationId="{F4C715C9-30F7-D876-8055-DFA4CB20FA86}"/>
          </ac:spMkLst>
        </pc:spChg>
        <pc:spChg chg="mod">
          <ac:chgData name="" userId="" providerId="" clId="Web-{63E8A5FC-0439-4B89-B675-2FFCE7D53D3D}" dt="2026-09-23T20:37:38.272" v="0" actId="34807"/>
          <ac:spMkLst>
            <pc:docMk/>
            <pc:sldMk cId="2748911268" sldId="1684"/>
            <ac:spMk id="6446" creationId="{6F2CE690-0461-4998-F5C5-8D36EC8CB945}"/>
          </ac:spMkLst>
        </pc:spChg>
      </pc:sldChg>
      <pc:sldChg chg="modSp modNotesTx">
        <pc:chgData name="" userId="" providerId="" clId="Web-{63E8A5FC-0439-4B89-B675-2FFCE7D53D3D}" dt="2026-09-23T20:37:38.272" v="0" actId="34807"/>
        <pc:sldMkLst>
          <pc:docMk/>
          <pc:sldMk cId="3902547630" sldId="1892"/>
        </pc:sldMkLst>
        <pc:spChg chg="mod">
          <ac:chgData name="" userId="" providerId="" clId="Web-{63E8A5FC-0439-4B89-B675-2FFCE7D53D3D}" dt="2026-09-23T20:37:38.272" v="0" actId="34807"/>
          <ac:spMkLst>
            <pc:docMk/>
            <pc:sldMk cId="3902547630" sldId="1892"/>
            <ac:spMk id="7145" creationId="{8620D068-D98B-79C2-1F5E-EEDECF7615A3}"/>
          </ac:spMkLst>
        </pc:spChg>
        <pc:spChg chg="mod">
          <ac:chgData name="" userId="" providerId="" clId="Web-{63E8A5FC-0439-4B89-B675-2FFCE7D53D3D}" dt="2026-09-23T20:37:38.272" v="0" actId="34807"/>
          <ac:spMkLst>
            <pc:docMk/>
            <pc:sldMk cId="3902547630" sldId="1892"/>
            <ac:spMk id="7386" creationId="{4CFFB1D7-F7CC-A77E-E7EA-FAF9332EB40B}"/>
          </ac:spMkLst>
        </pc:spChg>
        <pc:spChg chg="mod">
          <ac:chgData name="" userId="" providerId="" clId="Web-{63E8A5FC-0439-4B89-B675-2FFCE7D53D3D}" dt="2026-09-23T20:37:38.272" v="0" actId="34807"/>
          <ac:spMkLst>
            <pc:docMk/>
            <pc:sldMk cId="3902547630" sldId="1892"/>
            <ac:spMk id="7631" creationId="{2D1E342F-634D-03CD-A6B9-B6EF1E6EEF0A}"/>
          </ac:spMkLst>
        </pc:spChg>
        <pc:spChg chg="mod">
          <ac:chgData name="" userId="" providerId="" clId="Web-{63E8A5FC-0439-4B89-B675-2FFCE7D53D3D}" dt="2026-09-23T20:37:38.272" v="0" actId="34807"/>
          <ac:spMkLst>
            <pc:docMk/>
            <pc:sldMk cId="3902547630" sldId="1892"/>
            <ac:spMk id="7755" creationId="{B793208D-3E58-B5A3-C8C2-78DDF5389F0B}"/>
          </ac:spMkLst>
        </pc:spChg>
        <pc:spChg chg="mod">
          <ac:chgData name="" userId="" providerId="" clId="Web-{63E8A5FC-0439-4B89-B675-2FFCE7D53D3D}" dt="2026-09-23T20:37:38.272" v="0" actId="34807"/>
          <ac:spMkLst>
            <pc:docMk/>
            <pc:sldMk cId="3902547630" sldId="1892"/>
            <ac:spMk id="7880" creationId="{69C8B7A4-E932-CCA4-D853-EB4E56D7B311}"/>
          </ac:spMkLst>
        </pc:spChg>
        <pc:spChg chg="mod">
          <ac:chgData name="" userId="" providerId="" clId="Web-{63E8A5FC-0439-4B89-B675-2FFCE7D53D3D}" dt="2026-09-23T20:37:38.272" v="0" actId="34807"/>
          <ac:spMkLst>
            <pc:docMk/>
            <pc:sldMk cId="3902547630" sldId="1892"/>
            <ac:spMk id="8133" creationId="{D453BFC1-A908-3D02-1B02-363228341D57}"/>
          </ac:spMkLst>
        </pc:spChg>
        <pc:spChg chg="mod">
          <ac:chgData name="" userId="" providerId="" clId="Web-{63E8A5FC-0439-4B89-B675-2FFCE7D53D3D}" dt="2026-09-23T20:37:38.272" v="0" actId="34807"/>
          <ac:spMkLst>
            <pc:docMk/>
            <pc:sldMk cId="3902547630" sldId="1892"/>
            <ac:spMk id="8390" creationId="{2571E0A6-0D63-9C86-65AD-901584B8EF3A}"/>
          </ac:spMkLst>
        </pc:spChg>
        <pc:spChg chg="mod">
          <ac:chgData name="" userId="" providerId="" clId="Web-{63E8A5FC-0439-4B89-B675-2FFCE7D53D3D}" dt="2026-09-23T20:37:38.272" v="0" actId="34807"/>
          <ac:spMkLst>
            <pc:docMk/>
            <pc:sldMk cId="3902547630" sldId="1892"/>
            <ac:spMk id="8783" creationId="{2AD5A76F-B897-793F-400D-70E848B5204F}"/>
          </ac:spMkLst>
        </pc:spChg>
      </pc:sldChg>
      <pc:sldChg chg="modSp modNotesTx">
        <pc:chgData name="" userId="" providerId="" clId="Web-{63E8A5FC-0439-4B89-B675-2FFCE7D53D3D}" dt="2026-09-23T20:37:38.272" v="0" actId="34807"/>
        <pc:sldMkLst>
          <pc:docMk/>
          <pc:sldMk cId="2833001075" sldId="2101"/>
        </pc:sldMkLst>
        <pc:spChg chg="mod">
          <ac:chgData name="" userId="" providerId="" clId="Web-{63E8A5FC-0439-4B89-B675-2FFCE7D53D3D}" dt="2026-09-23T20:37:38.272" v="0" actId="34807"/>
          <ac:spMkLst>
            <pc:docMk/>
            <pc:sldMk cId="2833001075" sldId="2101"/>
            <ac:spMk id="9321" creationId="{DF7E7D8A-B0CC-0BD6-86C4-C528F7B0F034}"/>
          </ac:spMkLst>
        </pc:spChg>
        <pc:spChg chg="mod">
          <ac:chgData name="" userId="" providerId="" clId="Web-{63E8A5FC-0439-4B89-B675-2FFCE7D53D3D}" dt="2026-09-23T20:37:38.272" v="0" actId="34807"/>
          <ac:spMkLst>
            <pc:docMk/>
            <pc:sldMk cId="2833001075" sldId="2101"/>
            <ac:spMk id="9596" creationId="{693A3D80-D576-E3F8-A91D-7181485A046C}"/>
          </ac:spMkLst>
        </pc:spChg>
        <pc:spChg chg="mod">
          <ac:chgData name="" userId="" providerId="" clId="Web-{63E8A5FC-0439-4B89-B675-2FFCE7D53D3D}" dt="2026-09-23T20:37:38.272" v="0" actId="34807"/>
          <ac:spMkLst>
            <pc:docMk/>
            <pc:sldMk cId="2833001075" sldId="2101"/>
            <ac:spMk id="10016" creationId="{A0E6D537-9A17-E9A1-C69F-BF31B999F700}"/>
          </ac:spMkLst>
        </pc:spChg>
        <pc:spChg chg="mod">
          <ac:chgData name="" userId="" providerId="" clId="Web-{63E8A5FC-0439-4B89-B675-2FFCE7D53D3D}" dt="2026-09-23T20:37:38.272" v="0" actId="34807"/>
          <ac:spMkLst>
            <pc:docMk/>
            <pc:sldMk cId="2833001075" sldId="2101"/>
            <ac:spMk id="10445" creationId="{FAE05ECE-7290-DA3F-6EE8-58AB4D7EC3E7}"/>
          </ac:spMkLst>
        </pc:spChg>
      </pc:sldChg>
      <pc:sldChg chg="modSp modNotesTx">
        <pc:chgData name="" userId="" providerId="" clId="Web-{63E8A5FC-0439-4B89-B675-2FFCE7D53D3D}" dt="2026-09-23T20:37:38.272" v="0" actId="34807"/>
        <pc:sldMkLst>
          <pc:docMk/>
          <pc:sldMk cId="2560970478" sldId="2311"/>
        </pc:sldMkLst>
        <pc:spChg chg="mod">
          <ac:chgData name="" userId="" providerId="" clId="Web-{63E8A5FC-0439-4B89-B675-2FFCE7D53D3D}" dt="2026-09-23T20:37:38.272" v="0" actId="34807"/>
          <ac:spMkLst>
            <pc:docMk/>
            <pc:sldMk cId="2560970478" sldId="2311"/>
            <ac:spMk id="11330" creationId="{D6C6DEF7-4E27-A0CD-DE0A-9D10A8DBC03F}"/>
          </ac:spMkLst>
        </pc:spChg>
      </pc:sldChg>
      <pc:sldChg chg="modSp modNotesTx">
        <pc:chgData name="" userId="" providerId="" clId="Web-{63E8A5FC-0439-4B89-B675-2FFCE7D53D3D}" dt="2026-09-23T20:37:38.272" v="0" actId="34807"/>
        <pc:sldMkLst>
          <pc:docMk/>
          <pc:sldMk cId="1956397754" sldId="2522"/>
        </pc:sldMkLst>
        <pc:spChg chg="mod">
          <ac:chgData name="" userId="" providerId="" clId="Web-{63E8A5FC-0439-4B89-B675-2FFCE7D53D3D}" dt="2026-09-23T20:37:38.272" v="0" actId="34807"/>
          <ac:spMkLst>
            <pc:docMk/>
            <pc:sldMk cId="1956397754" sldId="2522"/>
            <ac:spMk id="12271" creationId="{A84A8304-16E2-8D2F-EF95-C2878144A053}"/>
          </ac:spMkLst>
        </pc:spChg>
      </pc:sldChg>
      <pc:sldChg chg="modSp modNotesTx">
        <pc:chgData name="" userId="" providerId="" clId="Web-{63E8A5FC-0439-4B89-B675-2FFCE7D53D3D}" dt="2026-09-23T20:37:38.272" v="0" actId="34807"/>
        <pc:sldMkLst>
          <pc:docMk/>
          <pc:sldMk cId="1280267537" sldId="2734"/>
        </pc:sldMkLst>
        <pc:spChg chg="mod">
          <ac:chgData name="" userId="" providerId="" clId="Web-{63E8A5FC-0439-4B89-B675-2FFCE7D53D3D}" dt="2026-09-23T20:37:38.272" v="0" actId="34807"/>
          <ac:spMkLst>
            <pc:docMk/>
            <pc:sldMk cId="1280267537" sldId="2734"/>
            <ac:spMk id="12432" creationId="{298BCF47-3406-34E1-A523-6C0DA866FAF5}"/>
          </ac:spMkLst>
        </pc:spChg>
      </pc:sldChg>
      <pc:sldChg chg="modSp modNotesTx">
        <pc:chgData name="" userId="" providerId="" clId="Web-{63E8A5FC-0439-4B89-B675-2FFCE7D53D3D}" dt="2026-09-23T20:37:38.272" v="0" actId="34807"/>
        <pc:sldMkLst>
          <pc:docMk/>
          <pc:sldMk cId="257061948" sldId="2947"/>
        </pc:sldMkLst>
        <pc:spChg chg="mod">
          <ac:chgData name="" userId="" providerId="" clId="Web-{63E8A5FC-0439-4B89-B675-2FFCE7D53D3D}" dt="2026-09-23T20:37:38.272" v="0" actId="34807"/>
          <ac:spMkLst>
            <pc:docMk/>
            <pc:sldMk cId="257061948" sldId="2947"/>
            <ac:spMk id="12789" creationId="{13B223DA-8CDA-BB10-EDAF-661AB1DADCE5}"/>
          </ac:spMkLst>
        </pc:spChg>
      </pc:sldChg>
      <pc:sldChg chg="modSp modNotesTx">
        <pc:chgData name="" userId="" providerId="" clId="Web-{63E8A5FC-0439-4B89-B675-2FFCE7D53D3D}" dt="2026-09-23T20:37:38.272" v="0" actId="34807"/>
        <pc:sldMkLst>
          <pc:docMk/>
          <pc:sldMk cId="260768704" sldId="3161"/>
        </pc:sldMkLst>
        <pc:spChg chg="mod">
          <ac:chgData name="" userId="" providerId="" clId="Web-{63E8A5FC-0439-4B89-B675-2FFCE7D53D3D}" dt="2026-09-23T20:37:38.272" v="0" actId="34807"/>
          <ac:spMkLst>
            <pc:docMk/>
            <pc:sldMk cId="260768704" sldId="3161"/>
            <ac:spMk id="13342" creationId="{314A6833-A226-D85D-D74A-139DD9C523DE}"/>
          </ac:spMkLst>
        </pc:spChg>
      </pc:sldChg>
      <pc:sldChg chg="modSp modNotesTx">
        <pc:chgData name="" userId="" providerId="" clId="Web-{63E8A5FC-0439-4B89-B675-2FFCE7D53D3D}" dt="2026-09-23T20:37:38.272" v="0" actId="34807"/>
        <pc:sldMkLst>
          <pc:docMk/>
          <pc:sldMk cId="3541057797" sldId="3376"/>
        </pc:sldMkLst>
        <pc:spChg chg="mod">
          <ac:chgData name="" userId="" providerId="" clId="Web-{63E8A5FC-0439-4B89-B675-2FFCE7D53D3D}" dt="2026-09-23T20:37:38.272" v="0" actId="34807"/>
          <ac:spMkLst>
            <pc:docMk/>
            <pc:sldMk cId="3541057797" sldId="3376"/>
            <ac:spMk id="14091" creationId="{C54B5FE7-3D6D-3880-4A40-3F79C159D0B9}"/>
          </ac:spMkLst>
        </pc:spChg>
      </pc:sldChg>
      <pc:sldChg chg="modSp modNotesTx">
        <pc:chgData name="" userId="" providerId="" clId="Web-{63E8A5FC-0439-4B89-B675-2FFCE7D53D3D}" dt="2026-09-23T20:37:38.272" v="0" actId="34807"/>
        <pc:sldMkLst>
          <pc:docMk/>
          <pc:sldMk cId="4287981554" sldId="3592"/>
        </pc:sldMkLst>
        <pc:spChg chg="mod">
          <ac:chgData name="" userId="" providerId="" clId="Web-{63E8A5FC-0439-4B89-B675-2FFCE7D53D3D}" dt="2026-09-23T20:37:38.272" v="0" actId="34807"/>
          <ac:spMkLst>
            <pc:docMk/>
            <pc:sldMk cId="4287981554" sldId="3592"/>
            <ac:spMk id="15036" creationId="{348FC7BA-2D9B-FFD8-BBB9-8ACEF2C25BBB}"/>
          </ac:spMkLst>
        </pc:spChg>
        <pc:spChg chg="mod">
          <ac:chgData name="" userId="" providerId="" clId="Web-{63E8A5FC-0439-4B89-B675-2FFCE7D53D3D}" dt="2026-09-23T20:37:38.272" v="0" actId="34807"/>
          <ac:spMkLst>
            <pc:docMk/>
            <pc:sldMk cId="4287981554" sldId="3592"/>
            <ac:spMk id="15187" creationId="{EC4EE747-6F95-FEE7-8DDC-B9105AA3EBF4}"/>
          </ac:spMkLst>
        </pc:spChg>
        <pc:spChg chg="mod">
          <ac:chgData name="" userId="" providerId="" clId="Web-{63E8A5FC-0439-4B89-B675-2FFCE7D53D3D}" dt="2026-09-23T20:37:38.272" v="0" actId="34807"/>
          <ac:spMkLst>
            <pc:docMk/>
            <pc:sldMk cId="4287981554" sldId="3592"/>
            <ac:spMk id="15342" creationId="{BB350253-FFE4-49F1-1BCB-F7EA01084F02}"/>
          </ac:spMkLst>
        </pc:spChg>
        <pc:spChg chg="mod">
          <ac:chgData name="" userId="" providerId="" clId="Web-{63E8A5FC-0439-4B89-B675-2FFCE7D53D3D}" dt="2026-09-23T20:37:38.272" v="0" actId="34807"/>
          <ac:spMkLst>
            <pc:docMk/>
            <pc:sldMk cId="4287981554" sldId="3592"/>
            <ac:spMk id="15421" creationId="{4A1E7AF2-2E17-0AB2-EFA3-E74CFDB10962}"/>
          </ac:spMkLst>
        </pc:spChg>
      </pc:sldChg>
      <pc:sldChg chg="modSp modNotesTx">
        <pc:chgData name="" userId="" providerId="" clId="Web-{63E8A5FC-0439-4B89-B675-2FFCE7D53D3D}" dt="2026-09-23T20:37:38.272" v="0" actId="34807"/>
        <pc:sldMkLst>
          <pc:docMk/>
          <pc:sldMk cId="1998776793" sldId="3809"/>
        </pc:sldMkLst>
        <pc:spChg chg="mod">
          <ac:chgData name="" userId="" providerId="" clId="Web-{63E8A5FC-0439-4B89-B675-2FFCE7D53D3D}" dt="2026-09-23T20:37:38.272" v="0" actId="34807"/>
          <ac:spMkLst>
            <pc:docMk/>
            <pc:sldMk cId="1998776793" sldId="3809"/>
            <ac:spMk id="15747" creationId="{171F07FD-C644-FFB5-9FA8-21C1F112A4D0}"/>
          </ac:spMkLst>
        </pc:spChg>
        <pc:spChg chg="mod">
          <ac:chgData name="" userId="" providerId="" clId="Web-{63E8A5FC-0439-4B89-B675-2FFCE7D53D3D}" dt="2026-09-23T20:37:38.272" v="0" actId="34807"/>
          <ac:spMkLst>
            <pc:docMk/>
            <pc:sldMk cId="1998776793" sldId="3809"/>
            <ac:spMk id="15916" creationId="{29EA23D1-3E12-A8CC-97B4-42CDCB996CE0}"/>
          </ac:spMkLst>
        </pc:spChg>
        <pc:spChg chg="mod">
          <ac:chgData name="" userId="" providerId="" clId="Web-{63E8A5FC-0439-4B89-B675-2FFCE7D53D3D}" dt="2026-09-23T20:37:38.272" v="0" actId="34807"/>
          <ac:spMkLst>
            <pc:docMk/>
            <pc:sldMk cId="1998776793" sldId="3809"/>
            <ac:spMk id="16177" creationId="{697571D5-1D25-8B81-942D-0CB222450357}"/>
          </ac:spMkLst>
        </pc:spChg>
        <pc:spChg chg="mod">
          <ac:chgData name="" userId="" providerId="" clId="Web-{63E8A5FC-0439-4B89-B675-2FFCE7D53D3D}" dt="2026-09-23T20:37:38.272" v="0" actId="34807"/>
          <ac:spMkLst>
            <pc:docMk/>
            <pc:sldMk cId="1998776793" sldId="3809"/>
            <ac:spMk id="16266" creationId="{247A5067-ED61-F79D-5EAB-3261DC074969}"/>
          </ac:spMkLst>
        </pc:spChg>
        <pc:spChg chg="mod">
          <ac:chgData name="" userId="" providerId="" clId="Web-{63E8A5FC-0439-4B89-B675-2FFCE7D53D3D}" dt="2026-09-23T20:37:38.272" v="0" actId="34807"/>
          <ac:spMkLst>
            <pc:docMk/>
            <pc:sldMk cId="1998776793" sldId="3809"/>
            <ac:spMk id="16539" creationId="{28A25FAD-E40F-9DB8-D130-81A525515344}"/>
          </ac:spMkLst>
        </pc:spChg>
        <pc:spChg chg="mod">
          <ac:chgData name="" userId="" providerId="" clId="Web-{63E8A5FC-0439-4B89-B675-2FFCE7D53D3D}" dt="2026-09-23T20:37:38.272" v="0" actId="34807"/>
          <ac:spMkLst>
            <pc:docMk/>
            <pc:sldMk cId="1998776793" sldId="3809"/>
            <ac:spMk id="16632" creationId="{92BCB47D-9C13-031A-50D1-38F23D99FAFC}"/>
          </ac:spMkLst>
        </pc:spChg>
      </pc:sldChg>
      <pc:sldChg chg="modSp modNotesTx">
        <pc:chgData name="" userId="" providerId="" clId="Web-{63E8A5FC-0439-4B89-B675-2FFCE7D53D3D}" dt="2026-09-23T20:37:38.272" v="0" actId="34807"/>
        <pc:sldMkLst>
          <pc:docMk/>
          <pc:sldMk cId="1576229107" sldId="4027"/>
        </pc:sldMkLst>
        <pc:spChg chg="mod">
          <ac:chgData name="" userId="" providerId="" clId="Web-{63E8A5FC-0439-4B89-B675-2FFCE7D53D3D}" dt="2026-09-23T20:37:38.272" v="0" actId="34807"/>
          <ac:spMkLst>
            <pc:docMk/>
            <pc:sldMk cId="1576229107" sldId="4027"/>
            <ac:spMk id="17311" creationId="{9EDC5D9F-C810-CA7F-7958-AB5F9789143F}"/>
          </ac:spMkLst>
        </pc:spChg>
        <pc:spChg chg="mod">
          <ac:chgData name="" userId="" providerId="" clId="Web-{63E8A5FC-0439-4B89-B675-2FFCE7D53D3D}" dt="2026-09-23T20:37:38.272" v="0" actId="34807"/>
          <ac:spMkLst>
            <pc:docMk/>
            <pc:sldMk cId="1576229107" sldId="4027"/>
            <ac:spMk id="17514" creationId="{65B9EC8B-7865-9B1A-FDA0-D0A4D17ACA4E}"/>
          </ac:spMkLst>
        </pc:spChg>
        <pc:spChg chg="mod">
          <ac:chgData name="" userId="" providerId="" clId="Web-{63E8A5FC-0439-4B89-B675-2FFCE7D53D3D}" dt="2026-09-23T20:37:38.272" v="0" actId="34807"/>
          <ac:spMkLst>
            <pc:docMk/>
            <pc:sldMk cId="1576229107" sldId="4027"/>
            <ac:spMk id="17826" creationId="{B9AE61D0-E00C-3B18-F3D6-A1C95E8D2C9A}"/>
          </ac:spMkLst>
        </pc:spChg>
        <pc:spChg chg="mod">
          <ac:chgData name="" userId="" providerId="" clId="Web-{63E8A5FC-0439-4B89-B675-2FFCE7D53D3D}" dt="2026-09-23T20:37:38.272" v="0" actId="34807"/>
          <ac:spMkLst>
            <pc:docMk/>
            <pc:sldMk cId="1576229107" sldId="4027"/>
            <ac:spMk id="18147" creationId="{0DD2E1E8-74AB-1584-A215-7871E495EA82}"/>
          </ac:spMkLst>
        </pc:spChg>
      </pc:sldChg>
      <pc:sldChg chg="modSp modNotesTx">
        <pc:chgData name="" userId="" providerId="" clId="Web-{63E8A5FC-0439-4B89-B675-2FFCE7D53D3D}" dt="2026-09-23T20:37:38.272" v="0" actId="34807"/>
        <pc:sldMkLst>
          <pc:docMk/>
          <pc:sldMk cId="3197743944" sldId="4246"/>
        </pc:sldMkLst>
        <pc:spChg chg="mod">
          <ac:chgData name="" userId="" providerId="" clId="Web-{63E8A5FC-0439-4B89-B675-2FFCE7D53D3D}" dt="2026-09-23T20:37:38.272" v="0" actId="34807"/>
          <ac:spMkLst>
            <pc:docMk/>
            <pc:sldMk cId="3197743944" sldId="4246"/>
            <ac:spMk id="18816" creationId="{3BD7B74F-AB4E-BC1E-8827-D2AD9C105458}"/>
          </ac:spMkLst>
        </pc:spChg>
        <pc:spChg chg="mod">
          <ac:chgData name="" userId="" providerId="" clId="Web-{63E8A5FC-0439-4B89-B675-2FFCE7D53D3D}" dt="2026-09-23T20:37:38.272" v="0" actId="34807"/>
          <ac:spMkLst>
            <pc:docMk/>
            <pc:sldMk cId="3197743944" sldId="4246"/>
            <ac:spMk id="19047" creationId="{1E5E4EAD-5477-BBBF-B756-3E10B770A0A3}"/>
          </ac:spMkLst>
        </pc:spChg>
        <pc:spChg chg="mod">
          <ac:chgData name="" userId="" providerId="" clId="Web-{63E8A5FC-0439-4B89-B675-2FFCE7D53D3D}" dt="2026-09-23T20:37:38.272" v="0" actId="34807"/>
          <ac:spMkLst>
            <pc:docMk/>
            <pc:sldMk cId="3197743944" sldId="4246"/>
            <ac:spMk id="19164" creationId="{EA4CE47F-CA4F-CB4E-3A11-87D3F384F9C7}"/>
          </ac:spMkLst>
        </pc:spChg>
        <pc:spChg chg="mod">
          <ac:chgData name="" userId="" providerId="" clId="Web-{63E8A5FC-0439-4B89-B675-2FFCE7D53D3D}" dt="2026-09-23T20:37:38.272" v="0" actId="34807"/>
          <ac:spMkLst>
            <pc:docMk/>
            <pc:sldMk cId="3197743944" sldId="4246"/>
            <ac:spMk id="19282" creationId="{FD666251-1125-31C9-32AB-DA89C1532865}"/>
          </ac:spMkLst>
        </pc:spChg>
        <pc:spChg chg="mod">
          <ac:chgData name="" userId="" providerId="" clId="Web-{63E8A5FC-0439-4B89-B675-2FFCE7D53D3D}" dt="2026-09-23T20:37:38.272" v="0" actId="34807"/>
          <ac:spMkLst>
            <pc:docMk/>
            <pc:sldMk cId="3197743944" sldId="4246"/>
            <ac:spMk id="19401" creationId="{8E8D1EF4-780F-BD85-F111-489CEA29BF96}"/>
          </ac:spMkLst>
        </pc:spChg>
        <pc:spChg chg="mod">
          <ac:chgData name="" userId="" providerId="" clId="Web-{63E8A5FC-0439-4B89-B675-2FFCE7D53D3D}" dt="2026-09-23T20:37:38.272" v="0" actId="34807"/>
          <ac:spMkLst>
            <pc:docMk/>
            <pc:sldMk cId="3197743944" sldId="4246"/>
            <ac:spMk id="19521" creationId="{6BC19063-87CE-56B6-012E-86C6322F7844}"/>
          </ac:spMkLst>
        </pc:spChg>
        <pc:spChg chg="mod">
          <ac:chgData name="" userId="" providerId="" clId="Web-{63E8A5FC-0439-4B89-B675-2FFCE7D53D3D}" dt="2026-09-23T20:37:38.272" v="0" actId="34807"/>
          <ac:spMkLst>
            <pc:docMk/>
            <pc:sldMk cId="3197743944" sldId="4246"/>
            <ac:spMk id="19642" creationId="{834D34F0-292C-4C37-968F-8D59AAC064A0}"/>
          </ac:spMkLst>
        </pc:spChg>
        <pc:spChg chg="mod">
          <ac:chgData name="" userId="" providerId="" clId="Web-{63E8A5FC-0439-4B89-B675-2FFCE7D53D3D}" dt="2026-09-23T20:37:38.272" v="0" actId="34807"/>
          <ac:spMkLst>
            <pc:docMk/>
            <pc:sldMk cId="3197743944" sldId="4246"/>
            <ac:spMk id="19764" creationId="{31984140-653D-FE0B-EB10-164D444B7739}"/>
          </ac:spMkLst>
        </pc:spChg>
        <pc:spChg chg="mod">
          <ac:chgData name="" userId="" providerId="" clId="Web-{63E8A5FC-0439-4B89-B675-2FFCE7D53D3D}" dt="2026-09-23T20:37:38.272" v="0" actId="34807"/>
          <ac:spMkLst>
            <pc:docMk/>
            <pc:sldMk cId="3197743944" sldId="4246"/>
            <ac:spMk id="19887" creationId="{609AF10D-7D7D-7CA9-511E-96B96200FA89}"/>
          </ac:spMkLst>
        </pc:spChg>
        <pc:spChg chg="mod">
          <ac:chgData name="" userId="" providerId="" clId="Web-{63E8A5FC-0439-4B89-B675-2FFCE7D53D3D}" dt="2026-09-23T20:37:38.272" v="0" actId="34807"/>
          <ac:spMkLst>
            <pc:docMk/>
            <pc:sldMk cId="3197743944" sldId="4246"/>
            <ac:spMk id="20011" creationId="{1003B5DA-6344-5194-BC30-4663B43830DA}"/>
          </ac:spMkLst>
        </pc:spChg>
      </pc:sldChg>
    </pc:docChg>
  </pc:docChgLst>
  <pc:docChgLst>
    <pc:chgData clId="Web-{E0280A49-6BD2-4BDC-9A4E-2ADC7B8C803E}"/>
    <pc:docChg chg="mod modSld modMainMaster setSldSz">
      <pc:chgData name="" userId="" providerId="" clId="Web-{E0280A49-6BD2-4BDC-9A4E-2ADC7B8C803E}" dt="2026-09-23T20:15:10.323" v="2" actId="34807"/>
      <pc:docMkLst>
        <pc:docMk/>
      </pc:docMkLst>
      <pc:sldChg chg="addSp modSp mod setBg">
        <pc:chgData name="" userId="" providerId="" clId="Web-{E0280A49-6BD2-4BDC-9A4E-2ADC7B8C803E}" dt="2026-09-23T20:15:10.323" v="2" actId="34807"/>
        <pc:sldMkLst>
          <pc:docMk/>
          <pc:sldMk cId="0" sldId="256"/>
        </pc:sldMkLst>
        <pc:spChg chg="add mod">
          <ac:chgData name="" userId="" providerId="" clId="Web-{E0280A49-6BD2-4BDC-9A4E-2ADC7B8C803E}" dt="2026-09-23T20:15:10.058" v="1" actId="34807"/>
          <ac:spMkLst>
            <pc:docMk/>
            <pc:sldMk cId="0" sldId="256"/>
            <ac:spMk id="2" creationId="{BF6D14AE-76AD-572E-51C5-E944222C83E9}"/>
          </ac:spMkLst>
        </pc:spChg>
        <pc:spChg chg="add mod">
          <ac:chgData name="" userId="" providerId="" clId="Web-{E0280A49-6BD2-4BDC-9A4E-2ADC7B8C803E}" dt="2026-09-23T20:15:10.058" v="1" actId="34807"/>
          <ac:spMkLst>
            <pc:docMk/>
            <pc:sldMk cId="0" sldId="256"/>
            <ac:spMk id="4" creationId="{6884D51C-47E0-CB3A-EA79-CDABC7E892E1}"/>
          </ac:spMkLst>
        </pc:spChg>
      </pc:sldChg>
      <pc:sldMasterChg chg="modSp modSldLayout">
        <pc:chgData name="" userId="" providerId="" clId="Web-{E0280A49-6BD2-4BDC-9A4E-2ADC7B8C803E}" dt="2026-09-23T20:14:41.542" v="0" actId="34807"/>
        <pc:sldMasterMkLst>
          <pc:docMk/>
          <pc:sldMasterMk cId="2209977519" sldId="2147483648"/>
        </pc:sldMasterMkLst>
        <pc:spChg chg="mod">
          <ac:chgData name="" userId="" providerId="" clId="Web-{E0280A49-6BD2-4BDC-9A4E-2ADC7B8C803E}" dt="2026-09-23T20:14:41.542" v="0" actId="34807"/>
          <ac:spMkLst>
            <pc:docMk/>
            <pc:sldMasterMk cId="2209977519" sldId="2147483648"/>
            <ac:spMk id="2" creationId="{00000000-0000-0000-0000-000000000000}"/>
          </ac:spMkLst>
        </pc:spChg>
        <pc:spChg chg="mod">
          <ac:chgData name="" userId="" providerId="" clId="Web-{E0280A49-6BD2-4BDC-9A4E-2ADC7B8C803E}" dt="2026-09-23T20:14:41.542" v="0" actId="34807"/>
          <ac:spMkLst>
            <pc:docMk/>
            <pc:sldMasterMk cId="2209977519" sldId="2147483648"/>
            <ac:spMk id="3" creationId="{00000000-0000-0000-0000-000000000000}"/>
          </ac:spMkLst>
        </pc:spChg>
        <pc:spChg chg="mod">
          <ac:chgData name="" userId="" providerId="" clId="Web-{E0280A49-6BD2-4BDC-9A4E-2ADC7B8C803E}" dt="2026-09-23T20:14:41.542" v="0" actId="34807"/>
          <ac:spMkLst>
            <pc:docMk/>
            <pc:sldMasterMk cId="2209977519" sldId="2147483648"/>
            <ac:spMk id="4" creationId="{00000000-0000-0000-0000-000000000000}"/>
          </ac:spMkLst>
        </pc:spChg>
        <pc:spChg chg="mod">
          <ac:chgData name="" userId="" providerId="" clId="Web-{E0280A49-6BD2-4BDC-9A4E-2ADC7B8C803E}" dt="2026-09-23T20:14:41.542" v="0" actId="34807"/>
          <ac:spMkLst>
            <pc:docMk/>
            <pc:sldMasterMk cId="2209977519" sldId="2147483648"/>
            <ac:spMk id="5" creationId="{00000000-0000-0000-0000-000000000000}"/>
          </ac:spMkLst>
        </pc:spChg>
        <pc:spChg chg="mod">
          <ac:chgData name="" userId="" providerId="" clId="Web-{E0280A49-6BD2-4BDC-9A4E-2ADC7B8C803E}" dt="2026-09-23T20:14:41.542" v="0" actId="34807"/>
          <ac:spMkLst>
            <pc:docMk/>
            <pc:sldMasterMk cId="2209977519" sldId="2147483648"/>
            <ac:spMk id="6" creationId="{00000000-0000-0000-0000-000000000000}"/>
          </ac:spMkLst>
        </pc:spChg>
        <pc:sldLayoutChg chg="modSp">
          <pc:chgData name="" userId="" providerId="" clId="Web-{E0280A49-6BD2-4BDC-9A4E-2ADC7B8C803E}" dt="2026-09-23T20:14:41.542" v="0" actId="34807"/>
          <pc:sldLayoutMkLst>
            <pc:docMk/>
            <pc:sldMasterMk cId="2209977519" sldId="2147483648"/>
            <pc:sldLayoutMk cId="3168075583" sldId="2147483649"/>
          </pc:sldLayoutMkLst>
          <pc:spChg chg="mod">
            <ac:chgData name="" userId="" providerId="" clId="Web-{E0280A49-6BD2-4BDC-9A4E-2ADC7B8C803E}" dt="2026-09-23T20:14:41.542" v="0" actId="34807"/>
            <ac:spMkLst>
              <pc:docMk/>
              <pc:sldMasterMk cId="2209977519" sldId="2147483648"/>
              <pc:sldLayoutMk cId="3168075583" sldId="2147483649"/>
              <ac:spMk id="2" creationId="{00000000-0000-0000-0000-000000000000}"/>
            </ac:spMkLst>
          </pc:spChg>
          <pc:spChg chg="mod">
            <ac:chgData name="" userId="" providerId="" clId="Web-{E0280A49-6BD2-4BDC-9A4E-2ADC7B8C803E}" dt="2026-09-23T20:14:41.542" v="0" actId="34807"/>
            <ac:spMkLst>
              <pc:docMk/>
              <pc:sldMasterMk cId="2209977519" sldId="2147483648"/>
              <pc:sldLayoutMk cId="3168075583" sldId="2147483649"/>
              <ac:spMk id="3" creationId="{00000000-0000-0000-0000-000000000000}"/>
            </ac:spMkLst>
          </pc:spChg>
        </pc:sldLayoutChg>
        <pc:sldLayoutChg chg="modSp">
          <pc:chgData name="" userId="" providerId="" clId="Web-{E0280A49-6BD2-4BDC-9A4E-2ADC7B8C803E}" dt="2026-09-23T20:14:41.542" v="0" actId="34807"/>
          <pc:sldLayoutMkLst>
            <pc:docMk/>
            <pc:sldMasterMk cId="2209977519" sldId="2147483648"/>
            <pc:sldLayoutMk cId="960648375" sldId="2147483651"/>
          </pc:sldLayoutMkLst>
          <pc:spChg chg="mod">
            <ac:chgData name="" userId="" providerId="" clId="Web-{E0280A49-6BD2-4BDC-9A4E-2ADC7B8C803E}" dt="2026-09-23T20:14:41.542" v="0" actId="34807"/>
            <ac:spMkLst>
              <pc:docMk/>
              <pc:sldMasterMk cId="2209977519" sldId="2147483648"/>
              <pc:sldLayoutMk cId="960648375" sldId="2147483651"/>
              <ac:spMk id="2" creationId="{00000000-0000-0000-0000-000000000000}"/>
            </ac:spMkLst>
          </pc:spChg>
          <pc:spChg chg="mod">
            <ac:chgData name="" userId="" providerId="" clId="Web-{E0280A49-6BD2-4BDC-9A4E-2ADC7B8C803E}" dt="2026-09-23T20:14:41.542" v="0" actId="34807"/>
            <ac:spMkLst>
              <pc:docMk/>
              <pc:sldMasterMk cId="2209977519" sldId="2147483648"/>
              <pc:sldLayoutMk cId="960648375" sldId="2147483651"/>
              <ac:spMk id="3" creationId="{00000000-0000-0000-0000-000000000000}"/>
            </ac:spMkLst>
          </pc:spChg>
        </pc:sldLayoutChg>
        <pc:sldLayoutChg chg="modSp">
          <pc:chgData name="" userId="" providerId="" clId="Web-{E0280A49-6BD2-4BDC-9A4E-2ADC7B8C803E}" dt="2026-09-23T20:14:41.542" v="0" actId="34807"/>
          <pc:sldLayoutMkLst>
            <pc:docMk/>
            <pc:sldMasterMk cId="2209977519" sldId="2147483648"/>
            <pc:sldLayoutMk cId="2782244947" sldId="2147483652"/>
          </pc:sldLayoutMkLst>
          <pc:spChg chg="mod">
            <ac:chgData name="" userId="" providerId="" clId="Web-{E0280A49-6BD2-4BDC-9A4E-2ADC7B8C803E}" dt="2026-09-23T20:14:41.542" v="0" actId="34807"/>
            <ac:spMkLst>
              <pc:docMk/>
              <pc:sldMasterMk cId="2209977519" sldId="2147483648"/>
              <pc:sldLayoutMk cId="2782244947" sldId="2147483652"/>
              <ac:spMk id="3" creationId="{00000000-0000-0000-0000-000000000000}"/>
            </ac:spMkLst>
          </pc:spChg>
          <pc:spChg chg="mod">
            <ac:chgData name="" userId="" providerId="" clId="Web-{E0280A49-6BD2-4BDC-9A4E-2ADC7B8C803E}" dt="2026-09-23T20:14:41.542" v="0" actId="34807"/>
            <ac:spMkLst>
              <pc:docMk/>
              <pc:sldMasterMk cId="2209977519" sldId="2147483648"/>
              <pc:sldLayoutMk cId="2782244947" sldId="2147483652"/>
              <ac:spMk id="4" creationId="{00000000-0000-0000-0000-000000000000}"/>
            </ac:spMkLst>
          </pc:spChg>
        </pc:sldLayoutChg>
        <pc:sldLayoutChg chg="modSp">
          <pc:chgData name="" userId="" providerId="" clId="Web-{E0280A49-6BD2-4BDC-9A4E-2ADC7B8C803E}" dt="2026-09-23T20:14:41.542" v="0" actId="34807"/>
          <pc:sldLayoutMkLst>
            <pc:docMk/>
            <pc:sldMasterMk cId="2209977519" sldId="2147483648"/>
            <pc:sldLayoutMk cId="990158736" sldId="2147483653"/>
          </pc:sldLayoutMkLst>
          <pc:spChg chg="mod">
            <ac:chgData name="" userId="" providerId="" clId="Web-{E0280A49-6BD2-4BDC-9A4E-2ADC7B8C803E}" dt="2026-09-23T20:14:41.542" v="0" actId="34807"/>
            <ac:spMkLst>
              <pc:docMk/>
              <pc:sldMasterMk cId="2209977519" sldId="2147483648"/>
              <pc:sldLayoutMk cId="990158736" sldId="2147483653"/>
              <ac:spMk id="3" creationId="{00000000-0000-0000-0000-000000000000}"/>
            </ac:spMkLst>
          </pc:spChg>
          <pc:spChg chg="mod">
            <ac:chgData name="" userId="" providerId="" clId="Web-{E0280A49-6BD2-4BDC-9A4E-2ADC7B8C803E}" dt="2026-09-23T20:14:41.542" v="0" actId="34807"/>
            <ac:spMkLst>
              <pc:docMk/>
              <pc:sldMasterMk cId="2209977519" sldId="2147483648"/>
              <pc:sldLayoutMk cId="990158736" sldId="2147483653"/>
              <ac:spMk id="4" creationId="{00000000-0000-0000-0000-000000000000}"/>
            </ac:spMkLst>
          </pc:spChg>
          <pc:spChg chg="mod">
            <ac:chgData name="" userId="" providerId="" clId="Web-{E0280A49-6BD2-4BDC-9A4E-2ADC7B8C803E}" dt="2026-09-23T20:14:41.542" v="0" actId="34807"/>
            <ac:spMkLst>
              <pc:docMk/>
              <pc:sldMasterMk cId="2209977519" sldId="2147483648"/>
              <pc:sldLayoutMk cId="990158736" sldId="2147483653"/>
              <ac:spMk id="5" creationId="{00000000-0000-0000-0000-000000000000}"/>
            </ac:spMkLst>
          </pc:spChg>
          <pc:spChg chg="mod">
            <ac:chgData name="" userId="" providerId="" clId="Web-{E0280A49-6BD2-4BDC-9A4E-2ADC7B8C803E}" dt="2026-09-23T20:14:41.542" v="0" actId="34807"/>
            <ac:spMkLst>
              <pc:docMk/>
              <pc:sldMasterMk cId="2209977519" sldId="2147483648"/>
              <pc:sldLayoutMk cId="990158736" sldId="2147483653"/>
              <ac:spMk id="6" creationId="{00000000-0000-0000-0000-000000000000}"/>
            </ac:spMkLst>
          </pc:spChg>
        </pc:sldLayoutChg>
        <pc:sldLayoutChg chg="modSp">
          <pc:chgData name="" userId="" providerId="" clId="Web-{E0280A49-6BD2-4BDC-9A4E-2ADC7B8C803E}" dt="2026-09-23T20:14:41.542" v="0" actId="34807"/>
          <pc:sldLayoutMkLst>
            <pc:docMk/>
            <pc:sldMasterMk cId="2209977519" sldId="2147483648"/>
            <pc:sldLayoutMk cId="1840726560" sldId="2147483656"/>
          </pc:sldLayoutMkLst>
          <pc:spChg chg="mod">
            <ac:chgData name="" userId="" providerId="" clId="Web-{E0280A49-6BD2-4BDC-9A4E-2ADC7B8C803E}" dt="2026-09-23T20:14:41.542" v="0" actId="34807"/>
            <ac:spMkLst>
              <pc:docMk/>
              <pc:sldMasterMk cId="2209977519" sldId="2147483648"/>
              <pc:sldLayoutMk cId="1840726560" sldId="2147483656"/>
              <ac:spMk id="2" creationId="{00000000-0000-0000-0000-000000000000}"/>
            </ac:spMkLst>
          </pc:spChg>
          <pc:spChg chg="mod">
            <ac:chgData name="" userId="" providerId="" clId="Web-{E0280A49-6BD2-4BDC-9A4E-2ADC7B8C803E}" dt="2026-09-23T20:14:41.542" v="0" actId="34807"/>
            <ac:spMkLst>
              <pc:docMk/>
              <pc:sldMasterMk cId="2209977519" sldId="2147483648"/>
              <pc:sldLayoutMk cId="1840726560" sldId="2147483656"/>
              <ac:spMk id="3" creationId="{00000000-0000-0000-0000-000000000000}"/>
            </ac:spMkLst>
          </pc:spChg>
          <pc:spChg chg="mod">
            <ac:chgData name="" userId="" providerId="" clId="Web-{E0280A49-6BD2-4BDC-9A4E-2ADC7B8C803E}" dt="2026-09-23T20:14:41.542" v="0" actId="34807"/>
            <ac:spMkLst>
              <pc:docMk/>
              <pc:sldMasterMk cId="2209977519" sldId="2147483648"/>
              <pc:sldLayoutMk cId="1840726560" sldId="2147483656"/>
              <ac:spMk id="4" creationId="{00000000-0000-0000-0000-000000000000}"/>
            </ac:spMkLst>
          </pc:spChg>
        </pc:sldLayoutChg>
        <pc:sldLayoutChg chg="modSp">
          <pc:chgData name="" userId="" providerId="" clId="Web-{E0280A49-6BD2-4BDC-9A4E-2ADC7B8C803E}" dt="2026-09-23T20:14:41.542" v="0" actId="34807"/>
          <pc:sldLayoutMkLst>
            <pc:docMk/>
            <pc:sldMasterMk cId="2209977519" sldId="2147483648"/>
            <pc:sldLayoutMk cId="3889236939" sldId="2147483657"/>
          </pc:sldLayoutMkLst>
          <pc:spChg chg="mod">
            <ac:chgData name="" userId="" providerId="" clId="Web-{E0280A49-6BD2-4BDC-9A4E-2ADC7B8C803E}" dt="2026-09-23T20:14:41.542" v="0" actId="34807"/>
            <ac:spMkLst>
              <pc:docMk/>
              <pc:sldMasterMk cId="2209977519" sldId="2147483648"/>
              <pc:sldLayoutMk cId="3889236939" sldId="2147483657"/>
              <ac:spMk id="2" creationId="{00000000-0000-0000-0000-000000000000}"/>
            </ac:spMkLst>
          </pc:spChg>
          <pc:spChg chg="mod">
            <ac:chgData name="" userId="" providerId="" clId="Web-{E0280A49-6BD2-4BDC-9A4E-2ADC7B8C803E}" dt="2026-09-23T20:14:41.542" v="0" actId="34807"/>
            <ac:spMkLst>
              <pc:docMk/>
              <pc:sldMasterMk cId="2209977519" sldId="2147483648"/>
              <pc:sldLayoutMk cId="3889236939" sldId="2147483657"/>
              <ac:spMk id="3" creationId="{00000000-0000-0000-0000-000000000000}"/>
            </ac:spMkLst>
          </pc:spChg>
          <pc:spChg chg="mod">
            <ac:chgData name="" userId="" providerId="" clId="Web-{E0280A49-6BD2-4BDC-9A4E-2ADC7B8C803E}" dt="2026-09-23T20:14:41.542" v="0" actId="34807"/>
            <ac:spMkLst>
              <pc:docMk/>
              <pc:sldMasterMk cId="2209977519" sldId="2147483648"/>
              <pc:sldLayoutMk cId="3889236939" sldId="2147483657"/>
              <ac:spMk id="4" creationId="{00000000-0000-0000-0000-000000000000}"/>
            </ac:spMkLst>
          </pc:spChg>
        </pc:sldLayoutChg>
        <pc:sldLayoutChg chg="modSp">
          <pc:chgData name="" userId="" providerId="" clId="Web-{E0280A49-6BD2-4BDC-9A4E-2ADC7B8C803E}" dt="2026-09-23T20:14:41.542" v="0" actId="34807"/>
          <pc:sldLayoutMkLst>
            <pc:docMk/>
            <pc:sldMasterMk cId="2209977519" sldId="2147483648"/>
            <pc:sldLayoutMk cId="3612223792" sldId="2147483659"/>
          </pc:sldLayoutMkLst>
          <pc:spChg chg="mod">
            <ac:chgData name="" userId="" providerId="" clId="Web-{E0280A49-6BD2-4BDC-9A4E-2ADC7B8C803E}" dt="2026-09-23T20:14:41.542" v="0" actId="34807"/>
            <ac:spMkLst>
              <pc:docMk/>
              <pc:sldMasterMk cId="2209977519" sldId="2147483648"/>
              <pc:sldLayoutMk cId="3612223792" sldId="2147483659"/>
              <ac:spMk id="2" creationId="{00000000-0000-0000-0000-000000000000}"/>
            </ac:spMkLst>
          </pc:spChg>
          <pc:spChg chg="mod">
            <ac:chgData name="" userId="" providerId="" clId="Web-{E0280A49-6BD2-4BDC-9A4E-2ADC7B8C803E}" dt="2026-09-23T20:14:41.542" v="0" actId="34807"/>
            <ac:spMkLst>
              <pc:docMk/>
              <pc:sldMasterMk cId="2209977519" sldId="2147483648"/>
              <pc:sldLayoutMk cId="3612223792" sldId="2147483659"/>
              <ac:spMk id="3" creationId="{00000000-0000-0000-0000-000000000000}"/>
            </ac:spMkLst>
          </pc:spChg>
        </pc:sldLayoutChg>
      </pc:sldMasterChg>
    </pc:docChg>
  </pc:docChgLst>
  <pc:docChgLst>
    <pc:chgData clId="Web-{983F4337-322D-4A20-A351-B44992FABFB3}"/>
    <pc:docChg chg="addSld modSld">
      <pc:chgData name="" userId="" providerId="" clId="Web-{983F4337-322D-4A20-A351-B44992FABFB3}" dt="2026-09-23T20:24:11.102" v="10" actId="34807"/>
      <pc:docMkLst>
        <pc:docMk/>
      </pc:docMkLst>
      <pc:sldChg chg="addSp delSp modSp mod setBg modNotesTx">
        <pc:chgData name="" userId="" providerId="" clId="Web-{983F4337-322D-4A20-A351-B44992FABFB3}" dt="2026-09-23T20:23:45.742" v="6" actId="34807"/>
        <pc:sldMkLst>
          <pc:docMk/>
          <pc:sldMk cId="0" sldId="256"/>
        </pc:sldMkLst>
        <pc:spChg chg="del">
          <ac:chgData name="" userId="" providerId="" clId="Web-{983F4337-322D-4A20-A351-B44992FABFB3}" dt="2026-09-23T20:23:43.898" v="5" actId="34807"/>
          <ac:spMkLst>
            <pc:docMk/>
            <pc:sldMk cId="0" sldId="256"/>
            <ac:spMk id="2" creationId="{BF6D14AE-76AD-572E-51C5-E944222C83E9}"/>
          </ac:spMkLst>
        </pc:spChg>
        <pc:spChg chg="del">
          <ac:chgData name="" userId="" providerId="" clId="Web-{983F4337-322D-4A20-A351-B44992FABFB3}" dt="2026-09-23T20:23:43.898" v="5" actId="34807"/>
          <ac:spMkLst>
            <pc:docMk/>
            <pc:sldMk cId="0" sldId="256"/>
            <ac:spMk id="4" creationId="{6884D51C-47E0-CB3A-EA79-CDABC7E892E1}"/>
          </ac:spMkLst>
        </pc:spChg>
        <pc:spChg chg="add mod">
          <ac:chgData name="" userId="" providerId="" clId="Web-{983F4337-322D-4A20-A351-B44992FABFB3}" dt="2026-09-23T20:23:40.523" v="3" actId="34807"/>
          <ac:spMkLst>
            <pc:docMk/>
            <pc:sldMk cId="0" sldId="256"/>
            <ac:spMk id="6" creationId="{FEAFBA3F-C2B7-A1EF-1E26-F09D116D95A6}"/>
          </ac:spMkLst>
        </pc:spChg>
        <pc:spChg chg="add mod">
          <ac:chgData name="" userId="" providerId="" clId="Web-{983F4337-322D-4A20-A351-B44992FABFB3}" dt="2026-09-23T20:23:40.523" v="3" actId="34807"/>
          <ac:spMkLst>
            <pc:docMk/>
            <pc:sldMk cId="0" sldId="256"/>
            <ac:spMk id="8" creationId="{A2B1F787-2BAB-21B2-3FDC-D1C53996FA0F}"/>
          </ac:spMkLst>
        </pc:spChg>
        <pc:spChg chg="add mod">
          <ac:chgData name="" userId="" providerId="" clId="Web-{983F4337-322D-4A20-A351-B44992FABFB3}" dt="2026-09-23T20:23:40.523" v="3" actId="34807"/>
          <ac:spMkLst>
            <pc:docMk/>
            <pc:sldMk cId="0" sldId="256"/>
            <ac:spMk id="11" creationId="{33E42EB3-8FF7-D9ED-588F-4FAB8BB4E127}"/>
          </ac:spMkLst>
        </pc:spChg>
        <pc:spChg chg="add mod">
          <ac:chgData name="" userId="" providerId="" clId="Web-{983F4337-322D-4A20-A351-B44992FABFB3}" dt="2026-09-23T20:23:40.523" v="3" actId="34807"/>
          <ac:spMkLst>
            <pc:docMk/>
            <pc:sldMk cId="0" sldId="256"/>
            <ac:spMk id="15" creationId="{190A2BB7-CD07-76CA-81F4-585ECF57E92E}"/>
          </ac:spMkLst>
        </pc:spChg>
        <pc:spChg chg="add mod">
          <ac:chgData name="" userId="" providerId="" clId="Web-{983F4337-322D-4A20-A351-B44992FABFB3}" dt="2026-09-23T20:23:45.742" v="6" actId="34807"/>
          <ac:spMkLst>
            <pc:docMk/>
            <pc:sldMk cId="0" sldId="256"/>
            <ac:spMk id="26" creationId="{36B6AA96-3646-4055-EBC6-87DAEB466C6D}"/>
          </ac:spMkLst>
        </pc:spChg>
        <pc:spChg chg="add mod">
          <ac:chgData name="" userId="" providerId="" clId="Web-{983F4337-322D-4A20-A351-B44992FABFB3}" dt="2026-09-23T20:23:40.523" v="3" actId="34807"/>
          <ac:spMkLst>
            <pc:docMk/>
            <pc:sldMk cId="0" sldId="256"/>
            <ac:spMk id="33" creationId="{9CD14727-00C1-816B-316E-5DF4BB89AEBD}"/>
          </ac:spMkLst>
        </pc:spChg>
        <pc:spChg chg="add mod">
          <ac:chgData name="" userId="" providerId="" clId="Web-{983F4337-322D-4A20-A351-B44992FABFB3}" dt="2026-09-23T20:23:45.742" v="6" actId="34807"/>
          <ac:spMkLst>
            <pc:docMk/>
            <pc:sldMk cId="0" sldId="256"/>
            <ac:spMk id="41" creationId="{BFE3E5AF-2851-7534-7740-65785DD06983}"/>
          </ac:spMkLst>
        </pc:spChg>
        <pc:spChg chg="add mod">
          <ac:chgData name="" userId="" providerId="" clId="Web-{983F4337-322D-4A20-A351-B44992FABFB3}" dt="2026-09-23T20:23:40.523" v="3" actId="34807"/>
          <ac:spMkLst>
            <pc:docMk/>
            <pc:sldMk cId="0" sldId="256"/>
            <ac:spMk id="50" creationId="{EDA7DD3E-D002-1636-7211-FD55C7D6C561}"/>
          </ac:spMkLst>
        </pc:spChg>
        <pc:spChg chg="add mod">
          <ac:chgData name="" userId="" providerId="" clId="Web-{983F4337-322D-4A20-A351-B44992FABFB3}" dt="2026-09-23T20:23:45.742" v="6" actId="34807"/>
          <ac:spMkLst>
            <pc:docMk/>
            <pc:sldMk cId="0" sldId="256"/>
            <ac:spMk id="60" creationId="{CD5AFC55-2B5C-98A3-1B84-51D7AE78DCD5}"/>
          </ac:spMkLst>
        </pc:spChg>
        <pc:spChg chg="add mod">
          <ac:chgData name="" userId="" providerId="" clId="Web-{983F4337-322D-4A20-A351-B44992FABFB3}" dt="2026-09-23T20:23:40.523" v="3" actId="34807"/>
          <ac:spMkLst>
            <pc:docMk/>
            <pc:sldMk cId="0" sldId="256"/>
            <ac:spMk id="71" creationId="{ECACF052-6675-B0D6-6103-F77EDFAA1B91}"/>
          </ac:spMkLst>
        </pc:spChg>
        <pc:picChg chg="add mod">
          <ac:chgData name="" userId="" providerId="" clId="Web-{983F4337-322D-4A20-A351-B44992FABFB3}" dt="2026-09-23T20:23:39.758" v="2" actId="34807"/>
          <ac:picMkLst>
            <pc:docMk/>
            <pc:sldMk cId="0" sldId="256"/>
            <ac:picMk id="5" creationId="{E8FB32BD-C7CC-2149-E2EA-3376360355D7}"/>
          </ac:picMkLst>
        </pc:picChg>
      </pc:sldChg>
      <pc:sldChg chg="addSp modSp add mod setBg modNotesTx">
        <pc:chgData name="" userId="" providerId="" clId="Web-{983F4337-322D-4A20-A351-B44992FABFB3}" dt="2026-09-23T20:23:43.898" v="5" actId="34807"/>
        <pc:sldMkLst>
          <pc:docMk/>
          <pc:sldMk cId="2716574093" sldId="457"/>
        </pc:sldMkLst>
        <pc:spChg chg="add mod">
          <ac:chgData name="" userId="" providerId="" clId="Web-{983F4337-322D-4A20-A351-B44992FABFB3}" dt="2026-09-23T20:23:40.523" v="3" actId="34807"/>
          <ac:spMkLst>
            <pc:docMk/>
            <pc:sldMk cId="2716574093" sldId="457"/>
            <ac:spMk id="96" creationId="{CA0ADF61-D876-81C7-CAB1-62039019F769}"/>
          </ac:spMkLst>
        </pc:spChg>
        <pc:spChg chg="add mod">
          <ac:chgData name="" userId="" providerId="" clId="Web-{983F4337-322D-4A20-A351-B44992FABFB3}" dt="2026-09-23T20:23:40.523" v="3" actId="34807"/>
          <ac:spMkLst>
            <pc:docMk/>
            <pc:sldMk cId="2716574093" sldId="457"/>
            <ac:spMk id="110" creationId="{C0D50D9A-7D7E-151D-AD1E-241113C94014}"/>
          </ac:spMkLst>
        </pc:spChg>
        <pc:spChg chg="add mod">
          <ac:chgData name="" userId="" providerId="" clId="Web-{983F4337-322D-4A20-A351-B44992FABFB3}" dt="2026-09-23T20:23:40.523" v="3" actId="34807"/>
          <ac:spMkLst>
            <pc:docMk/>
            <pc:sldMk cId="2716574093" sldId="457"/>
            <ac:spMk id="125" creationId="{A661A5CC-3196-0D27-8FA0-CD5BCEF5B025}"/>
          </ac:spMkLst>
        </pc:spChg>
        <pc:spChg chg="add mod">
          <ac:chgData name="" userId="" providerId="" clId="Web-{983F4337-322D-4A20-A351-B44992FABFB3}" dt="2026-09-23T20:23:40.523" v="3" actId="34807"/>
          <ac:spMkLst>
            <pc:docMk/>
            <pc:sldMk cId="2716574093" sldId="457"/>
            <ac:spMk id="141" creationId="{3B25B5FC-E354-447A-0CCC-2615D5078946}"/>
          </ac:spMkLst>
        </pc:spChg>
        <pc:spChg chg="add mod">
          <ac:chgData name="" userId="" providerId="" clId="Web-{983F4337-322D-4A20-A351-B44992FABFB3}" dt="2026-09-23T20:23:40.523" v="3" actId="34807"/>
          <ac:spMkLst>
            <pc:docMk/>
            <pc:sldMk cId="2716574093" sldId="457"/>
            <ac:spMk id="158" creationId="{F58F5A36-852E-DED1-130F-385DFE1748A4}"/>
          </ac:spMkLst>
        </pc:spChg>
        <pc:spChg chg="add mod">
          <ac:chgData name="" userId="" providerId="" clId="Web-{983F4337-322D-4A20-A351-B44992FABFB3}" dt="2026-09-23T20:23:40.523" v="3" actId="34807"/>
          <ac:spMkLst>
            <pc:docMk/>
            <pc:sldMk cId="2716574093" sldId="457"/>
            <ac:spMk id="176" creationId="{4C60CD4E-8949-8BD9-64D5-35E655A33616}"/>
          </ac:spMkLst>
        </pc:spChg>
        <pc:spChg chg="add mod">
          <ac:chgData name="" userId="" providerId="" clId="Web-{983F4337-322D-4A20-A351-B44992FABFB3}" dt="2026-09-23T20:23:40.523" v="3" actId="34807"/>
          <ac:spMkLst>
            <pc:docMk/>
            <pc:sldMk cId="2716574093" sldId="457"/>
            <ac:spMk id="195" creationId="{38F2C3C9-B583-9C98-898D-DD5C15FB0C9B}"/>
          </ac:spMkLst>
        </pc:spChg>
        <pc:spChg chg="add mod">
          <ac:chgData name="" userId="" providerId="" clId="Web-{983F4337-322D-4A20-A351-B44992FABFB3}" dt="2026-09-23T20:23:40.523" v="3" actId="34807"/>
          <ac:spMkLst>
            <pc:docMk/>
            <pc:sldMk cId="2716574093" sldId="457"/>
            <ac:spMk id="236" creationId="{25D803BB-4E59-3ED0-697A-B5673D1A5CC5}"/>
          </ac:spMkLst>
        </pc:spChg>
        <pc:spChg chg="add mod">
          <ac:chgData name="" userId="" providerId="" clId="Web-{983F4337-322D-4A20-A351-B44992FABFB3}" dt="2026-09-23T20:23:40.523" v="3" actId="34807"/>
          <ac:spMkLst>
            <pc:docMk/>
            <pc:sldMk cId="2716574093" sldId="457"/>
            <ac:spMk id="258" creationId="{8CD0BDA1-B0C3-E0A5-305D-4F80332E25F5}"/>
          </ac:spMkLst>
        </pc:spChg>
        <pc:spChg chg="add mod">
          <ac:chgData name="" userId="" providerId="" clId="Web-{983F4337-322D-4A20-A351-B44992FABFB3}" dt="2026-09-23T20:23:40.523" v="3" actId="34807"/>
          <ac:spMkLst>
            <pc:docMk/>
            <pc:sldMk cId="2716574093" sldId="457"/>
            <ac:spMk id="330" creationId="{BF6AA52C-D375-D599-2282-FD1CD39E0A0C}"/>
          </ac:spMkLst>
        </pc:spChg>
        <pc:picChg chg="add mod">
          <ac:chgData name="" userId="" providerId="" clId="Web-{983F4337-322D-4A20-A351-B44992FABFB3}" dt="2026-09-23T20:23:42.226" v="4" actId="34807"/>
          <ac:picMkLst>
            <pc:docMk/>
            <pc:sldMk cId="2716574093" sldId="457"/>
            <ac:picMk id="12252" creationId="{AD59BC7B-1638-91BD-4B7D-8270A4429F6E}"/>
          </ac:picMkLst>
        </pc:picChg>
      </pc:sldChg>
      <pc:sldChg chg="addSp modSp add mod setBg modNotesTx">
        <pc:chgData name="" userId="" providerId="" clId="Web-{983F4337-322D-4A20-A351-B44992FABFB3}" dt="2026-09-23T20:23:43.898" v="5" actId="34807"/>
        <pc:sldMkLst>
          <pc:docMk/>
          <pc:sldMk cId="1495276815" sldId="659"/>
        </pc:sldMkLst>
        <pc:spChg chg="add mod">
          <ac:chgData name="" userId="" providerId="" clId="Web-{983F4337-322D-4A20-A351-B44992FABFB3}" dt="2026-09-23T20:23:40.523" v="3" actId="34807"/>
          <ac:spMkLst>
            <pc:docMk/>
            <pc:sldMk cId="1495276815" sldId="659"/>
            <ac:spMk id="356" creationId="{3157075E-DE45-ECB5-B09C-FB7E10F7D87C}"/>
          </ac:spMkLst>
        </pc:spChg>
        <pc:spChg chg="add mod">
          <ac:chgData name="" userId="" providerId="" clId="Web-{983F4337-322D-4A20-A351-B44992FABFB3}" dt="2026-09-23T20:23:40.523" v="3" actId="34807"/>
          <ac:spMkLst>
            <pc:docMk/>
            <pc:sldMk cId="1495276815" sldId="659"/>
            <ac:spMk id="383" creationId="{BB966DA1-1C1A-F274-5667-CE6E7E517924}"/>
          </ac:spMkLst>
        </pc:spChg>
        <pc:spChg chg="add mod">
          <ac:chgData name="" userId="" providerId="" clId="Web-{983F4337-322D-4A20-A351-B44992FABFB3}" dt="2026-09-23T20:23:40.523" v="3" actId="34807"/>
          <ac:spMkLst>
            <pc:docMk/>
            <pc:sldMk cId="1495276815" sldId="659"/>
            <ac:spMk id="411" creationId="{8F3CF775-B801-0F32-936E-27CDAF978A14}"/>
          </ac:spMkLst>
        </pc:spChg>
        <pc:spChg chg="add mod">
          <ac:chgData name="" userId="" providerId="" clId="Web-{983F4337-322D-4A20-A351-B44992FABFB3}" dt="2026-09-23T20:23:40.523" v="3" actId="34807"/>
          <ac:spMkLst>
            <pc:docMk/>
            <pc:sldMk cId="1495276815" sldId="659"/>
            <ac:spMk id="566" creationId="{F4203EF8-6B60-B322-46CC-488A6E319E65}"/>
          </ac:spMkLst>
        </pc:spChg>
        <pc:spChg chg="add mod">
          <ac:chgData name="" userId="" providerId="" clId="Web-{983F4337-322D-4A20-A351-B44992FABFB3}" dt="2026-09-23T20:23:40.523" v="3" actId="34807"/>
          <ac:spMkLst>
            <pc:docMk/>
            <pc:sldMk cId="1495276815" sldId="659"/>
            <ac:spMk id="600" creationId="{31DB91C1-6826-E2AA-4C06-1FC6A1AFB1BD}"/>
          </ac:spMkLst>
        </pc:spChg>
        <pc:spChg chg="add mod">
          <ac:chgData name="" userId="" providerId="" clId="Web-{983F4337-322D-4A20-A351-B44992FABFB3}" dt="2026-09-23T20:23:40.523" v="3" actId="34807"/>
          <ac:spMkLst>
            <pc:docMk/>
            <pc:sldMk cId="1495276815" sldId="659"/>
            <ac:spMk id="635" creationId="{BFA34484-69C6-50C5-8BD6-3CFEFA783F23}"/>
          </ac:spMkLst>
        </pc:spChg>
        <pc:spChg chg="add mod">
          <ac:chgData name="" userId="" providerId="" clId="Web-{983F4337-322D-4A20-A351-B44992FABFB3}" dt="2026-09-23T20:23:40.523" v="3" actId="34807"/>
          <ac:spMkLst>
            <pc:docMk/>
            <pc:sldMk cId="1495276815" sldId="659"/>
            <ac:spMk id="671" creationId="{58DA248D-A1FF-84F7-1A3B-6D798B9F00D9}"/>
          </ac:spMkLst>
        </pc:spChg>
        <pc:spChg chg="add mod">
          <ac:chgData name="" userId="" providerId="" clId="Web-{983F4337-322D-4A20-A351-B44992FABFB3}" dt="2026-09-23T20:23:40.523" v="3" actId="34807"/>
          <ac:spMkLst>
            <pc:docMk/>
            <pc:sldMk cId="1495276815" sldId="659"/>
            <ac:spMk id="825" creationId="{0E6CF007-D02F-5BA8-859B-746AEC3BF663}"/>
          </ac:spMkLst>
        </pc:spChg>
        <pc:spChg chg="add mod">
          <ac:chgData name="" userId="" providerId="" clId="Web-{983F4337-322D-4A20-A351-B44992FABFB3}" dt="2026-09-23T20:23:40.523" v="3" actId="34807"/>
          <ac:spMkLst>
            <pc:docMk/>
            <pc:sldMk cId="1495276815" sldId="659"/>
            <ac:spMk id="866" creationId="{728880E4-E3C2-8E15-E14C-6A3E23599096}"/>
          </ac:spMkLst>
        </pc:spChg>
        <pc:spChg chg="add mod">
          <ac:chgData name="" userId="" providerId="" clId="Web-{983F4337-322D-4A20-A351-B44992FABFB3}" dt="2026-09-23T20:23:40.523" v="3" actId="34807"/>
          <ac:spMkLst>
            <pc:docMk/>
            <pc:sldMk cId="1495276815" sldId="659"/>
            <ac:spMk id="908" creationId="{A0B17126-62DD-F927-443C-7E2638FC862C}"/>
          </ac:spMkLst>
        </pc:spChg>
        <pc:picChg chg="add mod">
          <ac:chgData name="" userId="" providerId="" clId="Web-{983F4337-322D-4A20-A351-B44992FABFB3}" dt="2026-09-23T20:23:42.226" v="4" actId="34807"/>
          <ac:picMkLst>
            <pc:docMk/>
            <pc:sldMk cId="1495276815" sldId="659"/>
            <ac:picMk id="12253" creationId="{345C6889-80FD-BFC4-DABD-ACB8E26D2682}"/>
          </ac:picMkLst>
        </pc:picChg>
      </pc:sldChg>
      <pc:sldChg chg="addSp modSp add mod setBg modNotesTx">
        <pc:chgData name="" userId="" providerId="" clId="Web-{983F4337-322D-4A20-A351-B44992FABFB3}" dt="2026-09-23T20:23:43.898" v="5" actId="34807"/>
        <pc:sldMkLst>
          <pc:docMk/>
          <pc:sldMk cId="2410267091" sldId="862"/>
        </pc:sldMkLst>
        <pc:spChg chg="add mod">
          <ac:chgData name="" userId="" providerId="" clId="Web-{983F4337-322D-4A20-A351-B44992FABFB3}" dt="2026-09-23T20:23:40.523" v="3" actId="34807"/>
          <ac:spMkLst>
            <pc:docMk/>
            <pc:sldMk cId="2410267091" sldId="862"/>
            <ac:spMk id="951" creationId="{FF51F179-5714-8F87-C6E0-85E3C4FD3EBB}"/>
          </ac:spMkLst>
        </pc:spChg>
        <pc:spChg chg="add mod">
          <ac:chgData name="" userId="" providerId="" clId="Web-{983F4337-322D-4A20-A351-B44992FABFB3}" dt="2026-09-23T20:23:40.523" v="3" actId="34807"/>
          <ac:spMkLst>
            <pc:docMk/>
            <pc:sldMk cId="2410267091" sldId="862"/>
            <ac:spMk id="1086" creationId="{32B8B7A0-CAF0-B999-C69C-21F6EA2C8C48}"/>
          </ac:spMkLst>
        </pc:spChg>
        <pc:spChg chg="add mod">
          <ac:chgData name="" userId="" providerId="" clId="Web-{983F4337-322D-4A20-A351-B44992FABFB3}" dt="2026-09-23T20:23:40.523" v="3" actId="34807"/>
          <ac:spMkLst>
            <pc:docMk/>
            <pc:sldMk cId="2410267091" sldId="862"/>
            <ac:spMk id="1133" creationId="{E7D4A563-E06F-1DA7-F90F-7BC815A0A519}"/>
          </ac:spMkLst>
        </pc:spChg>
        <pc:spChg chg="add mod">
          <ac:chgData name="" userId="" providerId="" clId="Web-{983F4337-322D-4A20-A351-B44992FABFB3}" dt="2026-09-23T20:23:40.523" v="3" actId="34807"/>
          <ac:spMkLst>
            <pc:docMk/>
            <pc:sldMk cId="2410267091" sldId="862"/>
            <ac:spMk id="1181" creationId="{CCB131F1-8BCE-1EFF-1566-026430028501}"/>
          </ac:spMkLst>
        </pc:spChg>
        <pc:spChg chg="add mod">
          <ac:chgData name="" userId="" providerId="" clId="Web-{983F4337-322D-4A20-A351-B44992FABFB3}" dt="2026-09-23T20:23:40.523" v="3" actId="34807"/>
          <ac:spMkLst>
            <pc:docMk/>
            <pc:sldMk cId="2410267091" sldId="862"/>
            <ac:spMk id="1230" creationId="{C4D438AE-58BA-B900-3604-4E7FFFA3BBE8}"/>
          </ac:spMkLst>
        </pc:spChg>
        <pc:spChg chg="add mod">
          <ac:chgData name="" userId="" providerId="" clId="Web-{983F4337-322D-4A20-A351-B44992FABFB3}" dt="2026-09-23T20:23:40.523" v="3" actId="34807"/>
          <ac:spMkLst>
            <pc:docMk/>
            <pc:sldMk cId="2410267091" sldId="862"/>
            <ac:spMk id="1280" creationId="{7AA473BB-6C61-9BAF-C9DC-B849F107D912}"/>
          </ac:spMkLst>
        </pc:spChg>
        <pc:spChg chg="add mod">
          <ac:chgData name="" userId="" providerId="" clId="Web-{983F4337-322D-4A20-A351-B44992FABFB3}" dt="2026-09-23T20:23:40.523" v="3" actId="34807"/>
          <ac:spMkLst>
            <pc:docMk/>
            <pc:sldMk cId="2410267091" sldId="862"/>
            <ac:spMk id="1383" creationId="{E33666EC-8F34-6FA1-3BC6-71C1B0B0FABC}"/>
          </ac:spMkLst>
        </pc:spChg>
        <pc:spChg chg="add mod">
          <ac:chgData name="" userId="" providerId="" clId="Web-{983F4337-322D-4A20-A351-B44992FABFB3}" dt="2026-09-23T20:23:40.523" v="3" actId="34807"/>
          <ac:spMkLst>
            <pc:docMk/>
            <pc:sldMk cId="2410267091" sldId="862"/>
            <ac:spMk id="1436" creationId="{C783BD36-6E22-8E8F-E0EC-97B078B5D6A4}"/>
          </ac:spMkLst>
        </pc:spChg>
        <pc:spChg chg="add mod">
          <ac:chgData name="" userId="" providerId="" clId="Web-{983F4337-322D-4A20-A351-B44992FABFB3}" dt="2026-09-23T20:23:40.523" v="3" actId="34807"/>
          <ac:spMkLst>
            <pc:docMk/>
            <pc:sldMk cId="2410267091" sldId="862"/>
            <ac:spMk id="1490" creationId="{722A552E-F497-9F4C-0601-7325CD7008F1}"/>
          </ac:spMkLst>
        </pc:spChg>
        <pc:spChg chg="add mod">
          <ac:chgData name="" userId="" providerId="" clId="Web-{983F4337-322D-4A20-A351-B44992FABFB3}" dt="2026-09-23T20:23:40.523" v="3" actId="34807"/>
          <ac:spMkLst>
            <pc:docMk/>
            <pc:sldMk cId="2410267091" sldId="862"/>
            <ac:spMk id="1601" creationId="{1411A39D-EE91-D5DB-51F5-2C406F4E06C5}"/>
          </ac:spMkLst>
        </pc:spChg>
        <pc:picChg chg="add mod">
          <ac:chgData name="" userId="" providerId="" clId="Web-{983F4337-322D-4A20-A351-B44992FABFB3}" dt="2026-09-23T20:23:42.226" v="4" actId="34807"/>
          <ac:picMkLst>
            <pc:docMk/>
            <pc:sldMk cId="2410267091" sldId="862"/>
            <ac:picMk id="12254" creationId="{B55A04F0-8A47-6DD9-2A30-2B7D15425D65}"/>
          </ac:picMkLst>
        </pc:picChg>
      </pc:sldChg>
      <pc:sldChg chg="addSp modSp add mod setBg modNotesTx">
        <pc:chgData name="" userId="" providerId="" clId="Web-{983F4337-322D-4A20-A351-B44992FABFB3}" dt="2026-09-23T20:23:43.898" v="5" actId="34807"/>
        <pc:sldMkLst>
          <pc:docMk/>
          <pc:sldMk cId="2920022311" sldId="1066"/>
        </pc:sldMkLst>
        <pc:spChg chg="add mod">
          <ac:chgData name="" userId="" providerId="" clId="Web-{983F4337-322D-4A20-A351-B44992FABFB3}" dt="2026-09-23T20:23:40.523" v="3" actId="34807"/>
          <ac:spMkLst>
            <pc:docMk/>
            <pc:sldMk cId="2920022311" sldId="1066"/>
            <ac:spMk id="1658" creationId="{29AA5F0C-A2BC-D4B0-0A40-8103AFC6AEF4}"/>
          </ac:spMkLst>
        </pc:spChg>
        <pc:spChg chg="add mod">
          <ac:chgData name="" userId="" providerId="" clId="Web-{983F4337-322D-4A20-A351-B44992FABFB3}" dt="2026-09-23T20:23:40.523" v="3" actId="34807"/>
          <ac:spMkLst>
            <pc:docMk/>
            <pc:sldMk cId="2920022311" sldId="1066"/>
            <ac:spMk id="1716" creationId="{E980469C-144F-00C2-E80F-384EC3DC74B2}"/>
          </ac:spMkLst>
        </pc:spChg>
        <pc:spChg chg="add mod">
          <ac:chgData name="" userId="" providerId="" clId="Web-{983F4337-322D-4A20-A351-B44992FABFB3}" dt="2026-09-23T20:23:40.523" v="3" actId="34807"/>
          <ac:spMkLst>
            <pc:docMk/>
            <pc:sldMk cId="2920022311" sldId="1066"/>
            <ac:spMk id="1835" creationId="{6DC00423-A947-F496-1279-88210910A1ED}"/>
          </ac:spMkLst>
        </pc:spChg>
        <pc:spChg chg="add mod">
          <ac:chgData name="" userId="" providerId="" clId="Web-{983F4337-322D-4A20-A351-B44992FABFB3}" dt="2026-09-23T20:23:40.523" v="3" actId="34807"/>
          <ac:spMkLst>
            <pc:docMk/>
            <pc:sldMk cId="2920022311" sldId="1066"/>
            <ac:spMk id="1896" creationId="{706E588F-1585-D839-7BBF-255919ED29C2}"/>
          </ac:spMkLst>
        </pc:spChg>
        <pc:spChg chg="add mod">
          <ac:chgData name="" userId="" providerId="" clId="Web-{983F4337-322D-4A20-A351-B44992FABFB3}" dt="2026-09-23T20:23:40.523" v="3" actId="34807"/>
          <ac:spMkLst>
            <pc:docMk/>
            <pc:sldMk cId="2920022311" sldId="1066"/>
            <ac:spMk id="1958" creationId="{FD59020C-54A1-D178-C4A2-5B6B34920CB4}"/>
          </ac:spMkLst>
        </pc:spChg>
        <pc:spChg chg="add mod">
          <ac:chgData name="" userId="" providerId="" clId="Web-{983F4337-322D-4A20-A351-B44992FABFB3}" dt="2026-09-23T20:23:40.523" v="3" actId="34807"/>
          <ac:spMkLst>
            <pc:docMk/>
            <pc:sldMk cId="2920022311" sldId="1066"/>
            <ac:spMk id="2150" creationId="{43224FBA-247A-E1DB-C94F-FBCFEE4970FF}"/>
          </ac:spMkLst>
        </pc:spChg>
        <pc:spChg chg="add mod">
          <ac:chgData name="" userId="" providerId="" clId="Web-{983F4337-322D-4A20-A351-B44992FABFB3}" dt="2026-09-23T20:23:40.523" v="3" actId="34807"/>
          <ac:spMkLst>
            <pc:docMk/>
            <pc:sldMk cId="2920022311" sldId="1066"/>
            <ac:spMk id="2283" creationId="{1C2F3ADA-5F7E-E5AA-B5A3-CBF362C52EB9}"/>
          </ac:spMkLst>
        </pc:spChg>
        <pc:spChg chg="add mod">
          <ac:chgData name="" userId="" providerId="" clId="Web-{983F4337-322D-4A20-A351-B44992FABFB3}" dt="2026-09-23T20:23:40.523" v="3" actId="34807"/>
          <ac:spMkLst>
            <pc:docMk/>
            <pc:sldMk cId="2920022311" sldId="1066"/>
            <ac:spMk id="2351" creationId="{B01F217A-A66E-E7FF-FB39-184BF9C4878A}"/>
          </ac:spMkLst>
        </pc:spChg>
        <pc:spChg chg="add mod">
          <ac:chgData name="" userId="" providerId="" clId="Web-{983F4337-322D-4A20-A351-B44992FABFB3}" dt="2026-09-23T20:23:40.523" v="3" actId="34807"/>
          <ac:spMkLst>
            <pc:docMk/>
            <pc:sldMk cId="2920022311" sldId="1066"/>
            <ac:spMk id="2420" creationId="{447E6833-D939-A258-AB8C-6CB5FEF85DCF}"/>
          </ac:spMkLst>
        </pc:spChg>
        <pc:spChg chg="add mod">
          <ac:chgData name="" userId="" providerId="" clId="Web-{983F4337-322D-4A20-A351-B44992FABFB3}" dt="2026-09-23T20:23:40.523" v="3" actId="34807"/>
          <ac:spMkLst>
            <pc:docMk/>
            <pc:sldMk cId="2920022311" sldId="1066"/>
            <ac:spMk id="2490" creationId="{D31E1870-8692-0C24-0B9E-75116B3A497C}"/>
          </ac:spMkLst>
        </pc:spChg>
        <pc:picChg chg="add mod">
          <ac:chgData name="" userId="" providerId="" clId="Web-{983F4337-322D-4A20-A351-B44992FABFB3}" dt="2026-09-23T20:23:42.226" v="4" actId="34807"/>
          <ac:picMkLst>
            <pc:docMk/>
            <pc:sldMk cId="2920022311" sldId="1066"/>
            <ac:picMk id="12255" creationId="{38E98062-8E52-71CE-D82C-6FB1D5361DF4}"/>
          </ac:picMkLst>
        </pc:picChg>
      </pc:sldChg>
      <pc:sldChg chg="addSp modSp add mod setBg modNotesTx">
        <pc:chgData name="" userId="" providerId="" clId="Web-{983F4337-322D-4A20-A351-B44992FABFB3}" dt="2026-09-23T20:23:43.898" v="5" actId="34807"/>
        <pc:sldMkLst>
          <pc:docMk/>
          <pc:sldMk cId="3624998547" sldId="1271"/>
        </pc:sldMkLst>
        <pc:spChg chg="add mod">
          <ac:chgData name="" userId="" providerId="" clId="Web-{983F4337-322D-4A20-A351-B44992FABFB3}" dt="2026-09-23T20:23:40.523" v="3" actId="34807"/>
          <ac:spMkLst>
            <pc:docMk/>
            <pc:sldMk cId="3624998547" sldId="1271"/>
            <ac:spMk id="2561" creationId="{15FAB3EA-EECA-C230-E6F2-CF30642AD3EE}"/>
          </ac:spMkLst>
        </pc:spChg>
        <pc:spChg chg="add mod">
          <ac:chgData name="" userId="" providerId="" clId="Web-{983F4337-322D-4A20-A351-B44992FABFB3}" dt="2026-09-23T20:23:40.523" v="3" actId="34807"/>
          <ac:spMkLst>
            <pc:docMk/>
            <pc:sldMk cId="3624998547" sldId="1271"/>
            <ac:spMk id="2780" creationId="{41808DF6-4265-E2B5-94EC-4F22D2340BB6}"/>
          </ac:spMkLst>
        </pc:spChg>
        <pc:spChg chg="add mod">
          <ac:chgData name="" userId="" providerId="" clId="Web-{983F4337-322D-4A20-A351-B44992FABFB3}" dt="2026-09-23T20:23:40.523" v="3" actId="34807"/>
          <ac:spMkLst>
            <pc:docMk/>
            <pc:sldMk cId="3624998547" sldId="1271"/>
            <ac:spMk id="2931" creationId="{D0E3852B-45EF-0AE9-F6E1-4F5A6E88051B}"/>
          </ac:spMkLst>
        </pc:spChg>
        <pc:spChg chg="add mod">
          <ac:chgData name="" userId="" providerId="" clId="Web-{983F4337-322D-4A20-A351-B44992FABFB3}" dt="2026-09-23T20:23:40.523" v="3" actId="34807"/>
          <ac:spMkLst>
            <pc:docMk/>
            <pc:sldMk cId="3624998547" sldId="1271"/>
            <ac:spMk id="3008" creationId="{F05FAEFF-6557-F4BD-F733-A8963820F669}"/>
          </ac:spMkLst>
        </pc:spChg>
        <pc:spChg chg="add mod">
          <ac:chgData name="" userId="" providerId="" clId="Web-{983F4337-322D-4A20-A351-B44992FABFB3}" dt="2026-09-23T20:23:40.523" v="3" actId="34807"/>
          <ac:spMkLst>
            <pc:docMk/>
            <pc:sldMk cId="3624998547" sldId="1271"/>
            <ac:spMk id="3165" creationId="{634EBAD5-08BF-810D-25AE-F4C61D1EC4A7}"/>
          </ac:spMkLst>
        </pc:spChg>
        <pc:spChg chg="add mod">
          <ac:chgData name="" userId="" providerId="" clId="Web-{983F4337-322D-4A20-A351-B44992FABFB3}" dt="2026-09-23T20:23:40.523" v="3" actId="34807"/>
          <ac:spMkLst>
            <pc:docMk/>
            <pc:sldMk cId="3624998547" sldId="1271"/>
            <ac:spMk id="3326" creationId="{DC277780-EA65-6BFB-926C-684FB02F3BBD}"/>
          </ac:spMkLst>
        </pc:spChg>
        <pc:spChg chg="add mod">
          <ac:chgData name="" userId="" providerId="" clId="Web-{983F4337-322D-4A20-A351-B44992FABFB3}" dt="2026-09-23T20:23:40.523" v="3" actId="34807"/>
          <ac:spMkLst>
            <pc:docMk/>
            <pc:sldMk cId="3624998547" sldId="1271"/>
            <ac:spMk id="3408" creationId="{AA4D8DC0-1BD2-7CF5-830F-7847E525D818}"/>
          </ac:spMkLst>
        </pc:spChg>
        <pc:spChg chg="add mod">
          <ac:chgData name="" userId="" providerId="" clId="Web-{983F4337-322D-4A20-A351-B44992FABFB3}" dt="2026-09-23T20:23:40.523" v="3" actId="34807"/>
          <ac:spMkLst>
            <pc:docMk/>
            <pc:sldMk cId="3624998547" sldId="1271"/>
            <ac:spMk id="3491" creationId="{CE4971C8-D708-7B0B-EC81-EAC1A167C97B}"/>
          </ac:spMkLst>
        </pc:spChg>
        <pc:spChg chg="add mod">
          <ac:chgData name="" userId="" providerId="" clId="Web-{983F4337-322D-4A20-A351-B44992FABFB3}" dt="2026-09-23T20:23:40.523" v="3" actId="34807"/>
          <ac:spMkLst>
            <pc:docMk/>
            <pc:sldMk cId="3624998547" sldId="1271"/>
            <ac:spMk id="3575" creationId="{85F6C195-1DF9-7B7B-A949-82454C4B7D72}"/>
          </ac:spMkLst>
        </pc:spChg>
        <pc:spChg chg="add mod">
          <ac:chgData name="" userId="" providerId="" clId="Web-{983F4337-322D-4A20-A351-B44992FABFB3}" dt="2026-09-23T20:23:40.523" v="3" actId="34807"/>
          <ac:spMkLst>
            <pc:docMk/>
            <pc:sldMk cId="3624998547" sldId="1271"/>
            <ac:spMk id="3660" creationId="{09FB8DCE-6F36-E7CA-D55D-9A58B8DC8737}"/>
          </ac:spMkLst>
        </pc:spChg>
        <pc:picChg chg="add mod">
          <ac:chgData name="" userId="" providerId="" clId="Web-{983F4337-322D-4A20-A351-B44992FABFB3}" dt="2026-09-23T20:23:42.226" v="4" actId="34807"/>
          <ac:picMkLst>
            <pc:docMk/>
            <pc:sldMk cId="3624998547" sldId="1271"/>
            <ac:picMk id="12256" creationId="{2D5F1941-5505-6E26-FF3B-4D27BEC7B0EA}"/>
          </ac:picMkLst>
        </pc:picChg>
      </pc:sldChg>
      <pc:sldChg chg="addSp modSp add mod setBg modNotesTx">
        <pc:chgData name="" userId="" providerId="" clId="Web-{983F4337-322D-4A20-A351-B44992FABFB3}" dt="2026-09-23T20:23:43.898" v="5" actId="34807"/>
        <pc:sldMkLst>
          <pc:docMk/>
          <pc:sldMk cId="1146505856" sldId="1477"/>
        </pc:sldMkLst>
        <pc:spChg chg="add mod">
          <ac:chgData name="" userId="" providerId="" clId="Web-{983F4337-322D-4A20-A351-B44992FABFB3}" dt="2026-09-23T20:23:40.523" v="3" actId="34807"/>
          <ac:spMkLst>
            <pc:docMk/>
            <pc:sldMk cId="1146505856" sldId="1477"/>
            <ac:spMk id="3921" creationId="{9C4E5A09-2D78-EF9F-B995-61E84957857A}"/>
          </ac:spMkLst>
        </pc:spChg>
        <pc:spChg chg="add mod">
          <ac:chgData name="" userId="" providerId="" clId="Web-{983F4337-322D-4A20-A351-B44992FABFB3}" dt="2026-09-23T20:23:40.523" v="3" actId="34807"/>
          <ac:spMkLst>
            <pc:docMk/>
            <pc:sldMk cId="1146505856" sldId="1477"/>
            <ac:spMk id="4100" creationId="{1102BEEF-5465-4900-5791-88A9E22BBEB3}"/>
          </ac:spMkLst>
        </pc:spChg>
        <pc:spChg chg="add mod">
          <ac:chgData name="" userId="" providerId="" clId="Web-{983F4337-322D-4A20-A351-B44992FABFB3}" dt="2026-09-23T20:23:40.523" v="3" actId="34807"/>
          <ac:spMkLst>
            <pc:docMk/>
            <pc:sldMk cId="1146505856" sldId="1477"/>
            <ac:spMk id="4191" creationId="{97AB9E01-51D5-0FFF-BCD2-F321307BC5AE}"/>
          </ac:spMkLst>
        </pc:spChg>
        <pc:spChg chg="add mod">
          <ac:chgData name="" userId="" providerId="" clId="Web-{983F4337-322D-4A20-A351-B44992FABFB3}" dt="2026-09-23T20:23:40.523" v="3" actId="34807"/>
          <ac:spMkLst>
            <pc:docMk/>
            <pc:sldMk cId="1146505856" sldId="1477"/>
            <ac:spMk id="4376" creationId="{E797AEA0-BC08-3974-5DA7-2C06BE60DC10}"/>
          </ac:spMkLst>
        </pc:spChg>
        <pc:spChg chg="add mod">
          <ac:chgData name="" userId="" providerId="" clId="Web-{983F4337-322D-4A20-A351-B44992FABFB3}" dt="2026-09-23T20:23:40.523" v="3" actId="34807"/>
          <ac:spMkLst>
            <pc:docMk/>
            <pc:sldMk cId="1146505856" sldId="1477"/>
            <ac:spMk id="4470" creationId="{55218EAC-97C2-36FE-7811-3BA51027271B}"/>
          </ac:spMkLst>
        </pc:spChg>
        <pc:spChg chg="add mod">
          <ac:chgData name="" userId="" providerId="" clId="Web-{983F4337-322D-4A20-A351-B44992FABFB3}" dt="2026-09-23T20:23:40.523" v="3" actId="34807"/>
          <ac:spMkLst>
            <pc:docMk/>
            <pc:sldMk cId="1146505856" sldId="1477"/>
            <ac:spMk id="4565" creationId="{88F9A930-B2BA-B750-FA76-6F4B259C1BE1}"/>
          </ac:spMkLst>
        </pc:spChg>
        <pc:spChg chg="add mod">
          <ac:chgData name="" userId="" providerId="" clId="Web-{983F4337-322D-4A20-A351-B44992FABFB3}" dt="2026-09-23T20:23:40.523" v="3" actId="34807"/>
          <ac:spMkLst>
            <pc:docMk/>
            <pc:sldMk cId="1146505856" sldId="1477"/>
            <ac:spMk id="4661" creationId="{AE52D582-9A8E-D47F-4458-5891E1F07AC4}"/>
          </ac:spMkLst>
        </pc:spChg>
        <pc:spChg chg="add mod">
          <ac:chgData name="" userId="" providerId="" clId="Web-{983F4337-322D-4A20-A351-B44992FABFB3}" dt="2026-09-23T20:23:40.523" v="3" actId="34807"/>
          <ac:spMkLst>
            <pc:docMk/>
            <pc:sldMk cId="1146505856" sldId="1477"/>
            <ac:spMk id="4856" creationId="{3E87655A-1873-5F7B-D2CD-EE2389ACC288}"/>
          </ac:spMkLst>
        </pc:spChg>
        <pc:spChg chg="add mod">
          <ac:chgData name="" userId="" providerId="" clId="Web-{983F4337-322D-4A20-A351-B44992FABFB3}" dt="2026-09-23T20:23:40.523" v="3" actId="34807"/>
          <ac:spMkLst>
            <pc:docMk/>
            <pc:sldMk cId="1146505856" sldId="1477"/>
            <ac:spMk id="5055" creationId="{CCB2A77E-2DB5-7DD8-E377-C500CF201197}"/>
          </ac:spMkLst>
        </pc:spChg>
        <pc:spChg chg="add mod">
          <ac:chgData name="" userId="" providerId="" clId="Web-{983F4337-322D-4A20-A351-B44992FABFB3}" dt="2026-09-23T20:23:40.523" v="3" actId="34807"/>
          <ac:spMkLst>
            <pc:docMk/>
            <pc:sldMk cId="1146505856" sldId="1477"/>
            <ac:spMk id="5156" creationId="{D88E8DF6-E141-A6B0-05D6-E8E0FEB34970}"/>
          </ac:spMkLst>
        </pc:spChg>
        <pc:picChg chg="add mod">
          <ac:chgData name="" userId="" providerId="" clId="Web-{983F4337-322D-4A20-A351-B44992FABFB3}" dt="2026-09-23T20:23:42.226" v="4" actId="34807"/>
          <ac:picMkLst>
            <pc:docMk/>
            <pc:sldMk cId="1146505856" sldId="1477"/>
            <ac:picMk id="12257" creationId="{91E62297-8D0F-46EB-D6C8-250C24C238C8}"/>
          </ac:picMkLst>
        </pc:picChg>
      </pc:sldChg>
      <pc:sldChg chg="addSp modSp add mod setBg modNotesTx">
        <pc:chgData name="" userId="" providerId="" clId="Web-{983F4337-322D-4A20-A351-B44992FABFB3}" dt="2026-09-23T20:23:43.898" v="5" actId="34807"/>
        <pc:sldMkLst>
          <pc:docMk/>
          <pc:sldMk cId="2748911268" sldId="1684"/>
        </pc:sldMkLst>
        <pc:spChg chg="add mod">
          <ac:chgData name="" userId="" providerId="" clId="Web-{983F4337-322D-4A20-A351-B44992FABFB3}" dt="2026-09-23T20:23:40.523" v="3" actId="34807"/>
          <ac:spMkLst>
            <pc:docMk/>
            <pc:sldMk cId="2748911268" sldId="1684"/>
            <ac:spMk id="5465" creationId="{52A4E8F2-8923-2E85-CD69-A7EDC741B35C}"/>
          </ac:spMkLst>
        </pc:spChg>
        <pc:spChg chg="add mod">
          <ac:chgData name="" userId="" providerId="" clId="Web-{983F4337-322D-4A20-A351-B44992FABFB3}" dt="2026-09-23T20:23:40.523" v="3" actId="34807"/>
          <ac:spMkLst>
            <pc:docMk/>
            <pc:sldMk cId="2748911268" sldId="1684"/>
            <ac:spMk id="5570" creationId="{CC6F6CD7-B5E0-B38A-C806-5BF7DAD20C0A}"/>
          </ac:spMkLst>
        </pc:spChg>
        <pc:spChg chg="add mod">
          <ac:chgData name="" userId="" providerId="" clId="Web-{983F4337-322D-4A20-A351-B44992FABFB3}" dt="2026-09-23T20:23:40.523" v="3" actId="34807"/>
          <ac:spMkLst>
            <pc:docMk/>
            <pc:sldMk cId="2748911268" sldId="1684"/>
            <ac:spMk id="5676" creationId="{EA3E713C-B50D-29A4-E797-5FF5CD834D4A}"/>
          </ac:spMkLst>
        </pc:spChg>
        <pc:spChg chg="add mod">
          <ac:chgData name="" userId="" providerId="" clId="Web-{983F4337-322D-4A20-A351-B44992FABFB3}" dt="2026-09-23T20:23:40.523" v="3" actId="34807"/>
          <ac:spMkLst>
            <pc:docMk/>
            <pc:sldMk cId="2748911268" sldId="1684"/>
            <ac:spMk id="5783" creationId="{7B1A74FB-163B-0B8D-7901-D6AECB05DABA}"/>
          </ac:spMkLst>
        </pc:spChg>
        <pc:spChg chg="add mod">
          <ac:chgData name="" userId="" providerId="" clId="Web-{983F4337-322D-4A20-A351-B44992FABFB3}" dt="2026-09-23T20:23:40.523" v="3" actId="34807"/>
          <ac:spMkLst>
            <pc:docMk/>
            <pc:sldMk cId="2748911268" sldId="1684"/>
            <ac:spMk id="5891" creationId="{F479DEFB-0C27-DD9B-A176-3C54D77DA8B8}"/>
          </ac:spMkLst>
        </pc:spChg>
        <pc:spChg chg="add mod">
          <ac:chgData name="" userId="" providerId="" clId="Web-{983F4337-322D-4A20-A351-B44992FABFB3}" dt="2026-09-23T20:23:40.523" v="3" actId="34807"/>
          <ac:spMkLst>
            <pc:docMk/>
            <pc:sldMk cId="2748911268" sldId="1684"/>
            <ac:spMk id="6000" creationId="{70BDBE71-BE19-6F4A-A893-477975A6F5C7}"/>
          </ac:spMkLst>
        </pc:spChg>
        <pc:spChg chg="add mod">
          <ac:chgData name="" userId="" providerId="" clId="Web-{983F4337-322D-4A20-A351-B44992FABFB3}" dt="2026-09-23T20:23:40.523" v="3" actId="34807"/>
          <ac:spMkLst>
            <pc:docMk/>
            <pc:sldMk cId="2748911268" sldId="1684"/>
            <ac:spMk id="6221" creationId="{21F21A88-1F6E-6A26-CCF6-977E110A17AA}"/>
          </ac:spMkLst>
        </pc:spChg>
        <pc:spChg chg="add mod">
          <ac:chgData name="" userId="" providerId="" clId="Web-{983F4337-322D-4A20-A351-B44992FABFB3}" dt="2026-09-23T20:23:40.523" v="3" actId="34807"/>
          <ac:spMkLst>
            <pc:docMk/>
            <pc:sldMk cId="2748911268" sldId="1684"/>
            <ac:spMk id="6333" creationId="{138411E0-3880-D5F0-2D64-975338BF0E93}"/>
          </ac:spMkLst>
        </pc:spChg>
        <pc:spChg chg="add mod">
          <ac:chgData name="" userId="" providerId="" clId="Web-{983F4337-322D-4A20-A351-B44992FABFB3}" dt="2026-09-23T20:23:40.523" v="3" actId="34807"/>
          <ac:spMkLst>
            <pc:docMk/>
            <pc:sldMk cId="2748911268" sldId="1684"/>
            <ac:spMk id="6560" creationId="{1C27B08E-EC1F-FC95-224E-B0C312FA5E60}"/>
          </ac:spMkLst>
        </pc:spChg>
        <pc:spChg chg="add mod">
          <ac:chgData name="" userId="" providerId="" clId="Web-{983F4337-322D-4A20-A351-B44992FABFB3}" dt="2026-09-23T20:23:40.523" v="3" actId="34807"/>
          <ac:spMkLst>
            <pc:docMk/>
            <pc:sldMk cId="2748911268" sldId="1684"/>
            <ac:spMk id="6675" creationId="{FF43D4CD-F616-E28C-3DAA-C556CA29824C}"/>
          </ac:spMkLst>
        </pc:spChg>
        <pc:picChg chg="add mod">
          <ac:chgData name="" userId="" providerId="" clId="Web-{983F4337-322D-4A20-A351-B44992FABFB3}" dt="2026-09-23T20:23:42.226" v="4" actId="34807"/>
          <ac:picMkLst>
            <pc:docMk/>
            <pc:sldMk cId="2748911268" sldId="1684"/>
            <ac:picMk id="12258" creationId="{8DAC1A10-8C5C-3F0A-5605-4A0B9565BCE2}"/>
          </ac:picMkLst>
        </pc:picChg>
      </pc:sldChg>
      <pc:sldChg chg="addSp modSp add mod setBg modNotesTx">
        <pc:chgData name="" userId="" providerId="" clId="Web-{983F4337-322D-4A20-A351-B44992FABFB3}" dt="2026-09-23T20:23:43.898" v="5" actId="34807"/>
        <pc:sldMkLst>
          <pc:docMk/>
          <pc:sldMk cId="3902547630" sldId="1892"/>
        </pc:sldMkLst>
        <pc:spChg chg="add mod">
          <ac:chgData name="" userId="" providerId="" clId="Web-{983F4337-322D-4A20-A351-B44992FABFB3}" dt="2026-09-23T20:23:40.523" v="3" actId="34807"/>
          <ac:spMkLst>
            <pc:docMk/>
            <pc:sldMk cId="3902547630" sldId="1892"/>
            <ac:spMk id="6791" creationId="{5A73B806-EAC5-6DE7-BAC5-E91A348E1B16}"/>
          </ac:spMkLst>
        </pc:spChg>
        <pc:spChg chg="add mod">
          <ac:chgData name="" userId="" providerId="" clId="Web-{983F4337-322D-4A20-A351-B44992FABFB3}" dt="2026-09-23T20:23:40.523" v="3" actId="34807"/>
          <ac:spMkLst>
            <pc:docMk/>
            <pc:sldMk cId="3902547630" sldId="1892"/>
            <ac:spMk id="7386" creationId="{4CFFB1D7-F7CC-A77E-E7EA-FAF9332EB40B}"/>
          </ac:spMkLst>
        </pc:spChg>
        <pc:spChg chg="add mod">
          <ac:chgData name="" userId="" providerId="" clId="Web-{983F4337-322D-4A20-A351-B44992FABFB3}" dt="2026-09-23T20:23:40.523" v="3" actId="34807"/>
          <ac:spMkLst>
            <pc:docMk/>
            <pc:sldMk cId="3902547630" sldId="1892"/>
            <ac:spMk id="7508" creationId="{3E61BD83-6EE5-FE76-4514-457C8CE86371}"/>
          </ac:spMkLst>
        </pc:spChg>
        <pc:spChg chg="add mod">
          <ac:chgData name="" userId="" providerId="" clId="Web-{983F4337-322D-4A20-A351-B44992FABFB3}" dt="2026-09-23T20:23:40.523" v="3" actId="34807"/>
          <ac:spMkLst>
            <pc:docMk/>
            <pc:sldMk cId="3902547630" sldId="1892"/>
            <ac:spMk id="7631" creationId="{2D1E342F-634D-03CD-A6B9-B6EF1E6EEF0A}"/>
          </ac:spMkLst>
        </pc:spChg>
        <pc:spChg chg="add mod">
          <ac:chgData name="" userId="" providerId="" clId="Web-{983F4337-322D-4A20-A351-B44992FABFB3}" dt="2026-09-23T20:23:40.523" v="3" actId="34807"/>
          <ac:spMkLst>
            <pc:docMk/>
            <pc:sldMk cId="3902547630" sldId="1892"/>
            <ac:spMk id="7755" creationId="{B793208D-3E58-B5A3-C8C2-78DDF5389F0B}"/>
          </ac:spMkLst>
        </pc:spChg>
        <pc:spChg chg="add mod">
          <ac:chgData name="" userId="" providerId="" clId="Web-{983F4337-322D-4A20-A351-B44992FABFB3}" dt="2026-09-23T20:23:40.523" v="3" actId="34807"/>
          <ac:spMkLst>
            <pc:docMk/>
            <pc:sldMk cId="3902547630" sldId="1892"/>
            <ac:spMk id="7880" creationId="{69C8B7A4-E932-CCA4-D853-EB4E56D7B311}"/>
          </ac:spMkLst>
        </pc:spChg>
        <pc:spChg chg="add mod">
          <ac:chgData name="" userId="" providerId="" clId="Web-{983F4337-322D-4A20-A351-B44992FABFB3}" dt="2026-09-23T20:23:40.523" v="3" actId="34807"/>
          <ac:spMkLst>
            <pc:docMk/>
            <pc:sldMk cId="3902547630" sldId="1892"/>
            <ac:spMk id="8133" creationId="{D453BFC1-A908-3D02-1B02-363228341D57}"/>
          </ac:spMkLst>
        </pc:spChg>
        <pc:spChg chg="add mod">
          <ac:chgData name="" userId="" providerId="" clId="Web-{983F4337-322D-4A20-A351-B44992FABFB3}" dt="2026-09-23T20:23:40.523" v="3" actId="34807"/>
          <ac:spMkLst>
            <pc:docMk/>
            <pc:sldMk cId="3902547630" sldId="1892"/>
            <ac:spMk id="8261" creationId="{F7986E27-A2EE-12C3-8FF6-033ED66D421C}"/>
          </ac:spMkLst>
        </pc:spChg>
        <pc:spChg chg="add mod">
          <ac:chgData name="" userId="" providerId="" clId="Web-{983F4337-322D-4A20-A351-B44992FABFB3}" dt="2026-09-23T20:23:40.523" v="3" actId="34807"/>
          <ac:spMkLst>
            <pc:docMk/>
            <pc:sldMk cId="3902547630" sldId="1892"/>
            <ac:spMk id="8520" creationId="{FA59983E-98DE-AF15-B5EE-793864E26DE6}"/>
          </ac:spMkLst>
        </pc:spChg>
        <pc:spChg chg="add mod">
          <ac:chgData name="" userId="" providerId="" clId="Web-{983F4337-322D-4A20-A351-B44992FABFB3}" dt="2026-09-23T20:23:40.523" v="3" actId="34807"/>
          <ac:spMkLst>
            <pc:docMk/>
            <pc:sldMk cId="3902547630" sldId="1892"/>
            <ac:spMk id="8651" creationId="{8CBC7234-1C7C-083D-6518-A00B422A5287}"/>
          </ac:spMkLst>
        </pc:spChg>
        <pc:picChg chg="add mod">
          <ac:chgData name="" userId="" providerId="" clId="Web-{983F4337-322D-4A20-A351-B44992FABFB3}" dt="2026-09-23T20:23:42.226" v="4" actId="34807"/>
          <ac:picMkLst>
            <pc:docMk/>
            <pc:sldMk cId="3902547630" sldId="1892"/>
            <ac:picMk id="12259" creationId="{933CFAD7-290B-887A-1204-1A1BA522227D}"/>
          </ac:picMkLst>
        </pc:picChg>
      </pc:sldChg>
      <pc:sldChg chg="addSp modSp add mod setBg modNotesTx">
        <pc:chgData name="" userId="" providerId="" clId="Web-{983F4337-322D-4A20-A351-B44992FABFB3}" dt="2026-09-23T20:23:43.898" v="5" actId="34807"/>
        <pc:sldMkLst>
          <pc:docMk/>
          <pc:sldMk cId="2833001075" sldId="2101"/>
        </pc:sldMkLst>
        <pc:spChg chg="add mod">
          <ac:chgData name="" userId="" providerId="" clId="Web-{983F4337-322D-4A20-A351-B44992FABFB3}" dt="2026-09-23T20:23:40.523" v="3" actId="34807"/>
          <ac:spMkLst>
            <pc:docMk/>
            <pc:sldMk cId="2833001075" sldId="2101"/>
            <ac:spMk id="8916" creationId="{0D5EB075-5357-FACB-C13C-05FCFCCF67F5}"/>
          </ac:spMkLst>
        </pc:spChg>
        <pc:spChg chg="add mod">
          <ac:chgData name="" userId="" providerId="" clId="Web-{983F4337-322D-4A20-A351-B44992FABFB3}" dt="2026-09-23T20:23:40.523" v="3" actId="34807"/>
          <ac:spMkLst>
            <pc:docMk/>
            <pc:sldMk cId="2833001075" sldId="2101"/>
            <ac:spMk id="9050" creationId="{D844A2A0-807C-7C3C-8966-F634E670C580}"/>
          </ac:spMkLst>
        </pc:spChg>
        <pc:spChg chg="add mod">
          <ac:chgData name="" userId="" providerId="" clId="Web-{983F4337-322D-4A20-A351-B44992FABFB3}" dt="2026-09-23T20:23:40.523" v="3" actId="34807"/>
          <ac:spMkLst>
            <pc:docMk/>
            <pc:sldMk cId="2833001075" sldId="2101"/>
            <ac:spMk id="9321" creationId="{DF7E7D8A-B0CC-0BD6-86C4-C528F7B0F034}"/>
          </ac:spMkLst>
        </pc:spChg>
        <pc:spChg chg="add mod">
          <ac:chgData name="" userId="" providerId="" clId="Web-{983F4337-322D-4A20-A351-B44992FABFB3}" dt="2026-09-23T20:23:40.523" v="3" actId="34807"/>
          <ac:spMkLst>
            <pc:docMk/>
            <pc:sldMk cId="2833001075" sldId="2101"/>
            <ac:spMk id="9735" creationId="{EF206DED-DD1A-5B89-143F-EA4DE9176441}"/>
          </ac:spMkLst>
        </pc:spChg>
        <pc:spChg chg="add mod">
          <ac:chgData name="" userId="" providerId="" clId="Web-{983F4337-322D-4A20-A351-B44992FABFB3}" dt="2026-09-23T20:23:40.523" v="3" actId="34807"/>
          <ac:spMkLst>
            <pc:docMk/>
            <pc:sldMk cId="2833001075" sldId="2101"/>
            <ac:spMk id="10016" creationId="{A0E6D537-9A17-E9A1-C69F-BF31B999F700}"/>
          </ac:spMkLst>
        </pc:spChg>
        <pc:spChg chg="add mod">
          <ac:chgData name="" userId="" providerId="" clId="Web-{983F4337-322D-4A20-A351-B44992FABFB3}" dt="2026-09-23T20:23:40.523" v="3" actId="34807"/>
          <ac:spMkLst>
            <pc:docMk/>
            <pc:sldMk cId="2833001075" sldId="2101"/>
            <ac:spMk id="10158" creationId="{23CAD86A-C954-1E6D-E82D-97776C820CD6}"/>
          </ac:spMkLst>
        </pc:spChg>
        <pc:spChg chg="add mod">
          <ac:chgData name="" userId="" providerId="" clId="Web-{983F4337-322D-4A20-A351-B44992FABFB3}" dt="2026-09-23T20:23:40.523" v="3" actId="34807"/>
          <ac:spMkLst>
            <pc:docMk/>
            <pc:sldMk cId="2833001075" sldId="2101"/>
            <ac:spMk id="10301" creationId="{773FB4F4-EC39-0859-03DE-480C3DD79851}"/>
          </ac:spMkLst>
        </pc:spChg>
        <pc:spChg chg="add mod">
          <ac:chgData name="" userId="" providerId="" clId="Web-{983F4337-322D-4A20-A351-B44992FABFB3}" dt="2026-09-23T20:23:40.523" v="3" actId="34807"/>
          <ac:spMkLst>
            <pc:docMk/>
            <pc:sldMk cId="2833001075" sldId="2101"/>
            <ac:spMk id="10445" creationId="{FAE05ECE-7290-DA3F-6EE8-58AB4D7EC3E7}"/>
          </ac:spMkLst>
        </pc:spChg>
        <pc:spChg chg="add mod">
          <ac:chgData name="" userId="" providerId="" clId="Web-{983F4337-322D-4A20-A351-B44992FABFB3}" dt="2026-09-23T20:23:40.523" v="3" actId="34807"/>
          <ac:spMkLst>
            <pc:docMk/>
            <pc:sldMk cId="2833001075" sldId="2101"/>
            <ac:spMk id="10590" creationId="{138A17B8-4B1F-AE92-72F8-20576CA8430E}"/>
          </ac:spMkLst>
        </pc:spChg>
        <pc:spChg chg="add mod">
          <ac:chgData name="" userId="" providerId="" clId="Web-{983F4337-322D-4A20-A351-B44992FABFB3}" dt="2026-09-23T20:23:40.523" v="3" actId="34807"/>
          <ac:spMkLst>
            <pc:docMk/>
            <pc:sldMk cId="2833001075" sldId="2101"/>
            <ac:spMk id="10736" creationId="{32005F81-668C-AEE1-A682-1E240E117303}"/>
          </ac:spMkLst>
        </pc:spChg>
        <pc:picChg chg="add mod">
          <ac:chgData name="" userId="" providerId="" clId="Web-{983F4337-322D-4A20-A351-B44992FABFB3}" dt="2026-09-23T20:23:42.226" v="4" actId="34807"/>
          <ac:picMkLst>
            <pc:docMk/>
            <pc:sldMk cId="2833001075" sldId="2101"/>
            <ac:picMk id="12260" creationId="{7EAEA637-220B-F7F9-68BA-39D53D4565D9}"/>
          </ac:picMkLst>
        </pc:picChg>
      </pc:sldChg>
      <pc:sldChg chg="addSp modSp add mod setBg modNotesTx">
        <pc:chgData name="" userId="" providerId="" clId="Web-{983F4337-322D-4A20-A351-B44992FABFB3}" dt="2026-09-23T20:23:43.898" v="5" actId="34807"/>
        <pc:sldMkLst>
          <pc:docMk/>
          <pc:sldMk cId="2560970478" sldId="2311"/>
        </pc:sldMkLst>
        <pc:spChg chg="add mod">
          <ac:chgData name="" userId="" providerId="" clId="Web-{983F4337-322D-4A20-A351-B44992FABFB3}" dt="2026-09-23T20:23:40.523" v="3" actId="34807"/>
          <ac:spMkLst>
            <pc:docMk/>
            <pc:sldMk cId="2560970478" sldId="2311"/>
            <ac:spMk id="10883" creationId="{23D42491-9482-E8EA-8468-A6CEF3956F1A}"/>
          </ac:spMkLst>
        </pc:spChg>
        <pc:spChg chg="add mod">
          <ac:chgData name="" userId="" providerId="" clId="Web-{983F4337-322D-4A20-A351-B44992FABFB3}" dt="2026-09-23T20:23:40.523" v="3" actId="34807"/>
          <ac:spMkLst>
            <pc:docMk/>
            <pc:sldMk cId="2560970478" sldId="2311"/>
            <ac:spMk id="11031" creationId="{6DFC5F12-CA61-E2B7-F748-267836F6845F}"/>
          </ac:spMkLst>
        </pc:spChg>
        <pc:spChg chg="add mod">
          <ac:chgData name="" userId="" providerId="" clId="Web-{983F4337-322D-4A20-A351-B44992FABFB3}" dt="2026-09-23T20:23:40.523" v="3" actId="34807"/>
          <ac:spMkLst>
            <pc:docMk/>
            <pc:sldMk cId="2560970478" sldId="2311"/>
            <ac:spMk id="11180" creationId="{B216F041-E32C-1FB2-9138-21E4DAE99C46}"/>
          </ac:spMkLst>
        </pc:spChg>
        <pc:spChg chg="add mod">
          <ac:chgData name="" userId="" providerId="" clId="Web-{983F4337-322D-4A20-A351-B44992FABFB3}" dt="2026-09-23T20:23:40.523" v="3" actId="34807"/>
          <ac:spMkLst>
            <pc:docMk/>
            <pc:sldMk cId="2560970478" sldId="2311"/>
            <ac:spMk id="11330" creationId="{D6C6DEF7-4E27-A0CD-DE0A-9D10A8DBC03F}"/>
          </ac:spMkLst>
        </pc:spChg>
        <pc:spChg chg="add mod">
          <ac:chgData name="" userId="" providerId="" clId="Web-{983F4337-322D-4A20-A351-B44992FABFB3}" dt="2026-09-23T20:23:40.523" v="3" actId="34807"/>
          <ac:spMkLst>
            <pc:docMk/>
            <pc:sldMk cId="2560970478" sldId="2311"/>
            <ac:spMk id="11481" creationId="{3A868771-97BA-9F51-B290-7A90687DEB93}"/>
          </ac:spMkLst>
        </pc:spChg>
        <pc:spChg chg="add mod">
          <ac:chgData name="" userId="" providerId="" clId="Web-{983F4337-322D-4A20-A351-B44992FABFB3}" dt="2026-09-23T20:23:40.523" v="3" actId="34807"/>
          <ac:spMkLst>
            <pc:docMk/>
            <pc:sldMk cId="2560970478" sldId="2311"/>
            <ac:spMk id="11633" creationId="{ADE24D6C-F32B-C5FE-4BF7-20E4A0B77814}"/>
          </ac:spMkLst>
        </pc:spChg>
        <pc:spChg chg="add mod">
          <ac:chgData name="" userId="" providerId="" clId="Web-{983F4337-322D-4A20-A351-B44992FABFB3}" dt="2026-09-23T20:23:40.523" v="3" actId="34807"/>
          <ac:spMkLst>
            <pc:docMk/>
            <pc:sldMk cId="2560970478" sldId="2311"/>
            <ac:spMk id="11786" creationId="{6E6EAD0F-E2F5-DADD-0333-E4BF78D2D9F6}"/>
          </ac:spMkLst>
        </pc:spChg>
        <pc:spChg chg="add mod">
          <ac:chgData name="" userId="" providerId="" clId="Web-{983F4337-322D-4A20-A351-B44992FABFB3}" dt="2026-09-23T20:23:40.523" v="3" actId="34807"/>
          <ac:spMkLst>
            <pc:docMk/>
            <pc:sldMk cId="2560970478" sldId="2311"/>
            <ac:spMk id="11940" creationId="{930A20C3-7AAE-D4A0-ADF6-2836C6204188}"/>
          </ac:spMkLst>
        </pc:spChg>
        <pc:spChg chg="add mod">
          <ac:chgData name="" userId="" providerId="" clId="Web-{983F4337-322D-4A20-A351-B44992FABFB3}" dt="2026-09-23T20:23:40.523" v="3" actId="34807"/>
          <ac:spMkLst>
            <pc:docMk/>
            <pc:sldMk cId="2560970478" sldId="2311"/>
            <ac:spMk id="12095" creationId="{658918ED-D536-D766-09B0-CAD0E20BDED2}"/>
          </ac:spMkLst>
        </pc:spChg>
        <pc:spChg chg="add mod">
          <ac:chgData name="" userId="" providerId="" clId="Web-{983F4337-322D-4A20-A351-B44992FABFB3}" dt="2026-09-23T20:23:40.523" v="3" actId="34807"/>
          <ac:spMkLst>
            <pc:docMk/>
            <pc:sldMk cId="2560970478" sldId="2311"/>
            <ac:spMk id="12251" creationId="{B1374545-CEA1-A1A5-D00F-5E768D3B9AF1}"/>
          </ac:spMkLst>
        </pc:spChg>
        <pc:picChg chg="add mod">
          <ac:chgData name="" userId="" providerId="" clId="Web-{983F4337-322D-4A20-A351-B44992FABFB3}" dt="2026-09-23T20:23:42.226" v="4" actId="34807"/>
          <ac:picMkLst>
            <pc:docMk/>
            <pc:sldMk cId="2560970478" sldId="2311"/>
            <ac:picMk id="12261" creationId="{797B6AE4-EBE3-7160-9C07-D7AF9A96419A}"/>
          </ac:picMkLst>
        </pc:picChg>
      </pc:sldChg>
      <pc:sldChg chg="addSp modSp add mod setBg modNotesTx">
        <pc:chgData name="" userId="" providerId="" clId="Web-{983F4337-322D-4A20-A351-B44992FABFB3}" dt="2026-09-23T20:24:09.524" v="9" actId="34807"/>
        <pc:sldMkLst>
          <pc:docMk/>
          <pc:sldMk cId="1956397754" sldId="2522"/>
        </pc:sldMkLst>
        <pc:spChg chg="add mod">
          <ac:chgData name="" userId="" providerId="" clId="Web-{983F4337-322D-4A20-A351-B44992FABFB3}" dt="2026-09-23T20:24:05.211" v="7" actId="34807"/>
          <ac:spMkLst>
            <pc:docMk/>
            <pc:sldMk cId="1956397754" sldId="2522"/>
            <ac:spMk id="12262" creationId="{FF70BEB2-BCFE-589C-876A-944AFE94CCCC}"/>
          </ac:spMkLst>
        </pc:spChg>
        <pc:spChg chg="add mod">
          <ac:chgData name="" userId="" providerId="" clId="Web-{983F4337-322D-4A20-A351-B44992FABFB3}" dt="2026-09-23T20:24:05.211" v="7" actId="34807"/>
          <ac:spMkLst>
            <pc:docMk/>
            <pc:sldMk cId="1956397754" sldId="2522"/>
            <ac:spMk id="12267" creationId="{A4A3E17A-E12E-9654-B101-3F7DBA4BA8A7}"/>
          </ac:spMkLst>
        </pc:spChg>
        <pc:spChg chg="add mod">
          <ac:chgData name="" userId="" providerId="" clId="Web-{983F4337-322D-4A20-A351-B44992FABFB3}" dt="2026-09-23T20:24:05.211" v="7" actId="34807"/>
          <ac:spMkLst>
            <pc:docMk/>
            <pc:sldMk cId="1956397754" sldId="2522"/>
            <ac:spMk id="12271" creationId="{A84A8304-16E2-8D2F-EF95-C2878144A053}"/>
          </ac:spMkLst>
        </pc:spChg>
        <pc:spChg chg="add mod">
          <ac:chgData name="" userId="" providerId="" clId="Web-{983F4337-322D-4A20-A351-B44992FABFB3}" dt="2026-09-23T20:24:05.211" v="7" actId="34807"/>
          <ac:spMkLst>
            <pc:docMk/>
            <pc:sldMk cId="1956397754" sldId="2522"/>
            <ac:spMk id="12282" creationId="{80D9B3A6-F58B-5C76-2CFB-4F1D27BF3B48}"/>
          </ac:spMkLst>
        </pc:spChg>
        <pc:spChg chg="add mod">
          <ac:chgData name="" userId="" providerId="" clId="Web-{983F4337-322D-4A20-A351-B44992FABFB3}" dt="2026-09-23T20:24:05.211" v="7" actId="34807"/>
          <ac:spMkLst>
            <pc:docMk/>
            <pc:sldMk cId="1956397754" sldId="2522"/>
            <ac:spMk id="12289" creationId="{FC361B2A-08D4-5A44-73E5-E2910B5353BE}"/>
          </ac:spMkLst>
        </pc:spChg>
        <pc:spChg chg="add mod">
          <ac:chgData name="" userId="" providerId="" clId="Web-{983F4337-322D-4A20-A351-B44992FABFB3}" dt="2026-09-23T20:24:05.211" v="7" actId="34807"/>
          <ac:spMkLst>
            <pc:docMk/>
            <pc:sldMk cId="1956397754" sldId="2522"/>
            <ac:spMk id="12297" creationId="{5BE78633-2D45-5780-A124-22ABDBD24CF2}"/>
          </ac:spMkLst>
        </pc:spChg>
        <pc:spChg chg="add mod">
          <ac:chgData name="" userId="" providerId="" clId="Web-{983F4337-322D-4A20-A351-B44992FABFB3}" dt="2026-09-23T20:24:05.211" v="7" actId="34807"/>
          <ac:spMkLst>
            <pc:docMk/>
            <pc:sldMk cId="1956397754" sldId="2522"/>
            <ac:spMk id="12327" creationId="{B14F03A0-B88B-469D-20DE-FB4D9B9F6878}"/>
          </ac:spMkLst>
        </pc:spChg>
        <pc:spChg chg="add mod">
          <ac:chgData name="" userId="" providerId="" clId="Web-{983F4337-322D-4A20-A351-B44992FABFB3}" dt="2026-09-23T20:24:05.211" v="7" actId="34807"/>
          <ac:spMkLst>
            <pc:docMk/>
            <pc:sldMk cId="1956397754" sldId="2522"/>
            <ac:spMk id="12339" creationId="{66F51794-2B6E-706F-B1D5-E4C2BD3A6549}"/>
          </ac:spMkLst>
        </pc:spChg>
        <pc:spChg chg="add mod">
          <ac:chgData name="" userId="" providerId="" clId="Web-{983F4337-322D-4A20-A351-B44992FABFB3}" dt="2026-09-23T20:24:05.211" v="7" actId="34807"/>
          <ac:spMkLst>
            <pc:docMk/>
            <pc:sldMk cId="1956397754" sldId="2522"/>
            <ac:spMk id="12352" creationId="{4C08C87A-E010-FFD9-B653-EA835BC0621A}"/>
          </ac:spMkLst>
        </pc:spChg>
        <pc:spChg chg="add mod">
          <ac:chgData name="" userId="" providerId="" clId="Web-{983F4337-322D-4A20-A351-B44992FABFB3}" dt="2026-09-23T20:24:05.211" v="7" actId="34807"/>
          <ac:spMkLst>
            <pc:docMk/>
            <pc:sldMk cId="1956397754" sldId="2522"/>
            <ac:spMk id="12366" creationId="{7A326AFA-3634-4455-DE16-EFA7AB0C1257}"/>
          </ac:spMkLst>
        </pc:spChg>
        <pc:picChg chg="add mod">
          <ac:chgData name="" userId="" providerId="" clId="Web-{983F4337-322D-4A20-A351-B44992FABFB3}" dt="2026-09-23T20:24:08.133" v="8" actId="34807"/>
          <ac:picMkLst>
            <pc:docMk/>
            <pc:sldMk cId="1956397754" sldId="2522"/>
            <ac:picMk id="20012" creationId="{779E9DB6-8C95-24F5-ED57-0564FD051672}"/>
          </ac:picMkLst>
        </pc:picChg>
      </pc:sldChg>
      <pc:sldChg chg="addSp modSp add mod setBg modNotesTx">
        <pc:chgData name="" userId="" providerId="" clId="Web-{983F4337-322D-4A20-A351-B44992FABFB3}" dt="2026-09-23T20:24:09.524" v="9" actId="34807"/>
        <pc:sldMkLst>
          <pc:docMk/>
          <pc:sldMk cId="1280267537" sldId="2734"/>
        </pc:sldMkLst>
        <pc:spChg chg="add mod">
          <ac:chgData name="" userId="" providerId="" clId="Web-{983F4337-322D-4A20-A351-B44992FABFB3}" dt="2026-09-23T20:24:05.211" v="7" actId="34807"/>
          <ac:spMkLst>
            <pc:docMk/>
            <pc:sldMk cId="1280267537" sldId="2734"/>
            <ac:spMk id="12381" creationId="{3E9F7548-2A9F-86E3-1487-68ECAF2F89EE}"/>
          </ac:spMkLst>
        </pc:spChg>
        <pc:spChg chg="add mod">
          <ac:chgData name="" userId="" providerId="" clId="Web-{983F4337-322D-4A20-A351-B44992FABFB3}" dt="2026-09-23T20:24:05.211" v="7" actId="34807"/>
          <ac:spMkLst>
            <pc:docMk/>
            <pc:sldMk cId="1280267537" sldId="2734"/>
            <ac:spMk id="12397" creationId="{2C959E49-11B2-4C27-4C9E-141B6C18A7AD}"/>
          </ac:spMkLst>
        </pc:spChg>
        <pc:spChg chg="add mod">
          <ac:chgData name="" userId="" providerId="" clId="Web-{983F4337-322D-4A20-A351-B44992FABFB3}" dt="2026-09-23T20:24:05.211" v="7" actId="34807"/>
          <ac:spMkLst>
            <pc:docMk/>
            <pc:sldMk cId="1280267537" sldId="2734"/>
            <ac:spMk id="12432" creationId="{298BCF47-3406-34E1-A523-6C0DA866FAF5}"/>
          </ac:spMkLst>
        </pc:spChg>
        <pc:spChg chg="add mod">
          <ac:chgData name="" userId="" providerId="" clId="Web-{983F4337-322D-4A20-A351-B44992FABFB3}" dt="2026-09-23T20:24:05.211" v="7" actId="34807"/>
          <ac:spMkLst>
            <pc:docMk/>
            <pc:sldMk cId="1280267537" sldId="2734"/>
            <ac:spMk id="12451" creationId="{7300311A-E07D-D266-9B9E-F36EC3268508}"/>
          </ac:spMkLst>
        </pc:spChg>
        <pc:spChg chg="add mod">
          <ac:chgData name="" userId="" providerId="" clId="Web-{983F4337-322D-4A20-A351-B44992FABFB3}" dt="2026-09-23T20:24:05.211" v="7" actId="34807"/>
          <ac:spMkLst>
            <pc:docMk/>
            <pc:sldMk cId="1280267537" sldId="2734"/>
            <ac:spMk id="12471" creationId="{CBABEE56-AF99-BF9E-4D6E-6C60EFCB1455}"/>
          </ac:spMkLst>
        </pc:spChg>
        <pc:spChg chg="add mod">
          <ac:chgData name="" userId="" providerId="" clId="Web-{983F4337-322D-4A20-A351-B44992FABFB3}" dt="2026-09-23T20:24:05.211" v="7" actId="34807"/>
          <ac:spMkLst>
            <pc:docMk/>
            <pc:sldMk cId="1280267537" sldId="2734"/>
            <ac:spMk id="12492" creationId="{ECAD52A9-F61C-1821-49D6-8F29797B9969}"/>
          </ac:spMkLst>
        </pc:spChg>
        <pc:spChg chg="add mod">
          <ac:chgData name="" userId="" providerId="" clId="Web-{983F4337-322D-4A20-A351-B44992FABFB3}" dt="2026-09-23T20:24:05.211" v="7" actId="34807"/>
          <ac:spMkLst>
            <pc:docMk/>
            <pc:sldMk cId="1280267537" sldId="2734"/>
            <ac:spMk id="12514" creationId="{0EACB407-9F00-7F82-085E-63555D044264}"/>
          </ac:spMkLst>
        </pc:spChg>
        <pc:spChg chg="add mod">
          <ac:chgData name="" userId="" providerId="" clId="Web-{983F4337-322D-4A20-A351-B44992FABFB3}" dt="2026-09-23T20:24:05.211" v="7" actId="34807"/>
          <ac:spMkLst>
            <pc:docMk/>
            <pc:sldMk cId="1280267537" sldId="2734"/>
            <ac:spMk id="12561" creationId="{A981560F-6E4D-4A50-E80A-E7EE22F9395A}"/>
          </ac:spMkLst>
        </pc:spChg>
        <pc:spChg chg="add mod">
          <ac:chgData name="" userId="" providerId="" clId="Web-{983F4337-322D-4A20-A351-B44992FABFB3}" dt="2026-09-23T20:24:05.211" v="7" actId="34807"/>
          <ac:spMkLst>
            <pc:docMk/>
            <pc:sldMk cId="1280267537" sldId="2734"/>
            <ac:spMk id="12586" creationId="{81DD5E3C-9F99-C55F-F172-53583941AE73}"/>
          </ac:spMkLst>
        </pc:spChg>
        <pc:spChg chg="add mod">
          <ac:chgData name="" userId="" providerId="" clId="Web-{983F4337-322D-4A20-A351-B44992FABFB3}" dt="2026-09-23T20:24:05.211" v="7" actId="34807"/>
          <ac:spMkLst>
            <pc:docMk/>
            <pc:sldMk cId="1280267537" sldId="2734"/>
            <ac:spMk id="12612" creationId="{1C1A3907-3F30-4464-256D-6E86064AE321}"/>
          </ac:spMkLst>
        </pc:spChg>
        <pc:picChg chg="add mod">
          <ac:chgData name="" userId="" providerId="" clId="Web-{983F4337-322D-4A20-A351-B44992FABFB3}" dt="2026-09-23T20:24:08.133" v="8" actId="34807"/>
          <ac:picMkLst>
            <pc:docMk/>
            <pc:sldMk cId="1280267537" sldId="2734"/>
            <ac:picMk id="20013" creationId="{957797B0-CC0A-DB04-50C0-11A73C89E3C4}"/>
          </ac:picMkLst>
        </pc:picChg>
      </pc:sldChg>
      <pc:sldChg chg="addSp modSp add mod setBg modNotesTx">
        <pc:chgData name="" userId="" providerId="" clId="Web-{983F4337-322D-4A20-A351-B44992FABFB3}" dt="2026-09-23T20:24:09.524" v="9" actId="34807"/>
        <pc:sldMkLst>
          <pc:docMk/>
          <pc:sldMk cId="257061948" sldId="2947"/>
        </pc:sldMkLst>
        <pc:spChg chg="add mod">
          <ac:chgData name="" userId="" providerId="" clId="Web-{983F4337-322D-4A20-A351-B44992FABFB3}" dt="2026-09-23T20:24:05.211" v="7" actId="34807"/>
          <ac:spMkLst>
            <pc:docMk/>
            <pc:sldMk cId="257061948" sldId="2947"/>
            <ac:spMk id="12757" creationId="{AA64FFAA-A144-1ADA-4F9E-B4829F3E2850}"/>
          </ac:spMkLst>
        </pc:spChg>
        <pc:spChg chg="add mod">
          <ac:chgData name="" userId="" providerId="" clId="Web-{983F4337-322D-4A20-A351-B44992FABFB3}" dt="2026-09-23T20:24:05.211" v="7" actId="34807"/>
          <ac:spMkLst>
            <pc:docMk/>
            <pc:sldMk cId="257061948" sldId="2947"/>
            <ac:spMk id="12789" creationId="{13B223DA-8CDA-BB10-EDAF-661AB1DADCE5}"/>
          </ac:spMkLst>
        </pc:spChg>
        <pc:spChg chg="add mod">
          <ac:chgData name="" userId="" providerId="" clId="Web-{983F4337-322D-4A20-A351-B44992FABFB3}" dt="2026-09-23T20:24:05.211" v="7" actId="34807"/>
          <ac:spMkLst>
            <pc:docMk/>
            <pc:sldMk cId="257061948" sldId="2947"/>
            <ac:spMk id="12822" creationId="{41A8BC06-5930-19D9-7B91-5AFE52F8B192}"/>
          </ac:spMkLst>
        </pc:spChg>
        <pc:spChg chg="add mod">
          <ac:chgData name="" userId="" providerId="" clId="Web-{983F4337-322D-4A20-A351-B44992FABFB3}" dt="2026-09-23T20:24:05.211" v="7" actId="34807"/>
          <ac:spMkLst>
            <pc:docMk/>
            <pc:sldMk cId="257061948" sldId="2947"/>
            <ac:spMk id="12856" creationId="{A3E70E9A-1469-8D18-CB67-E3E1E11B1145}"/>
          </ac:spMkLst>
        </pc:spChg>
        <pc:spChg chg="add mod">
          <ac:chgData name="" userId="" providerId="" clId="Web-{983F4337-322D-4A20-A351-B44992FABFB3}" dt="2026-09-23T20:24:05.211" v="7" actId="34807"/>
          <ac:spMkLst>
            <pc:docMk/>
            <pc:sldMk cId="257061948" sldId="2947"/>
            <ac:spMk id="12891" creationId="{BE55C349-C714-C4E7-EFD8-030311BE3436}"/>
          </ac:spMkLst>
        </pc:spChg>
        <pc:spChg chg="add mod">
          <ac:chgData name="" userId="" providerId="" clId="Web-{983F4337-322D-4A20-A351-B44992FABFB3}" dt="2026-09-23T20:24:05.211" v="7" actId="34807"/>
          <ac:spMkLst>
            <pc:docMk/>
            <pc:sldMk cId="257061948" sldId="2947"/>
            <ac:spMk id="12927" creationId="{6007DF21-C9A1-56DB-0431-3E73CCF6D15B}"/>
          </ac:spMkLst>
        </pc:spChg>
        <pc:spChg chg="add mod">
          <ac:chgData name="" userId="" providerId="" clId="Web-{983F4337-322D-4A20-A351-B44992FABFB3}" dt="2026-09-23T20:24:05.211" v="7" actId="34807"/>
          <ac:spMkLst>
            <pc:docMk/>
            <pc:sldMk cId="257061948" sldId="2947"/>
            <ac:spMk id="12964" creationId="{6B03AA8E-5D12-41E9-23C6-4F98EE1DCB48}"/>
          </ac:spMkLst>
        </pc:spChg>
        <pc:spChg chg="add mod">
          <ac:chgData name="" userId="" providerId="" clId="Web-{983F4337-322D-4A20-A351-B44992FABFB3}" dt="2026-09-23T20:24:05.211" v="7" actId="34807"/>
          <ac:spMkLst>
            <pc:docMk/>
            <pc:sldMk cId="257061948" sldId="2947"/>
            <ac:spMk id="13002" creationId="{5E79CAED-7D41-BA0A-FBC0-C6A770668AEA}"/>
          </ac:spMkLst>
        </pc:spChg>
        <pc:spChg chg="add mod">
          <ac:chgData name="" userId="" providerId="" clId="Web-{983F4337-322D-4A20-A351-B44992FABFB3}" dt="2026-09-23T20:24:05.211" v="7" actId="34807"/>
          <ac:spMkLst>
            <pc:docMk/>
            <pc:sldMk cId="257061948" sldId="2947"/>
            <ac:spMk id="13041" creationId="{77B83118-6F96-39CF-2DD8-706C0D32AEAE}"/>
          </ac:spMkLst>
        </pc:spChg>
        <pc:spChg chg="add mod">
          <ac:chgData name="" userId="" providerId="" clId="Web-{983F4337-322D-4A20-A351-B44992FABFB3}" dt="2026-09-23T20:24:05.211" v="7" actId="34807"/>
          <ac:spMkLst>
            <pc:docMk/>
            <pc:sldMk cId="257061948" sldId="2947"/>
            <ac:spMk id="13081" creationId="{9777F1D4-861C-53C4-7082-7936FA1D7F75}"/>
          </ac:spMkLst>
        </pc:spChg>
        <pc:picChg chg="add mod">
          <ac:chgData name="" userId="" providerId="" clId="Web-{983F4337-322D-4A20-A351-B44992FABFB3}" dt="2026-09-23T20:24:08.133" v="8" actId="34807"/>
          <ac:picMkLst>
            <pc:docMk/>
            <pc:sldMk cId="257061948" sldId="2947"/>
            <ac:picMk id="20014" creationId="{73C07E53-DA49-B166-9FE1-7007E12EF509}"/>
          </ac:picMkLst>
        </pc:picChg>
      </pc:sldChg>
      <pc:sldChg chg="addSp modSp add mod setBg modNotesTx">
        <pc:chgData name="" userId="" providerId="" clId="Web-{983F4337-322D-4A20-A351-B44992FABFB3}" dt="2026-09-23T20:24:09.524" v="9" actId="34807"/>
        <pc:sldMkLst>
          <pc:docMk/>
          <pc:sldMk cId="260768704" sldId="3161"/>
        </pc:sldMkLst>
        <pc:spChg chg="add mod">
          <ac:chgData name="" userId="" providerId="" clId="Web-{983F4337-322D-4A20-A351-B44992FABFB3}" dt="2026-09-23T20:24:05.211" v="7" actId="34807"/>
          <ac:spMkLst>
            <pc:docMk/>
            <pc:sldMk cId="260768704" sldId="3161"/>
            <ac:spMk id="13296" creationId="{64D14AB8-5714-E418-BD23-51D30E8A38D6}"/>
          </ac:spMkLst>
        </pc:spChg>
        <pc:spChg chg="add mod">
          <ac:chgData name="" userId="" providerId="" clId="Web-{983F4337-322D-4A20-A351-B44992FABFB3}" dt="2026-09-23T20:24:05.211" v="7" actId="34807"/>
          <ac:spMkLst>
            <pc:docMk/>
            <pc:sldMk cId="260768704" sldId="3161"/>
            <ac:spMk id="13342" creationId="{314A6833-A226-D85D-D74A-139DD9C523DE}"/>
          </ac:spMkLst>
        </pc:spChg>
        <pc:spChg chg="add mod">
          <ac:chgData name="" userId="" providerId="" clId="Web-{983F4337-322D-4A20-A351-B44992FABFB3}" dt="2026-09-23T20:24:05.211" v="7" actId="34807"/>
          <ac:spMkLst>
            <pc:docMk/>
            <pc:sldMk cId="260768704" sldId="3161"/>
            <ac:spMk id="13389" creationId="{CEB0B8F7-DA02-A136-5AD7-DD723917459C}"/>
          </ac:spMkLst>
        </pc:spChg>
        <pc:spChg chg="add mod">
          <ac:chgData name="" userId="" providerId="" clId="Web-{983F4337-322D-4A20-A351-B44992FABFB3}" dt="2026-09-23T20:24:05.211" v="7" actId="34807"/>
          <ac:spMkLst>
            <pc:docMk/>
            <pc:sldMk cId="260768704" sldId="3161"/>
            <ac:spMk id="13437" creationId="{42AE2217-891D-8FC0-F14D-5DFD3A09CBD5}"/>
          </ac:spMkLst>
        </pc:spChg>
        <pc:spChg chg="add mod">
          <ac:chgData name="" userId="" providerId="" clId="Web-{983F4337-322D-4A20-A351-B44992FABFB3}" dt="2026-09-23T20:24:05.211" v="7" actId="34807"/>
          <ac:spMkLst>
            <pc:docMk/>
            <pc:sldMk cId="260768704" sldId="3161"/>
            <ac:spMk id="13486" creationId="{A63B1679-6BB9-B6A2-209E-8E7640BF5628}"/>
          </ac:spMkLst>
        </pc:spChg>
        <pc:spChg chg="add mod">
          <ac:chgData name="" userId="" providerId="" clId="Web-{983F4337-322D-4A20-A351-B44992FABFB3}" dt="2026-09-23T20:24:05.211" v="7" actId="34807"/>
          <ac:spMkLst>
            <pc:docMk/>
            <pc:sldMk cId="260768704" sldId="3161"/>
            <ac:spMk id="13536" creationId="{352E99DF-A521-AC7C-D418-87CA3A80A236}"/>
          </ac:spMkLst>
        </pc:spChg>
        <pc:spChg chg="add mod">
          <ac:chgData name="" userId="" providerId="" clId="Web-{983F4337-322D-4A20-A351-B44992FABFB3}" dt="2026-09-23T20:24:05.211" v="7" actId="34807"/>
          <ac:spMkLst>
            <pc:docMk/>
            <pc:sldMk cId="260768704" sldId="3161"/>
            <ac:spMk id="13692" creationId="{FCB5E3EA-BE3E-C746-6BAB-1B44DD0611A0}"/>
          </ac:spMkLst>
        </pc:spChg>
        <pc:spChg chg="add mod">
          <ac:chgData name="" userId="" providerId="" clId="Web-{983F4337-322D-4A20-A351-B44992FABFB3}" dt="2026-09-23T20:24:05.211" v="7" actId="34807"/>
          <ac:spMkLst>
            <pc:docMk/>
            <pc:sldMk cId="260768704" sldId="3161"/>
            <ac:spMk id="13746" creationId="{ED0AD061-8DD0-D582-477F-E32CBF4C54C3}"/>
          </ac:spMkLst>
        </pc:spChg>
        <pc:spChg chg="add mod">
          <ac:chgData name="" userId="" providerId="" clId="Web-{983F4337-322D-4A20-A351-B44992FABFB3}" dt="2026-09-23T20:24:05.211" v="7" actId="34807"/>
          <ac:spMkLst>
            <pc:docMk/>
            <pc:sldMk cId="260768704" sldId="3161"/>
            <ac:spMk id="13801" creationId="{A94B610A-EF11-96A7-E17C-9244E71F93E3}"/>
          </ac:spMkLst>
        </pc:spChg>
        <pc:spChg chg="add mod">
          <ac:chgData name="" userId="" providerId="" clId="Web-{983F4337-322D-4A20-A351-B44992FABFB3}" dt="2026-09-23T20:24:05.211" v="7" actId="34807"/>
          <ac:spMkLst>
            <pc:docMk/>
            <pc:sldMk cId="260768704" sldId="3161"/>
            <ac:spMk id="13857" creationId="{407719C9-32F0-0013-8698-FA404EF7E875}"/>
          </ac:spMkLst>
        </pc:spChg>
        <pc:picChg chg="add mod">
          <ac:chgData name="" userId="" providerId="" clId="Web-{983F4337-322D-4A20-A351-B44992FABFB3}" dt="2026-09-23T20:24:08.133" v="8" actId="34807"/>
          <ac:picMkLst>
            <pc:docMk/>
            <pc:sldMk cId="260768704" sldId="3161"/>
            <ac:picMk id="20015" creationId="{9ED70DAA-EBF4-5997-6A30-E0BBC8019521}"/>
          </ac:picMkLst>
        </pc:picChg>
      </pc:sldChg>
      <pc:sldChg chg="addSp modSp add mod setBg modNotesTx">
        <pc:chgData name="" userId="" providerId="" clId="Web-{983F4337-322D-4A20-A351-B44992FABFB3}" dt="2026-09-23T20:24:09.524" v="9" actId="34807"/>
        <pc:sldMkLst>
          <pc:docMk/>
          <pc:sldMk cId="3541057797" sldId="3376"/>
        </pc:sldMkLst>
        <pc:spChg chg="add mod">
          <ac:chgData name="" userId="" providerId="" clId="Web-{983F4337-322D-4A20-A351-B44992FABFB3}" dt="2026-09-23T20:24:05.211" v="7" actId="34807"/>
          <ac:spMkLst>
            <pc:docMk/>
            <pc:sldMk cId="3541057797" sldId="3376"/>
            <ac:spMk id="13914" creationId="{07EF087F-9979-C065-EA94-B9F7B0D95F94}"/>
          </ac:spMkLst>
        </pc:spChg>
        <pc:spChg chg="add mod">
          <ac:chgData name="" userId="" providerId="" clId="Web-{983F4337-322D-4A20-A351-B44992FABFB3}" dt="2026-09-23T20:24:05.211" v="7" actId="34807"/>
          <ac:spMkLst>
            <pc:docMk/>
            <pc:sldMk cId="3541057797" sldId="3376"/>
            <ac:spMk id="13972" creationId="{FBDF3BBD-4256-A486-8B12-D5AC04C0EA6E}"/>
          </ac:spMkLst>
        </pc:spChg>
        <pc:spChg chg="add mod">
          <ac:chgData name="" userId="" providerId="" clId="Web-{983F4337-322D-4A20-A351-B44992FABFB3}" dt="2026-09-23T20:24:05.211" v="7" actId="34807"/>
          <ac:spMkLst>
            <pc:docMk/>
            <pc:sldMk cId="3541057797" sldId="3376"/>
            <ac:spMk id="14091" creationId="{C54B5FE7-3D6D-3880-4A40-3F79C159D0B9}"/>
          </ac:spMkLst>
        </pc:spChg>
        <pc:spChg chg="add mod">
          <ac:chgData name="" userId="" providerId="" clId="Web-{983F4337-322D-4A20-A351-B44992FABFB3}" dt="2026-09-23T20:24:05.211" v="7" actId="34807"/>
          <ac:spMkLst>
            <pc:docMk/>
            <pc:sldMk cId="3541057797" sldId="3376"/>
            <ac:spMk id="14152" creationId="{2D457F90-B616-6E15-4A20-0F389B76B942}"/>
          </ac:spMkLst>
        </pc:spChg>
        <pc:spChg chg="add mod">
          <ac:chgData name="" userId="" providerId="" clId="Web-{983F4337-322D-4A20-A351-B44992FABFB3}" dt="2026-09-23T20:24:05.211" v="7" actId="34807"/>
          <ac:spMkLst>
            <pc:docMk/>
            <pc:sldMk cId="3541057797" sldId="3376"/>
            <ac:spMk id="14214" creationId="{62C959C3-9557-9D27-1FB9-E3D72D3512FA}"/>
          </ac:spMkLst>
        </pc:spChg>
        <pc:spChg chg="add mod">
          <ac:chgData name="" userId="" providerId="" clId="Web-{983F4337-322D-4A20-A351-B44992FABFB3}" dt="2026-09-23T20:24:05.211" v="7" actId="34807"/>
          <ac:spMkLst>
            <pc:docMk/>
            <pc:sldMk cId="3541057797" sldId="3376"/>
            <ac:spMk id="14341" creationId="{2B953F64-4E46-79FA-1396-1C7070BB5168}"/>
          </ac:spMkLst>
        </pc:spChg>
        <pc:spChg chg="add mod">
          <ac:chgData name="" userId="" providerId="" clId="Web-{983F4337-322D-4A20-A351-B44992FABFB3}" dt="2026-09-23T20:24:05.211" v="7" actId="34807"/>
          <ac:spMkLst>
            <pc:docMk/>
            <pc:sldMk cId="3541057797" sldId="3376"/>
            <ac:spMk id="14406" creationId="{709A9549-B7D8-4741-26D4-5FD7F558165D}"/>
          </ac:spMkLst>
        </pc:spChg>
        <pc:spChg chg="add mod">
          <ac:chgData name="" userId="" providerId="" clId="Web-{983F4337-322D-4A20-A351-B44992FABFB3}" dt="2026-09-23T20:24:05.211" v="7" actId="34807"/>
          <ac:spMkLst>
            <pc:docMk/>
            <pc:sldMk cId="3541057797" sldId="3376"/>
            <ac:spMk id="14472" creationId="{B30E04EE-86F6-31CB-D4CC-BD9F2F64FCF8}"/>
          </ac:spMkLst>
        </pc:spChg>
        <pc:spChg chg="add mod">
          <ac:chgData name="" userId="" providerId="" clId="Web-{983F4337-322D-4A20-A351-B44992FABFB3}" dt="2026-09-23T20:24:05.211" v="7" actId="34807"/>
          <ac:spMkLst>
            <pc:docMk/>
            <pc:sldMk cId="3541057797" sldId="3376"/>
            <ac:spMk id="14539" creationId="{E46FD8DA-F40B-DFC9-5680-CB44D79A8249}"/>
          </ac:spMkLst>
        </pc:spChg>
        <pc:spChg chg="add mod">
          <ac:chgData name="" userId="" providerId="" clId="Web-{983F4337-322D-4A20-A351-B44992FABFB3}" dt="2026-09-23T20:24:05.211" v="7" actId="34807"/>
          <ac:spMkLst>
            <pc:docMk/>
            <pc:sldMk cId="3541057797" sldId="3376"/>
            <ac:spMk id="14676" creationId="{A6A17555-8CBC-A787-B5FD-E8D53E49A023}"/>
          </ac:spMkLst>
        </pc:spChg>
        <pc:picChg chg="add mod">
          <ac:chgData name="" userId="" providerId="" clId="Web-{983F4337-322D-4A20-A351-B44992FABFB3}" dt="2026-09-23T20:24:08.133" v="8" actId="34807"/>
          <ac:picMkLst>
            <pc:docMk/>
            <pc:sldMk cId="3541057797" sldId="3376"/>
            <ac:picMk id="20016" creationId="{C3C1C542-6C65-EBE7-8A4A-9C0B6C28EB3C}"/>
          </ac:picMkLst>
        </pc:picChg>
      </pc:sldChg>
      <pc:sldChg chg="addSp modSp add mod setBg modNotesTx">
        <pc:chgData name="" userId="" providerId="" clId="Web-{983F4337-322D-4A20-A351-B44992FABFB3}" dt="2026-09-23T20:24:09.524" v="9" actId="34807"/>
        <pc:sldMkLst>
          <pc:docMk/>
          <pc:sldMk cId="4287981554" sldId="3592"/>
        </pc:sldMkLst>
        <pc:spChg chg="add mod">
          <ac:chgData name="" userId="" providerId="" clId="Web-{983F4337-322D-4A20-A351-B44992FABFB3}" dt="2026-09-23T20:24:05.211" v="7" actId="34807"/>
          <ac:spMkLst>
            <pc:docMk/>
            <pc:sldMk cId="4287981554" sldId="3592"/>
            <ac:spMk id="14817" creationId="{04AFE884-47B9-C387-1A43-EE3AE2EA6970}"/>
          </ac:spMkLst>
        </pc:spChg>
        <pc:spChg chg="add mod">
          <ac:chgData name="" userId="" providerId="" clId="Web-{983F4337-322D-4A20-A351-B44992FABFB3}" dt="2026-09-23T20:24:05.211" v="7" actId="34807"/>
          <ac:spMkLst>
            <pc:docMk/>
            <pc:sldMk cId="4287981554" sldId="3592"/>
            <ac:spMk id="14889" creationId="{EC940C68-9456-D881-39ED-88BD382B16B6}"/>
          </ac:spMkLst>
        </pc:spChg>
        <pc:spChg chg="add mod">
          <ac:chgData name="" userId="" providerId="" clId="Web-{983F4337-322D-4A20-A351-B44992FABFB3}" dt="2026-09-23T20:24:05.211" v="7" actId="34807"/>
          <ac:spMkLst>
            <pc:docMk/>
            <pc:sldMk cId="4287981554" sldId="3592"/>
            <ac:spMk id="14962" creationId="{52D43ABA-EB2E-857A-A037-0C0E6C94A186}"/>
          </ac:spMkLst>
        </pc:spChg>
        <pc:spChg chg="add mod">
          <ac:chgData name="" userId="" providerId="" clId="Web-{983F4337-322D-4A20-A351-B44992FABFB3}" dt="2026-09-23T20:24:05.211" v="7" actId="34807"/>
          <ac:spMkLst>
            <pc:docMk/>
            <pc:sldMk cId="4287981554" sldId="3592"/>
            <ac:spMk id="15036" creationId="{348FC7BA-2D9B-FFD8-BBB9-8ACEF2C25BBB}"/>
          </ac:spMkLst>
        </pc:spChg>
        <pc:spChg chg="add mod">
          <ac:chgData name="" userId="" providerId="" clId="Web-{983F4337-322D-4A20-A351-B44992FABFB3}" dt="2026-09-23T20:24:05.211" v="7" actId="34807"/>
          <ac:spMkLst>
            <pc:docMk/>
            <pc:sldMk cId="4287981554" sldId="3592"/>
            <ac:spMk id="15111" creationId="{EEEC1282-4C67-F3EE-DB62-76D2A4A5E4B9}"/>
          </ac:spMkLst>
        </pc:spChg>
        <pc:spChg chg="add mod">
          <ac:chgData name="" userId="" providerId="" clId="Web-{983F4337-322D-4A20-A351-B44992FABFB3}" dt="2026-09-23T20:24:05.211" v="7" actId="34807"/>
          <ac:spMkLst>
            <pc:docMk/>
            <pc:sldMk cId="4287981554" sldId="3592"/>
            <ac:spMk id="15187" creationId="{EC4EE747-6F95-FEE7-8DDC-B9105AA3EBF4}"/>
          </ac:spMkLst>
        </pc:spChg>
        <pc:spChg chg="add mod">
          <ac:chgData name="" userId="" providerId="" clId="Web-{983F4337-322D-4A20-A351-B44992FABFB3}" dt="2026-09-23T20:24:05.211" v="7" actId="34807"/>
          <ac:spMkLst>
            <pc:docMk/>
            <pc:sldMk cId="4287981554" sldId="3592"/>
            <ac:spMk id="15264" creationId="{A858B861-4046-4C04-BDC5-0B94765C32CE}"/>
          </ac:spMkLst>
        </pc:spChg>
        <pc:spChg chg="add mod">
          <ac:chgData name="" userId="" providerId="" clId="Web-{983F4337-322D-4A20-A351-B44992FABFB3}" dt="2026-09-23T20:24:05.211" v="7" actId="34807"/>
          <ac:spMkLst>
            <pc:docMk/>
            <pc:sldMk cId="4287981554" sldId="3592"/>
            <ac:spMk id="15342" creationId="{BB350253-FFE4-49F1-1BCB-F7EA01084F02}"/>
          </ac:spMkLst>
        </pc:spChg>
        <pc:spChg chg="add mod">
          <ac:chgData name="" userId="" providerId="" clId="Web-{983F4337-322D-4A20-A351-B44992FABFB3}" dt="2026-09-23T20:24:05.211" v="7" actId="34807"/>
          <ac:spMkLst>
            <pc:docMk/>
            <pc:sldMk cId="4287981554" sldId="3592"/>
            <ac:spMk id="15421" creationId="{4A1E7AF2-2E17-0AB2-EFA3-E74CFDB10962}"/>
          </ac:spMkLst>
        </pc:spChg>
        <pc:picChg chg="add mod">
          <ac:chgData name="" userId="" providerId="" clId="Web-{983F4337-322D-4A20-A351-B44992FABFB3}" dt="2026-09-23T20:24:08.133" v="8" actId="34807"/>
          <ac:picMkLst>
            <pc:docMk/>
            <pc:sldMk cId="4287981554" sldId="3592"/>
            <ac:picMk id="20017" creationId="{CCB84CFE-F210-B843-43C5-FB0CDE582AB8}"/>
          </ac:picMkLst>
        </pc:picChg>
      </pc:sldChg>
      <pc:sldChg chg="addSp modSp add mod setBg modNotesTx">
        <pc:chgData name="" userId="" providerId="" clId="Web-{983F4337-322D-4A20-A351-B44992FABFB3}" dt="2026-09-23T20:24:09.524" v="9" actId="34807"/>
        <pc:sldMkLst>
          <pc:docMk/>
          <pc:sldMk cId="1998776793" sldId="3809"/>
        </pc:sldMkLst>
        <pc:spChg chg="add mod">
          <ac:chgData name="" userId="" providerId="" clId="Web-{983F4337-322D-4A20-A351-B44992FABFB3}" dt="2026-09-23T20:24:05.211" v="7" actId="34807"/>
          <ac:spMkLst>
            <pc:docMk/>
            <pc:sldMk cId="1998776793" sldId="3809"/>
            <ac:spMk id="15501" creationId="{3179C55D-1445-E107-AB8B-DA4BDB3D8EC9}"/>
          </ac:spMkLst>
        </pc:spChg>
        <pc:spChg chg="add mod">
          <ac:chgData name="" userId="" providerId="" clId="Web-{983F4337-322D-4A20-A351-B44992FABFB3}" dt="2026-09-23T20:24:05.211" v="7" actId="34807"/>
          <ac:spMkLst>
            <pc:docMk/>
            <pc:sldMk cId="1998776793" sldId="3809"/>
            <ac:spMk id="15664" creationId="{A95E3D1D-65CB-62C8-0BEB-3A34B4045B28}"/>
          </ac:spMkLst>
        </pc:spChg>
        <pc:spChg chg="add mod">
          <ac:chgData name="" userId="" providerId="" clId="Web-{983F4337-322D-4A20-A351-B44992FABFB3}" dt="2026-09-23T20:24:05.211" v="7" actId="34807"/>
          <ac:spMkLst>
            <pc:docMk/>
            <pc:sldMk cId="1998776793" sldId="3809"/>
            <ac:spMk id="15831" creationId="{B0F05E2A-9B03-5BCE-6BAF-6AF041B6A7CD}"/>
          </ac:spMkLst>
        </pc:spChg>
        <pc:spChg chg="add mod">
          <ac:chgData name="" userId="" providerId="" clId="Web-{983F4337-322D-4A20-A351-B44992FABFB3}" dt="2026-09-23T20:24:05.211" v="7" actId="34807"/>
          <ac:spMkLst>
            <pc:docMk/>
            <pc:sldMk cId="1998776793" sldId="3809"/>
            <ac:spMk id="15916" creationId="{29EA23D1-3E12-A8CC-97B4-42CDCB996CE0}"/>
          </ac:spMkLst>
        </pc:spChg>
        <pc:spChg chg="add mod">
          <ac:chgData name="" userId="" providerId="" clId="Web-{983F4337-322D-4A20-A351-B44992FABFB3}" dt="2026-09-23T20:24:05.211" v="7" actId="34807"/>
          <ac:spMkLst>
            <pc:docMk/>
            <pc:sldMk cId="1998776793" sldId="3809"/>
            <ac:spMk id="16089" creationId="{8F680C08-F40A-DFBE-971A-28C480CABC5A}"/>
          </ac:spMkLst>
        </pc:spChg>
        <pc:spChg chg="add mod">
          <ac:chgData name="" userId="" providerId="" clId="Web-{983F4337-322D-4A20-A351-B44992FABFB3}" dt="2026-09-23T20:24:05.211" v="7" actId="34807"/>
          <ac:spMkLst>
            <pc:docMk/>
            <pc:sldMk cId="1998776793" sldId="3809"/>
            <ac:spMk id="16177" creationId="{697571D5-1D25-8B81-942D-0CB222450357}"/>
          </ac:spMkLst>
        </pc:spChg>
        <pc:spChg chg="add mod">
          <ac:chgData name="" userId="" providerId="" clId="Web-{983F4337-322D-4A20-A351-B44992FABFB3}" dt="2026-09-23T20:24:05.211" v="7" actId="34807"/>
          <ac:spMkLst>
            <pc:docMk/>
            <pc:sldMk cId="1998776793" sldId="3809"/>
            <ac:spMk id="16266" creationId="{247A5067-ED61-F79D-5EAB-3261DC074969}"/>
          </ac:spMkLst>
        </pc:spChg>
        <pc:spChg chg="add mod">
          <ac:chgData name="" userId="" providerId="" clId="Web-{983F4337-322D-4A20-A351-B44992FABFB3}" dt="2026-09-23T20:24:05.211" v="7" actId="34807"/>
          <ac:spMkLst>
            <pc:docMk/>
            <pc:sldMk cId="1998776793" sldId="3809"/>
            <ac:spMk id="16447" creationId="{BDB4D1C1-14B9-AEEC-D0E7-D6011D75E232}"/>
          </ac:spMkLst>
        </pc:spChg>
        <pc:spChg chg="add mod">
          <ac:chgData name="" userId="" providerId="" clId="Web-{983F4337-322D-4A20-A351-B44992FABFB3}" dt="2026-09-23T20:24:05.211" v="7" actId="34807"/>
          <ac:spMkLst>
            <pc:docMk/>
            <pc:sldMk cId="1998776793" sldId="3809"/>
            <ac:spMk id="16539" creationId="{28A25FAD-E40F-9DB8-D130-81A525515344}"/>
          </ac:spMkLst>
        </pc:spChg>
        <pc:spChg chg="add mod">
          <ac:chgData name="" userId="" providerId="" clId="Web-{983F4337-322D-4A20-A351-B44992FABFB3}" dt="2026-09-23T20:24:05.211" v="7" actId="34807"/>
          <ac:spMkLst>
            <pc:docMk/>
            <pc:sldMk cId="1998776793" sldId="3809"/>
            <ac:spMk id="16632" creationId="{92BCB47D-9C13-031A-50D1-38F23D99FAFC}"/>
          </ac:spMkLst>
        </pc:spChg>
        <pc:picChg chg="add mod">
          <ac:chgData name="" userId="" providerId="" clId="Web-{983F4337-322D-4A20-A351-B44992FABFB3}" dt="2026-09-23T20:24:08.133" v="8" actId="34807"/>
          <ac:picMkLst>
            <pc:docMk/>
            <pc:sldMk cId="1998776793" sldId="3809"/>
            <ac:picMk id="20018" creationId="{483F7F75-0366-9E5D-E97D-EAD4CC57025C}"/>
          </ac:picMkLst>
        </pc:picChg>
      </pc:sldChg>
      <pc:sldChg chg="addSp modSp add mod setBg modNotesTx">
        <pc:chgData name="" userId="" providerId="" clId="Web-{983F4337-322D-4A20-A351-B44992FABFB3}" dt="2026-09-23T20:24:09.524" v="9" actId="34807"/>
        <pc:sldMkLst>
          <pc:docMk/>
          <pc:sldMk cId="1576229107" sldId="4027"/>
        </pc:sldMkLst>
        <pc:spChg chg="add mod">
          <ac:chgData name="" userId="" providerId="" clId="Web-{983F4337-322D-4A20-A351-B44992FABFB3}" dt="2026-09-23T20:24:05.211" v="7" actId="34807"/>
          <ac:spMkLst>
            <pc:docMk/>
            <pc:sldMk cId="1576229107" sldId="4027"/>
            <ac:spMk id="17311" creationId="{9EDC5D9F-C810-CA7F-7958-AB5F9789143F}"/>
          </ac:spMkLst>
        </pc:spChg>
        <pc:spChg chg="add mod">
          <ac:chgData name="" userId="" providerId="" clId="Web-{983F4337-322D-4A20-A351-B44992FABFB3}" dt="2026-09-23T20:24:05.211" v="7" actId="34807"/>
          <ac:spMkLst>
            <pc:docMk/>
            <pc:sldMk cId="1576229107" sldId="4027"/>
            <ac:spMk id="17412" creationId="{ACEF0EFB-650C-50D8-15FD-A3209CEBCD52}"/>
          </ac:spMkLst>
        </pc:spChg>
        <pc:spChg chg="add mod">
          <ac:chgData name="" userId="" providerId="" clId="Web-{983F4337-322D-4A20-A351-B44992FABFB3}" dt="2026-09-23T20:24:05.211" v="7" actId="34807"/>
          <ac:spMkLst>
            <pc:docMk/>
            <pc:sldMk cId="1576229107" sldId="4027"/>
            <ac:spMk id="17514" creationId="{65B9EC8B-7865-9B1A-FDA0-D0A4D17ACA4E}"/>
          </ac:spMkLst>
        </pc:spChg>
        <pc:spChg chg="add mod">
          <ac:chgData name="" userId="" providerId="" clId="Web-{983F4337-322D-4A20-A351-B44992FABFB3}" dt="2026-09-23T20:24:05.211" v="7" actId="34807"/>
          <ac:spMkLst>
            <pc:docMk/>
            <pc:sldMk cId="1576229107" sldId="4027"/>
            <ac:spMk id="17617" creationId="{0A0B0667-8254-F964-2284-2CDC257C7E8D}"/>
          </ac:spMkLst>
        </pc:spChg>
        <pc:spChg chg="add mod">
          <ac:chgData name="" userId="" providerId="" clId="Web-{983F4337-322D-4A20-A351-B44992FABFB3}" dt="2026-09-23T20:24:05.211" v="7" actId="34807"/>
          <ac:spMkLst>
            <pc:docMk/>
            <pc:sldMk cId="1576229107" sldId="4027"/>
            <ac:spMk id="17721" creationId="{12A52B56-7DA5-4E73-6C6E-DB3403651F96}"/>
          </ac:spMkLst>
        </pc:spChg>
        <pc:spChg chg="add mod">
          <ac:chgData name="" userId="" providerId="" clId="Web-{983F4337-322D-4A20-A351-B44992FABFB3}" dt="2026-09-23T20:24:05.211" v="7" actId="34807"/>
          <ac:spMkLst>
            <pc:docMk/>
            <pc:sldMk cId="1576229107" sldId="4027"/>
            <ac:spMk id="17826" creationId="{B9AE61D0-E00C-3B18-F3D6-A1C95E8D2C9A}"/>
          </ac:spMkLst>
        </pc:spChg>
        <pc:spChg chg="add mod">
          <ac:chgData name="" userId="" providerId="" clId="Web-{983F4337-322D-4A20-A351-B44992FABFB3}" dt="2026-09-23T20:24:05.211" v="7" actId="34807"/>
          <ac:spMkLst>
            <pc:docMk/>
            <pc:sldMk cId="1576229107" sldId="4027"/>
            <ac:spMk id="17932" creationId="{43B82182-8FBB-3FF7-08E1-7A5398EA2161}"/>
          </ac:spMkLst>
        </pc:spChg>
        <pc:spChg chg="add mod">
          <ac:chgData name="" userId="" providerId="" clId="Web-{983F4337-322D-4A20-A351-B44992FABFB3}" dt="2026-09-23T20:24:05.211" v="7" actId="34807"/>
          <ac:spMkLst>
            <pc:docMk/>
            <pc:sldMk cId="1576229107" sldId="4027"/>
            <ac:spMk id="18039" creationId="{336506F5-DCFA-50F3-9B97-0E769D8AC4E8}"/>
          </ac:spMkLst>
        </pc:spChg>
        <pc:spChg chg="add mod">
          <ac:chgData name="" userId="" providerId="" clId="Web-{983F4337-322D-4A20-A351-B44992FABFB3}" dt="2026-09-23T20:24:05.211" v="7" actId="34807"/>
          <ac:spMkLst>
            <pc:docMk/>
            <pc:sldMk cId="1576229107" sldId="4027"/>
            <ac:spMk id="18147" creationId="{0DD2E1E8-74AB-1584-A215-7871E495EA82}"/>
          </ac:spMkLst>
        </pc:spChg>
        <pc:spChg chg="add mod">
          <ac:chgData name="" userId="" providerId="" clId="Web-{983F4337-322D-4A20-A351-B44992FABFB3}" dt="2026-09-23T20:24:05.211" v="7" actId="34807"/>
          <ac:spMkLst>
            <pc:docMk/>
            <pc:sldMk cId="1576229107" sldId="4027"/>
            <ac:spMk id="18256" creationId="{59C9C0EA-BC25-4C69-4F9B-C71D48766846}"/>
          </ac:spMkLst>
        </pc:spChg>
        <pc:picChg chg="add mod">
          <ac:chgData name="" userId="" providerId="" clId="Web-{983F4337-322D-4A20-A351-B44992FABFB3}" dt="2026-09-23T20:24:08.133" v="8" actId="34807"/>
          <ac:picMkLst>
            <pc:docMk/>
            <pc:sldMk cId="1576229107" sldId="4027"/>
            <ac:picMk id="20019" creationId="{416CCB03-3034-ED7F-159F-FD6635AF7C54}"/>
          </ac:picMkLst>
        </pc:picChg>
      </pc:sldChg>
      <pc:sldChg chg="addSp modSp add mod setBg modNotesTx">
        <pc:chgData name="" userId="" providerId="" clId="Web-{983F4337-322D-4A20-A351-B44992FABFB3}" dt="2026-09-23T20:24:11.102" v="10" actId="34807"/>
        <pc:sldMkLst>
          <pc:docMk/>
          <pc:sldMk cId="3197743944" sldId="4246"/>
        </pc:sldMkLst>
        <pc:spChg chg="add mod">
          <ac:chgData name="" userId="" providerId="" clId="Web-{983F4337-322D-4A20-A351-B44992FABFB3}" dt="2026-09-23T20:24:05.211" v="7" actId="34807"/>
          <ac:spMkLst>
            <pc:docMk/>
            <pc:sldMk cId="3197743944" sldId="4246"/>
            <ac:spMk id="18477" creationId="{0270E6AB-3C45-98A4-6B0C-1F84C4ED71D6}"/>
          </ac:spMkLst>
        </pc:spChg>
        <pc:spChg chg="add mod">
          <ac:chgData name="" userId="" providerId="" clId="Web-{983F4337-322D-4A20-A351-B44992FABFB3}" dt="2026-09-23T20:24:05.211" v="7" actId="34807"/>
          <ac:spMkLst>
            <pc:docMk/>
            <pc:sldMk cId="3197743944" sldId="4246"/>
            <ac:spMk id="18816" creationId="{3BD7B74F-AB4E-BC1E-8827-D2AD9C105458}"/>
          </ac:spMkLst>
        </pc:spChg>
        <pc:spChg chg="add mod">
          <ac:chgData name="" userId="" providerId="" clId="Web-{983F4337-322D-4A20-A351-B44992FABFB3}" dt="2026-09-23T20:24:05.211" v="7" actId="34807"/>
          <ac:spMkLst>
            <pc:docMk/>
            <pc:sldMk cId="3197743944" sldId="4246"/>
            <ac:spMk id="18931" creationId="{9929A2EC-502A-D2E5-3296-A870890F3D64}"/>
          </ac:spMkLst>
        </pc:spChg>
        <pc:spChg chg="add mod">
          <ac:chgData name="" userId="" providerId="" clId="Web-{983F4337-322D-4A20-A351-B44992FABFB3}" dt="2026-09-23T20:24:11.102" v="10" actId="34807"/>
          <ac:spMkLst>
            <pc:docMk/>
            <pc:sldMk cId="3197743944" sldId="4246"/>
            <ac:spMk id="19047" creationId="{1E5E4EAD-5477-BBBF-B756-3E10B770A0A3}"/>
          </ac:spMkLst>
        </pc:spChg>
        <pc:spChg chg="mod">
          <ac:chgData name="" userId="" providerId="" clId="Web-{983F4337-322D-4A20-A351-B44992FABFB3}" dt="2026-09-23T20:24:11.102" v="10" actId="34807"/>
          <ac:spMkLst>
            <pc:docMk/>
            <pc:sldMk cId="3197743944" sldId="4246"/>
            <ac:spMk id="19164" creationId="{EA4CE47F-CA4F-CB4E-3A11-87D3F384F9C7}"/>
          </ac:spMkLst>
        </pc:spChg>
        <pc:spChg chg="add mod">
          <ac:chgData name="" userId="" providerId="" clId="Web-{983F4337-322D-4A20-A351-B44992FABFB3}" dt="2026-09-23T20:24:11.102" v="10" actId="34807"/>
          <ac:spMkLst>
            <pc:docMk/>
            <pc:sldMk cId="3197743944" sldId="4246"/>
            <ac:spMk id="19282" creationId="{FD666251-1125-31C9-32AB-DA89C1532865}"/>
          </ac:spMkLst>
        </pc:spChg>
        <pc:spChg chg="add mod">
          <ac:chgData name="" userId="" providerId="" clId="Web-{983F4337-322D-4A20-A351-B44992FABFB3}" dt="2026-09-23T20:24:11.102" v="10" actId="34807"/>
          <ac:spMkLst>
            <pc:docMk/>
            <pc:sldMk cId="3197743944" sldId="4246"/>
            <ac:spMk id="19401" creationId="{8E8D1EF4-780F-BD85-F111-489CEA29BF96}"/>
          </ac:spMkLst>
        </pc:spChg>
        <pc:spChg chg="add mod">
          <ac:chgData name="" userId="" providerId="" clId="Web-{983F4337-322D-4A20-A351-B44992FABFB3}" dt="2026-09-23T20:24:11.102" v="10" actId="34807"/>
          <ac:spMkLst>
            <pc:docMk/>
            <pc:sldMk cId="3197743944" sldId="4246"/>
            <ac:spMk id="19521" creationId="{6BC19063-87CE-56B6-012E-86C6322F7844}"/>
          </ac:spMkLst>
        </pc:spChg>
        <pc:spChg chg="add mod">
          <ac:chgData name="" userId="" providerId="" clId="Web-{983F4337-322D-4A20-A351-B44992FABFB3}" dt="2026-09-23T20:24:11.102" v="10" actId="34807"/>
          <ac:spMkLst>
            <pc:docMk/>
            <pc:sldMk cId="3197743944" sldId="4246"/>
            <ac:spMk id="19642" creationId="{834D34F0-292C-4C37-968F-8D59AAC064A0}"/>
          </ac:spMkLst>
        </pc:spChg>
        <pc:spChg chg="add mod">
          <ac:chgData name="" userId="" providerId="" clId="Web-{983F4337-322D-4A20-A351-B44992FABFB3}" dt="2026-09-23T20:24:11.102" v="10" actId="34807"/>
          <ac:spMkLst>
            <pc:docMk/>
            <pc:sldMk cId="3197743944" sldId="4246"/>
            <ac:spMk id="19764" creationId="{31984140-653D-FE0B-EB10-164D444B7739}"/>
          </ac:spMkLst>
        </pc:spChg>
        <pc:spChg chg="add mod">
          <ac:chgData name="" userId="" providerId="" clId="Web-{983F4337-322D-4A20-A351-B44992FABFB3}" dt="2026-09-23T20:24:11.102" v="10" actId="34807"/>
          <ac:spMkLst>
            <pc:docMk/>
            <pc:sldMk cId="3197743944" sldId="4246"/>
            <ac:spMk id="19887" creationId="{609AF10D-7D7D-7CA9-511E-96B96200FA89}"/>
          </ac:spMkLst>
        </pc:spChg>
        <pc:picChg chg="add mod">
          <ac:chgData name="" userId="" providerId="" clId="Web-{983F4337-322D-4A20-A351-B44992FABFB3}" dt="2026-09-23T20:24:08.133" v="8" actId="34807"/>
          <ac:picMkLst>
            <pc:docMk/>
            <pc:sldMk cId="3197743944" sldId="4246"/>
            <ac:picMk id="20020" creationId="{65F8BAC9-9CF1-81DF-5A75-D84FB9CCD23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0F4861-62C9-471B-BF7C-A1B8013AFC1A}" type="datetimeFigureOut">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162039-5CAC-4455-B00F-7439810232EE}" type="slidenum">
              <a:t>‹#›</a:t>
            </a:fld>
            <a:endParaRPr lang="en-US"/>
          </a:p>
        </p:txBody>
      </p:sp>
    </p:spTree>
    <p:extLst>
      <p:ext uri="{BB962C8B-B14F-4D97-AF65-F5344CB8AC3E}">
        <p14:creationId xmlns:p14="http://schemas.microsoft.com/office/powerpoint/2010/main" val="127037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Course ID: SYN-SEC-2026. Version: 0.1 draft. Audience: Synozur staff and relevant contractors. Prepared September 23, 2026. This is proposed annual awareness courseware, not a certification, legal opinion, or statement that controls are implemented. Approve policy scope and wording before release. Editable text and shapes; no animations, macros, or essential external media. Brand-adapted draft uses the official logo from IT Policy and Synozur colors. Protected brand templates could not be accessed, so official masters were not applied; Arial is an import-compatible substitute for the preferred Avenir Next LT Pro. Do not describe this draft as using the official slide template.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52162039-5CAC-4455-B00F-7439810232EE}" type="slidenum">
              <a:t>1</a:t>
            </a:fld>
            <a:endParaRPr lang="en-US"/>
          </a:p>
        </p:txBody>
      </p:sp>
    </p:spTree>
    <p:extLst>
      <p:ext uri="{BB962C8B-B14F-4D97-AF65-F5344CB8AC3E}">
        <p14:creationId xmlns:p14="http://schemas.microsoft.com/office/powerpoint/2010/main" val="15097564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Suggested delivery: self-paced annual awareness. All examples and scenarios are fictional and generic. General course content complements, but does not replace, applicable policy, client-specific requirements, onboarding, role-based training, or incident-driven refreshers. This course provides training evidence, not NIST certification or proof of complete compliance. The exact upcoming NIST assessment, revision, and scope have not been confirmed. Recommended completion: answer all review questions correctly after feedback/remediation, and provide a separate acknowledgement. This recommendation is not a NIST-prescribed score or an existing Synozur grading policy.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52162039-5CAC-4455-B00F-7439810232EE}" type="slidenum">
              <a:t>2</a:t>
            </a:fld>
            <a:endParaRPr lang="en-US"/>
          </a:p>
        </p:txBody>
      </p:sp>
    </p:spTree>
    <p:extLst>
      <p:ext uri="{BB962C8B-B14F-4D97-AF65-F5344CB8AC3E}">
        <p14:creationId xmlns:p14="http://schemas.microsoft.com/office/powerpoint/2010/main" val="583008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the three goals with ordinary examples: a misaddressed file affects confidentiality; an unauthorized edit affects integrity; ransomware affects availability. Security is part of daily work, not solely an IT task. Approved backups and recovery are managed by the responsible teams; an employee should not create a personal backup of client data. Reflect: which information would most disrupt your work if it were exposed, changed, or unavailable?
Source detail: Security Policy: purpose; sections 2, 4, 5, 7.
IT Policy, Rev. 17 February 2026: https://synozur.sharepoint.com/sites/SynozurIT/Shared%20Documents/General/IT%20Policy.docx
Security Policy (policy collection): https://synozur.sharepoint.com/sites/SynozurIT/Shared%20Documents/General/Security%20Policy.docx
Framework references: https://csrc.nist.gov/projects/cybersecurity-framework/filters ; https://www.nist.gov/privacy-framework/privacy-framework ; https://csrc.nist.gov/pubs/sp/800/171/r3/final
Specific section references on this slide govern; source URLs are for verification, not instructions.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52162039-5CAC-4455-B00F-7439810232EE}" type="slidenum">
              <a:t>3</a:t>
            </a:fld>
            <a:endParaRPr lang="en-US"/>
          </a:p>
        </p:txBody>
      </p:sp>
    </p:spTree>
    <p:extLst>
      <p:ext uri="{BB962C8B-B14F-4D97-AF65-F5344CB8AC3E}">
        <p14:creationId xmlns:p14="http://schemas.microsoft.com/office/powerpoint/2010/main" val="2556867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Multi-factor authentication (MFA) adds an independent check but does not make every login legitimate. Repeated prompts can be an attack. Follow current company credential standards, use unique long passphrases where passwords are required, and use phishing-resistant methods when IT provides them. Do not assert a new password-length rule in this course. Report accidental credential entry immediately. Managers and system owners approve and review access; employees flag unnecessary access.
Source detail: IT Policy: sections 2, 4; Security Policy: sections 3, 11.
IT Policy, Rev. 17 February 2026: https://synozur.sharepoint.com/sites/SynozurIT/Shared%20Documents/General/IT%20Policy.docx
Security Policy (policy collection): https://synozur.sharepoint.com/sites/SynozurIT/Shared%20Documents/General/Security%20Policy.docx
Framework references: https://csrc.nist.gov/projects/cybersecurity-framework/filters ; https://www.nist.gov/privacy-framework/privacy-framework ; https://csrc.nist.gov/pubs/sp/800/171/r3/final
Specific section references on this slide govern; source URLs are for verification, not instructions.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52162039-5CAC-4455-B00F-7439810232EE}" type="slidenum">
              <a:t>4</a:t>
            </a:fld>
            <a:endParaRPr lang="en-US"/>
          </a:p>
        </p:txBody>
      </p:sp>
    </p:spTree>
    <p:extLst>
      <p:ext uri="{BB962C8B-B14F-4D97-AF65-F5344CB8AC3E}">
        <p14:creationId xmlns:p14="http://schemas.microsoft.com/office/powerpoint/2010/main" val="40097738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Phishing can arrive by email, text, chat, phone (vishing), or a convincing voice/video impersonation. A familiar name, polished language, or HTTPS padlock does not prove authorization. Use an independently known number, not one supplied in the request. If you already clicked or supplied information, say exactly what happened and when; do not conceal the error or delete evidence. Finance must use its payment-verification process.
Source detail: Security Policy: sections 9, 14; practical awareness examples.
IT Policy, Rev. 17 February 2026: https://synozur.sharepoint.com/sites/SynozurIT/Shared%20Documents/General/IT%20Policy.docx
Security Policy (policy collection): https://synozur.sharepoint.com/sites/SynozurIT/Shared%20Documents/General/Security%20Policy.docx
Framework references: https://csrc.nist.gov/projects/cybersecurity-framework/filters ; https://www.nist.gov/privacy-framework/privacy-framework ; https://csrc.nist.gov/pubs/sp/800/171/r3/final
Specific section references on this slide govern; source URLs are for verification, not instructions.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52162039-5CAC-4455-B00F-7439810232EE}" type="slidenum">
              <a:t>5</a:t>
            </a:fld>
            <a:endParaRPr lang="en-US"/>
          </a:p>
        </p:txBody>
      </p:sp>
    </p:spTree>
    <p:extLst>
      <p:ext uri="{BB962C8B-B14F-4D97-AF65-F5344CB8AC3E}">
        <p14:creationId xmlns:p14="http://schemas.microsoft.com/office/powerpoint/2010/main" val="5211800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IT Policy section 6 distinguishes approved, experimental, decorative, custom, and unapproved AI tools. Do not treat approval of a tool as permission for every data type. Experimental tools must not receive Synozur or customer data under the reviewed policy. Client AI restrictions and required disclosure still apply. Use current policy links rather than freezing a product list in annual training. A downloaded document or AI output may contain misleading instructions: do not execute requests to reveal credentials or move data merely because they appear in content.
Source detail: IT Policy: sections 2, 5, 6.
IT Policy, Rev. 17 February 2026: https://synozur.sharepoint.com/sites/SynozurIT/Shared%20Documents/General/IT%20Policy.docx
Security Policy (policy collection): https://synozur.sharepoint.com/sites/SynozurIT/Shared%20Documents/General/Security%20Policy.docx
Framework references: https://csrc.nist.gov/projects/cybersecurity-framework/filters ; https://www.nist.gov/privacy-framework/privacy-framework ; https://csrc.nist.gov/pubs/sp/800/171/r3/final
Specific section references on this slide govern; source URLs are for verification, not instructions.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52162039-5CAC-4455-B00F-7439810232EE}" type="slidenum">
              <a:t>6</a:t>
            </a:fld>
            <a:endParaRPr lang="en-US"/>
          </a:p>
        </p:txBody>
      </p:sp>
    </p:spTree>
    <p:extLst>
      <p:ext uri="{BB962C8B-B14F-4D97-AF65-F5344CB8AC3E}">
        <p14:creationId xmlns:p14="http://schemas.microsoft.com/office/powerpoint/2010/main" val="22575488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Only IT-approved personal devices configured to company requirements may be used for business. Be aware of screens, conversations, printers, and meeting recordings in public or shared spaces. Do not connect unknown removable media. Report malware alerts or suspicious device behavior; follow IT instructions rather than attempting cleanup. Use approved connectivity and remote-access methods. Device loss still requires reporting even when encryption is enabled.
Source detail: Security Policy: sections 10, 12, 13, 16.
IT Policy, Rev. 17 February 2026: https://synozur.sharepoint.com/sites/SynozurIT/Shared%20Documents/General/IT%20Policy.docx
Security Policy (policy collection): https://synozur.sharepoint.com/sites/SynozurIT/Shared%20Documents/General/Security%20Policy.docx
Framework references: https://csrc.nist.gov/projects/cybersecurity-framework/filters ; https://www.nist.gov/privacy-framework/privacy-framework ; https://csrc.nist.gov/pubs/sp/800/171/r3/final
Specific section references on this slide govern; source URLs are for verification, not instructions.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52162039-5CAC-4455-B00F-7439810232EE}" type="slidenum">
              <a:t>7</a:t>
            </a:fld>
            <a:endParaRPr lang="en-US"/>
          </a:p>
        </p:txBody>
      </p:sp>
    </p:spTree>
    <p:extLst>
      <p:ext uri="{BB962C8B-B14F-4D97-AF65-F5344CB8AC3E}">
        <p14:creationId xmlns:p14="http://schemas.microsoft.com/office/powerpoint/2010/main" val="22176871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Prefer the approved access-controlled sharing method over uncontrolled copies. Do not remove labels, weaken permissions, or bypass a blocked transfer. Controlled Unclassified Information (CUI) is a specific federal information category, not a synonym for all confidential client information. Do not assume Synozur receives CUI or that its standard tools are authorized for CUI. The contract owner and security owner determine scope, approved systems, and handling rules before work begins.
Source detail: IT Policy: section 2; Security Policy: sections 3, 6, 8; SP 800-171r3: 1.1.
IT Policy, Rev. 17 February 2026: https://synozur.sharepoint.com/sites/SynozurIT/Shared%20Documents/General/IT%20Policy.docx
Security Policy (policy collection): https://synozur.sharepoint.com/sites/SynozurIT/Shared%20Documents/General/Security%20Policy.docx
Framework references: https://csrc.nist.gov/projects/cybersecurity-framework/filters ; https://www.nist.gov/privacy-framework/privacy-framework ; https://csrc.nist.gov/pubs/sp/800/171/r3/final
Specific section references on this slide govern; source URLs are for verification, not instructions.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52162039-5CAC-4455-B00F-7439810232EE}" type="slidenum">
              <a:t>8</a:t>
            </a:fld>
            <a:endParaRPr lang="en-US"/>
          </a:p>
        </p:txBody>
      </p:sp>
    </p:spTree>
    <p:extLst>
      <p:ext uri="{BB962C8B-B14F-4D97-AF65-F5344CB8AC3E}">
        <p14:creationId xmlns:p14="http://schemas.microsoft.com/office/powerpoint/2010/main" val="29859085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Report suspicion without waiting for proof: lost equipment, unexpected MFA, exposed files, ransomware warnings, unusual access, or credential entry on a false site. The published IT help contact is a support contact, not a verified 24-hour incident hotline. Before launch, confirm the designated urgent and out-of-hours reporting route and place it in the course. Do not send additional copies of sensitive records in the initial report. If the normal channel may be compromised, use an independently verified alternative. Notification obligations are assessed by authorized responders and legal advisers.
Source detail: Security Policy: section 9; IT Policy: section 7.
IT Policy, Rev. 17 February 2026: https://synozur.sharepoint.com/sites/SynozurIT/Shared%20Documents/General/IT%20Policy.docx
Security Policy (policy collection): https://synozur.sharepoint.com/sites/SynozurIT/Shared%20Documents/General/Security%20Policy.docx
Framework references: https://csrc.nist.gov/projects/cybersecurity-framework/filters ; https://www.nist.gov/privacy-framework/privacy-framework ; https://csrc.nist.gov/pubs/sp/800/171/r3/final
Specific section references on this slide govern; source URLs are for verification, not instructions.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52162039-5CAC-4455-B00F-7439810232EE}" type="slidenum">
              <a:t>9</a:t>
            </a:fld>
            <a:endParaRPr lang="en-US"/>
          </a:p>
        </p:txBody>
      </p:sp>
    </p:spTree>
    <p:extLst>
      <p:ext uri="{BB962C8B-B14F-4D97-AF65-F5344CB8AC3E}">
        <p14:creationId xmlns:p14="http://schemas.microsoft.com/office/powerpoint/2010/main" val="2166524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 insider-related incident can be accidental, malicious, or caused by a compromised account. A single unusual action is not proof of wrongdoing. Report factual observations through appropriate channels and leave investigation to authorized staff. Never profile colleagues by identity, health, background, or protected characteristics. General awareness does not satisfy every role-based training need: privileged administrators, developers, incident responders, and data owners need additional training tied to their duties.
Source detail: Security Policy: sections 3, 9, 14; SP 800-171r2: 3.2.1-3.2.3.
IT Policy, Rev. 17 February 2026: https://synozur.sharepoint.com/sites/SynozurIT/Shared%20Documents/General/IT%20Policy.docx
Security Policy (policy collection): https://synozur.sharepoint.com/sites/SynozurIT/Shared%20Documents/General/Security%20Policy.docx
Framework references: https://csrc.nist.gov/projects/cybersecurity-framework/filters ; https://www.nist.gov/privacy-framework/privacy-framework ; https://csrc.nist.gov/pubs/sp/800/171/r3/final
Specific section references on this slide govern; source URLs are for verification, not instructions.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52162039-5CAC-4455-B00F-7439810232EE}" type="slidenum">
              <a:t>10</a:t>
            </a:fld>
            <a:endParaRPr lang="en-US"/>
          </a:p>
        </p:txBody>
      </p:sp>
    </p:spTree>
    <p:extLst>
      <p:ext uri="{BB962C8B-B14F-4D97-AF65-F5344CB8AC3E}">
        <p14:creationId xmlns:p14="http://schemas.microsoft.com/office/powerpoint/2010/main" val="1904069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Facilitator answer guidance: Decline the unexpected MFA prompt and stop the requested installation. Contact IT through an independently verified route. Report the call, prompt, time, and any actions already taken. Knowledge of a project name is not proof of identity. If access was granted, responders may revoke sessions or reset credentials; the employee should not attempt a covert investigation.
Ask learners to explain their reasoning before showing feedback. This is unscored practice; formal review follows. Do not substitute any real client or personnel situation without approval.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52162039-5CAC-4455-B00F-7439810232EE}" type="slidenum">
              <a:t>11</a:t>
            </a:fld>
            <a:endParaRPr lang="en-US"/>
          </a:p>
        </p:txBody>
      </p:sp>
    </p:spTree>
    <p:extLst>
      <p:ext uri="{BB962C8B-B14F-4D97-AF65-F5344CB8AC3E}">
        <p14:creationId xmlns:p14="http://schemas.microsoft.com/office/powerpoint/2010/main" val="3613039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ADMINISTRATOR ANSWER KEY - do not expose before response.
QuestionID: SYN-SEC-2026-Q01
Type: single-choice; one correct answer.
Question: An MFA prompt arrives when you are not signing in. What is the best response?
A. Approve it to stop the notifications.
B. Deny it and report the unexpected request.
C. Send the code to the person who called.
D. Wait until the end of the week.
CorrectAnswer: B
Rationale: Only approve a sign-in you initiated. An unexpected prompt can indicate credential misuse.
Suggested scoring: one point for the correct answer; zero for other choices. Not an approved Synozur pass rule.
Remediation: revisit 'Protect your sign-in', show feedback, and retry an equivalent question.
Import check: confirm the question, choice order, answer key, rationale, and grading are entered separately if Orion does not import these notes. Never presume the deck creates a graded assessment.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52162039-5CAC-4455-B00F-7439810232EE}" type="slidenum">
              <a:t>12</a:t>
            </a:fld>
            <a:endParaRPr lang="en-US"/>
          </a:p>
        </p:txBody>
      </p:sp>
    </p:spTree>
    <p:extLst>
      <p:ext uri="{BB962C8B-B14F-4D97-AF65-F5344CB8AC3E}">
        <p14:creationId xmlns:p14="http://schemas.microsoft.com/office/powerpoint/2010/main" val="33103295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ADMINISTRATOR ANSWER KEY - do not expose before response.
QuestionID: SYN-SEC-2026-Q02
Type: single-choice; one correct answer.
Question: A client sharing restriction blocks your delivery. What should you do?
A. Use personal cloud storage temporarily.
B. Remove the sensitivity label.
C. Ask for an approved sharing method or access change.
D. Send screenshots from personal email.
CorrectAnswer: C
Rationale: A deadline does not authorize bypassing controls or contractual restrictions.
Suggested scoring: one point for the correct answer; zero for other choices. Not an approved Synozur pass rule.
Remediation: revisit 'Share through the approved route', show feedback, and retry an equivalent question.
Import check: confirm the question, choice order, answer key, rationale, and grading are entered separately if Orion does not import these notes. Never presume the deck creates a graded assessment.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52162039-5CAC-4455-B00F-7439810232EE}" type="slidenum">
              <a:t>13</a:t>
            </a:fld>
            <a:endParaRPr lang="en-US"/>
          </a:p>
        </p:txBody>
      </p:sp>
    </p:spTree>
    <p:extLst>
      <p:ext uri="{BB962C8B-B14F-4D97-AF65-F5344CB8AC3E}">
        <p14:creationId xmlns:p14="http://schemas.microsoft.com/office/powerpoint/2010/main" val="39821812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ADMINISTRATOR ANSWER KEY - do not expose before response.
QuestionID: SYN-SEC-2026-Q03
Type: single-choice; one correct answer.
Question: You entered your password on a suspicious site. What happens next?
A. Report immediately and follow IT instructions.
B. Delete the message and say nothing.
C. Investigate the site yourself.
D. Wait for evidence of damage.
CorrectAnswer: A
Rationale: Fast, accurate reporting lets responders limit harm and preserve evidence. Do not wait for proof.
Suggested scoring: one point for the correct answer; zero for other choices. Not an approved Synozur pass rule.
Remediation: revisit 'Report incidents immediately', show feedback, and retry an equivalent question.
Import check: confirm the question, choice order, answer key, rationale, and grading are entered separately if Orion does not import these notes. Never presume the deck creates a graded assessment.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52162039-5CAC-4455-B00F-7439810232EE}" type="slidenum">
              <a:t>14</a:t>
            </a:fld>
            <a:endParaRPr lang="en-US"/>
          </a:p>
        </p:txBody>
      </p:sp>
    </p:spTree>
    <p:extLst>
      <p:ext uri="{BB962C8B-B14F-4D97-AF65-F5344CB8AC3E}">
        <p14:creationId xmlns:p14="http://schemas.microsoft.com/office/powerpoint/2010/main" val="32791592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ADMINISTRATOR ANSWER KEY - do not expose before response.
QuestionID: SYN-SEC-2026-Q04
Type: single-choice; one correct answer.
Question: A familiar colleague requests a large client export outside their assigned work. What is best?
A. Assume familiarity is sufficient authorization.
B. Accuse them publicly of stealing.
C. Ignore it because they are an employee.
D. Pause the transfer and report factual concerns through the approved route.
CorrectAnswer: D
Rationale: Need-to-know still applies internally. Report observable behavior without accusations or profiling.
Suggested scoring: one point for the correct answer; zero for other choices. Not an approved Synozur pass rule.
Remediation: revisit 'Notice misuse without making assumptions', show feedback, and retry an equivalent question.
Import check: confirm the question, choice order, answer key, rationale, and grading are entered separately if Orion does not import these notes. Never presume the deck creates a graded assessment.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52162039-5CAC-4455-B00F-7439810232EE}" type="slidenum">
              <a:t>15</a:t>
            </a:fld>
            <a:endParaRPr lang="en-US"/>
          </a:p>
        </p:txBody>
      </p:sp>
    </p:spTree>
    <p:extLst>
      <p:ext uri="{BB962C8B-B14F-4D97-AF65-F5344CB8AC3E}">
        <p14:creationId xmlns:p14="http://schemas.microsoft.com/office/powerpoint/2010/main" val="33553210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ADMINISTRATOR ANSWER KEY - do not expose before response.
QuestionID: SYN-SEC-2026-Q05
Type: single-choice; one correct answer.
Question: Does completing this awareness course demonstrate all NIST controls are implemented?
A. Yes, the attestation is the certification.
B. No; it is one training record within a broader assessment.
C. Yes, if all review answers are correct.
D. Yes, if a manager approves completion.
CorrectAnswer: B
Rationale: Implementation, scope, operating evidence, and role-based duties require separate assessment. Course completion is not certification.
Suggested scoring: one point for the correct answer; zero for other choices. Not an approved Synozur pass rule.
Remediation: revisit 'Course scope and framework alignment', show feedback, and retry an equivalent question.
Import check: confirm the question, choice order, answer key, rationale, and grading are entered separately if Orion does not import these notes. Never presume the deck creates a graded assessment.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52162039-5CAC-4455-B00F-7439810232EE}" type="slidenum">
              <a:t>16</a:t>
            </a:fld>
            <a:endParaRPr lang="en-US"/>
          </a:p>
        </p:txBody>
      </p:sp>
    </p:spTree>
    <p:extLst>
      <p:ext uri="{BB962C8B-B14F-4D97-AF65-F5344CB8AC3E}">
        <p14:creationId xmlns:p14="http://schemas.microsoft.com/office/powerpoint/2010/main" val="7608762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DRAFT ATTESTATION - policy-owner approval required. Present only after the final course and relevant approved policy text are available to the learner. Wording: I completed this course and reviewed the applicable information security policies. I understand my responsibilities to protect accounts, devices, and information, use approved tools, and promptly report suspected incidents. I will follow those requirements and seek clarification when needed.
No assertion of a spotless history or absence of incidents is required. A learner may report a concern and still acknowledge future responsibilities. 'I need clarification' must remain incomplete and route to an accountable owner; never auto-check the acknowledgement. Capture authenticated learner identity, course ID/version, applicable policy versions, timestamp/time zone, exact statement, response, and unresolved exception/referral. Do not allow proxy attestation. Limit access and retention according to approved HR/security rules. Do not collect sensitive concern details in a general quiz or training record.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52162039-5CAC-4455-B00F-7439810232EE}" type="slidenum">
              <a:t>17</a:t>
            </a:fld>
            <a:endParaRPr lang="en-US"/>
          </a:p>
        </p:txBody>
      </p:sp>
    </p:spTree>
    <p:extLst>
      <p:ext uri="{BB962C8B-B14F-4D97-AF65-F5344CB8AC3E}">
        <p14:creationId xmlns:p14="http://schemas.microsoft.com/office/powerpoint/2010/main" val="42120130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ADMINISTRATOR ONLY. Remove this appendix from the learner flow if the import cannot segregate it.
Confirm the designated urgent and out-of-hours incident route, approved tool/device list, and additional training required for privileged or security roles.
Release gates: policy owner sign-off; legal/HR review where needed; final policy links; exact governing NIST standard/revision and assessment boundary; client/CUI applicability; approved reporting and alternate contacts; learner accessibility; grading and retries; non-acknowledgement escalation; record retention and access.
The retrieved Orion Admin Guide describes CSV-based assessment questions and knowledge-base uploads but did not establish current PowerPoint courseware import or annual attestation capture. Do not claim automatic support. This deliverable has not been imported into Orion.
Pilot with a non-production learner and verify: all slides readable; notes and answers not leaked; five questions and choices correct; score retained; remediation tracked; exact acknowledgement and course version retained; non-acknowledgement not marked complete; export and access controls work.
Proposed completion rule: all knowledge checks correct after remediation plus separate affirmative attestation. Frequency is annual at the user's request, with role-/change-/incident-based updates as needed; this is not a universal NIST frequency rule.
Evidence record fields: learner work identity; audience/role; course ID/version; assigned/completed timestamps; question results and attempts; score; remediation; policy version; statement version and response; open exceptions; approver/release date. Do not rank employee performance from training results.
Orion reference: Orion Admin Guide, Model Management, Question &amp; Dimension Management, Knowledge Base Management, and Analytics &amp; Reporting. https://synozur.sharepoint.com/sites/SynozurIT/Shared%20Documents/General/Orion/Orion%20Admin%20Guide.docx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52162039-5CAC-4455-B00F-7439810232EE}" type="slidenum">
              <a:t>18</a:t>
            </a:fld>
            <a:endParaRPr lang="en-US"/>
          </a:p>
        </p:txBody>
      </p:sp>
    </p:spTree>
    <p:extLst>
      <p:ext uri="{BB962C8B-B14F-4D97-AF65-F5344CB8AC3E}">
        <p14:creationId xmlns:p14="http://schemas.microsoft.com/office/powerpoint/2010/main" val="17549590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Suggested educational alignment, not an official NIST crosswalk or a finding of compliance. Rev. 2 3.2.1 concerns security-risk and policy awareness; 3.2.2 concerns assigned security duties; 3.2.3 concerns recognizing and reporting insider-threat indicators. Rev. 3 uses 03.02.01 Literacy Training and Awareness and 03.02.02 Role-Based Training. These are not interchangeable assessment identifiers. Confirm the applicable contract, revision, system boundary, CUI handling, and organization-defined parameters. Course records support awareness evidence only; implementation testing and role-based training remain separate.
Sources: NIST CSF 2.0 Reference Tool, categories and subcategories shown: https://csrc.nist.gov/projects/cybersecurity-framework/filters
NIST Privacy Framework 1.0, Appendix A Core: https://www.nist.gov/privacy-framework/privacy-framework
NIST SP 800-171 Rev. 3, section 1.1 and Awareness and Training family: https://csrc.nist.gov/pubs/sp/800/171/r3/final
NIST analysis of Rev. 2 to Rev. 3 requirements: https://csrc.nist.gov/files/pubs/sp/800/171/r3/final/docs/sp800-171r2-to-r3-analysis.xlsx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52162039-5CAC-4455-B00F-7439810232EE}" type="slidenum">
              <a:t>19</a:t>
            </a:fld>
            <a:endParaRPr lang="en-US"/>
          </a:p>
        </p:txBody>
      </p:sp>
    </p:spTree>
    <p:extLst>
      <p:ext uri="{BB962C8B-B14F-4D97-AF65-F5344CB8AC3E}">
        <p14:creationId xmlns:p14="http://schemas.microsoft.com/office/powerpoint/2010/main" val="36739659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reviewed September 23, 2026.
1. IT Policy, author Chris McNulty, Rev. 17 February 2026, sections 1-8. https://synozur.sharepoint.com/sites/SynozurIT/Shared%20Documents/General/IT%20Policy.docx
2. Security Policy, titled Synozur Alliance LLC - IT Governance &amp; Security Policies, sections 1-16 and Policy Maintenance and Acknowledgment. The retrieved document was last saved March 7, 2026; the policy's approval/effective status must be confirmed. https://synozur.sharepoint.com/sites/SynozurIT/Shared%20Documents/General/Security%20Policy.docx
3. NIST Cybersecurity Framework 2.0, Reference Tool, categories and subcategories identified in this deck. https://csrc.nist.gov/projects/cybersecurity-framework/filters
4. NIST Privacy Framework: A Tool for Improving Privacy through Enterprise Risk Management, Version 1.0, January 16, 2020, introduction and Appendix A Core. https://www.nist.gov/privacy-framework/privacy-framework
5. NIST SP 800-171 Rev. 3, Protecting Controlled Unclassified Information in Nonfederal Systems and Organizations, May 2024, section 1.1 and Awareness and Training family. https://csrc.nist.gov/pubs/sp/800/171/r3/final
6. NIST SP 800-171 Rev. 2 to Rev. 3 Analysis, relevant Rev. 2 3.2.1-3.2.3 entries. https://csrc.nist.gov/files/pubs/sp/800/171/r3/final/docs/sp800-171r2-to-r3-analysis.xlsx
7. Orion Admin Guide, import and question-management sections; current PowerPoint courseware behavior not confirmed. https://synozur.sharepoint.com/sites/SynozurIT/Shared%20Documents/General/Orion/Orion%20Admin%20Guide.docx
Synozur policies and contractual obligations govern employee actions. Framework references are educational, not legal advice or certification. Proposed guidance beyond retrieved policies must be approved before assignment. No client-specific confidential examples are included. No employee training, assessment, or attestation has been completed by creation of this deck.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52162039-5CAC-4455-B00F-7439810232EE}" type="slidenum">
              <a:t>20</a:t>
            </a:fld>
            <a:endParaRPr lang="en-US"/>
          </a:p>
        </p:txBody>
      </p:sp>
    </p:spTree>
    <p:extLst>
      <p:ext uri="{BB962C8B-B14F-4D97-AF65-F5344CB8AC3E}">
        <p14:creationId xmlns:p14="http://schemas.microsoft.com/office/powerpoint/2010/main" val="1255913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pic>
        <p:nvPicPr>
          <p:cNvPr id="5" name="synozur-logo" descr="Synozur Alliance official logo">
            <a:extLst>
              <a:ext uri="{FF2B5EF4-FFF2-40B4-BE49-F238E27FC236}">
                <a16:creationId xmlns:a16="http://schemas.microsoft.com/office/drawing/2014/main" id="{E8FB32BD-C7CC-2149-E2EA-3376360355D7}"/>
              </a:ext>
            </a:extLst>
          </p:cNvPr>
          <p:cNvPicPr>
            <a:picLocks noChangeAspect="1"/>
          </p:cNvPicPr>
          <p:nvPr/>
        </p:nvPicPr>
        <p:blipFill>
          <a:blip r:embed="rId3"/>
          <a:stretch>
            <a:fillRect/>
          </a:stretch>
        </p:blipFill>
        <p:spPr>
          <a:xfrm>
            <a:off x="594360" y="594360"/>
            <a:ext cx="3383280" cy="918508"/>
          </a:xfrm>
          <a:prstGeom prst="rect">
            <a:avLst/>
          </a:prstGeom>
        </p:spPr>
      </p:pic>
      <p:sp>
        <p:nvSpPr>
          <p:cNvPr id="6" name="Rectangle 5">
            <a:extLst>
              <a:ext uri="{FF2B5EF4-FFF2-40B4-BE49-F238E27FC236}">
                <a16:creationId xmlns:a16="http://schemas.microsoft.com/office/drawing/2014/main" id="{FEAFBA3F-C2B7-A1EF-1E26-F09D116D95A6}"/>
              </a:ext>
            </a:extLst>
          </p:cNvPr>
          <p:cNvSpPr/>
          <p:nvPr/>
        </p:nvSpPr>
        <p:spPr>
          <a:xfrm>
            <a:off x="9144000" y="594360"/>
            <a:ext cx="2450592" cy="5687568"/>
          </a:xfrm>
          <a:prstGeom prst="rect">
            <a:avLst/>
          </a:prstGeom>
          <a:solidFill>
            <a:srgbClr val="810FFB"/>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2B1F787-2BAB-21B2-3FDC-D1C53996FA0F}"/>
              </a:ext>
            </a:extLst>
          </p:cNvPr>
          <p:cNvSpPr/>
          <p:nvPr/>
        </p:nvSpPr>
        <p:spPr>
          <a:xfrm>
            <a:off x="594360" y="1581912"/>
            <a:ext cx="8138160" cy="3931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810FFB"/>
                </a:solidFill>
                <a:effectLst/>
                <a:latin typeface="Arial" panose="020B0604020202020204" pitchFamily="34" charset="0"/>
              </a:rPr>
              <a:t>ANNUAL STAFF COURSEWARE</a:t>
            </a:r>
          </a:p>
          <a:p>
            <a:pPr algn="l">
              <a:buNone/>
            </a:pPr>
            <a:r>
              <a:rPr lang="en-US" sz="100">
                <a:effectLst/>
              </a:rPr>
              <a:t> </a:t>
            </a:r>
            <a:endParaRPr lang="en-US"/>
          </a:p>
        </p:txBody>
      </p:sp>
      <p:sp>
        <p:nvSpPr>
          <p:cNvPr id="11" name="Rectangle 10">
            <a:extLst>
              <a:ext uri="{FF2B5EF4-FFF2-40B4-BE49-F238E27FC236}">
                <a16:creationId xmlns:a16="http://schemas.microsoft.com/office/drawing/2014/main" id="{33E42EB3-8FF7-D9ED-588F-4FAB8BB4E127}"/>
              </a:ext>
            </a:extLst>
          </p:cNvPr>
          <p:cNvSpPr/>
          <p:nvPr/>
        </p:nvSpPr>
        <p:spPr>
          <a:xfrm>
            <a:off x="594360" y="2231136"/>
            <a:ext cx="8110728" cy="1508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800" b="1">
                <a:solidFill>
                  <a:srgbClr val="201134"/>
                </a:solidFill>
                <a:effectLst/>
                <a:latin typeface="Arial" panose="020B0604020202020204" pitchFamily="34" charset="0"/>
              </a:rPr>
              <a:t>Information Security</a:t>
            </a:r>
          </a:p>
          <a:p>
            <a:pPr algn="l">
              <a:buNone/>
            </a:pPr>
            <a:r>
              <a:rPr lang="en-US" sz="100">
                <a:effectLst/>
              </a:rPr>
              <a:t> </a:t>
            </a:r>
            <a:endParaRPr lang="en-US"/>
          </a:p>
        </p:txBody>
      </p:sp>
      <p:sp>
        <p:nvSpPr>
          <p:cNvPr id="15" name="Rectangle 14">
            <a:extLst>
              <a:ext uri="{FF2B5EF4-FFF2-40B4-BE49-F238E27FC236}">
                <a16:creationId xmlns:a16="http://schemas.microsoft.com/office/drawing/2014/main" id="{190A2BB7-CD07-76CA-81F4-585ECF57E92E}"/>
              </a:ext>
            </a:extLst>
          </p:cNvPr>
          <p:cNvSpPr/>
          <p:nvPr/>
        </p:nvSpPr>
        <p:spPr>
          <a:xfrm>
            <a:off x="594360" y="4005072"/>
            <a:ext cx="8110728" cy="8138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300">
                <a:solidFill>
                  <a:srgbClr val="201134"/>
                </a:solidFill>
                <a:effectLst/>
                <a:latin typeface="Arial" panose="020B0604020202020204" pitchFamily="34" charset="0"/>
              </a:rPr>
              <a:t>Protect access. Protect work. Report early.</a:t>
            </a:r>
          </a:p>
          <a:p>
            <a:pPr algn="l">
              <a:buNone/>
            </a:pPr>
            <a:r>
              <a:rPr lang="en-US" sz="100">
                <a:effectLst/>
              </a:rPr>
              <a:t> </a:t>
            </a:r>
            <a:endParaRPr lang="en-US"/>
          </a:p>
        </p:txBody>
      </p:sp>
      <p:sp>
        <p:nvSpPr>
          <p:cNvPr id="20" name="Rectangle 19">
            <a:extLst>
              <a:ext uri="{FF2B5EF4-FFF2-40B4-BE49-F238E27FC236}">
                <a16:creationId xmlns:a16="http://schemas.microsoft.com/office/drawing/2014/main" id="{F06E5CCB-56E5-CD2D-EF67-065EAC81459B}"/>
              </a:ext>
            </a:extLst>
          </p:cNvPr>
          <p:cNvSpPr/>
          <p:nvPr/>
        </p:nvSpPr>
        <p:spPr>
          <a:xfrm>
            <a:off x="594360" y="5148072"/>
            <a:ext cx="8046720" cy="78638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62576E"/>
                </a:solidFill>
                <a:effectLst/>
                <a:latin typeface="Arial" panose="020B0604020202020204" pitchFamily="34" charset="0"/>
              </a:rPr>
              <a:t>Suggested review questions and annual attestation</a:t>
            </a:r>
          </a:p>
          <a:p>
            <a:pPr algn="l">
              <a:buNone/>
            </a:pPr>
            <a:r>
              <a:rPr lang="en-US" sz="1400">
                <a:solidFill>
                  <a:srgbClr val="62576E"/>
                </a:solidFill>
                <a:effectLst/>
                <a:latin typeface="Arial" panose="020B0604020202020204" pitchFamily="34" charset="0"/>
              </a:rPr>
              <a:t>DRAFT FOR POLICY-OWNER REVIEW | SEPTEMBER 2026</a:t>
            </a:r>
            <a:endParaRPr lang="en-US"/>
          </a:p>
        </p:txBody>
      </p:sp>
      <p:sp>
        <p:nvSpPr>
          <p:cNvPr id="26" name="Rectangle 25">
            <a:extLst>
              <a:ext uri="{FF2B5EF4-FFF2-40B4-BE49-F238E27FC236}">
                <a16:creationId xmlns:a16="http://schemas.microsoft.com/office/drawing/2014/main" id="{36B6AA96-3646-4055-EBC6-87DAEB466C6D}"/>
              </a:ext>
            </a:extLst>
          </p:cNvPr>
          <p:cNvSpPr/>
          <p:nvPr/>
        </p:nvSpPr>
        <p:spPr>
          <a:xfrm>
            <a:off x="9326880" y="1527048"/>
            <a:ext cx="2048256"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01</a:t>
            </a:r>
          </a:p>
          <a:p>
            <a:pPr algn="l">
              <a:buNone/>
            </a:pPr>
            <a:r>
              <a:rPr lang="en-US" sz="100">
                <a:effectLst/>
              </a:rPr>
              <a:t> </a:t>
            </a:r>
            <a:endParaRPr lang="en-US"/>
          </a:p>
        </p:txBody>
      </p:sp>
      <p:sp>
        <p:nvSpPr>
          <p:cNvPr id="33" name="Rectangle 32">
            <a:extLst>
              <a:ext uri="{FF2B5EF4-FFF2-40B4-BE49-F238E27FC236}">
                <a16:creationId xmlns:a16="http://schemas.microsoft.com/office/drawing/2014/main" id="{9CD14727-00C1-816B-316E-5DF4BB89AEBD}"/>
              </a:ext>
            </a:extLst>
          </p:cNvPr>
          <p:cNvSpPr/>
          <p:nvPr/>
        </p:nvSpPr>
        <p:spPr>
          <a:xfrm>
            <a:off x="9326880" y="1947672"/>
            <a:ext cx="2048256"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FFFFFF"/>
                </a:solidFill>
                <a:effectLst/>
                <a:latin typeface="Arial" panose="020B0604020202020204" pitchFamily="34" charset="0"/>
              </a:rPr>
              <a:t>RECOGNIZE</a:t>
            </a:r>
          </a:p>
          <a:p>
            <a:pPr algn="l">
              <a:buNone/>
            </a:pPr>
            <a:r>
              <a:rPr lang="en-US" sz="100">
                <a:effectLst/>
              </a:rPr>
              <a:t> </a:t>
            </a:r>
            <a:endParaRPr lang="en-US"/>
          </a:p>
        </p:txBody>
      </p:sp>
      <p:sp>
        <p:nvSpPr>
          <p:cNvPr id="41" name="Rectangle 40">
            <a:extLst>
              <a:ext uri="{FF2B5EF4-FFF2-40B4-BE49-F238E27FC236}">
                <a16:creationId xmlns:a16="http://schemas.microsoft.com/office/drawing/2014/main" id="{BFE3E5AF-2851-7534-7740-65785DD06983}"/>
              </a:ext>
            </a:extLst>
          </p:cNvPr>
          <p:cNvSpPr/>
          <p:nvPr/>
        </p:nvSpPr>
        <p:spPr>
          <a:xfrm>
            <a:off x="9326880" y="2852928"/>
            <a:ext cx="2048256"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02</a:t>
            </a:r>
          </a:p>
          <a:p>
            <a:pPr algn="l">
              <a:buNone/>
            </a:pPr>
            <a:r>
              <a:rPr lang="en-US" sz="100">
                <a:effectLst/>
              </a:rPr>
              <a:t> </a:t>
            </a:r>
            <a:endParaRPr lang="en-US"/>
          </a:p>
        </p:txBody>
      </p:sp>
      <p:sp>
        <p:nvSpPr>
          <p:cNvPr id="50" name="Rectangle 49">
            <a:extLst>
              <a:ext uri="{FF2B5EF4-FFF2-40B4-BE49-F238E27FC236}">
                <a16:creationId xmlns:a16="http://schemas.microsoft.com/office/drawing/2014/main" id="{EDA7DD3E-D002-1636-7211-FD55C7D6C561}"/>
              </a:ext>
            </a:extLst>
          </p:cNvPr>
          <p:cNvSpPr/>
          <p:nvPr/>
        </p:nvSpPr>
        <p:spPr>
          <a:xfrm>
            <a:off x="9326880" y="3273552"/>
            <a:ext cx="2048256"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FFFFFF"/>
                </a:solidFill>
                <a:effectLst/>
                <a:latin typeface="Arial" panose="020B0604020202020204" pitchFamily="34" charset="0"/>
              </a:rPr>
              <a:t>PROTECT</a:t>
            </a:r>
          </a:p>
          <a:p>
            <a:pPr algn="l">
              <a:buNone/>
            </a:pPr>
            <a:r>
              <a:rPr lang="en-US" sz="100">
                <a:effectLst/>
              </a:rPr>
              <a:t> </a:t>
            </a:r>
            <a:endParaRPr lang="en-US"/>
          </a:p>
        </p:txBody>
      </p:sp>
      <p:sp>
        <p:nvSpPr>
          <p:cNvPr id="60" name="Rectangle 59">
            <a:extLst>
              <a:ext uri="{FF2B5EF4-FFF2-40B4-BE49-F238E27FC236}">
                <a16:creationId xmlns:a16="http://schemas.microsoft.com/office/drawing/2014/main" id="{CD5AFC55-2B5C-98A3-1B84-51D7AE78DCD5}"/>
              </a:ext>
            </a:extLst>
          </p:cNvPr>
          <p:cNvSpPr/>
          <p:nvPr/>
        </p:nvSpPr>
        <p:spPr>
          <a:xfrm>
            <a:off x="9326880" y="4178808"/>
            <a:ext cx="2048256"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03</a:t>
            </a:r>
          </a:p>
          <a:p>
            <a:pPr algn="l">
              <a:buNone/>
            </a:pPr>
            <a:r>
              <a:rPr lang="en-US" sz="100">
                <a:effectLst/>
              </a:rPr>
              <a:t> </a:t>
            </a:r>
            <a:endParaRPr lang="en-US"/>
          </a:p>
        </p:txBody>
      </p:sp>
      <p:sp>
        <p:nvSpPr>
          <p:cNvPr id="71" name="Rectangle 70">
            <a:extLst>
              <a:ext uri="{FF2B5EF4-FFF2-40B4-BE49-F238E27FC236}">
                <a16:creationId xmlns:a16="http://schemas.microsoft.com/office/drawing/2014/main" id="{ECACF052-6675-B0D6-6103-F77EDFAA1B91}"/>
              </a:ext>
            </a:extLst>
          </p:cNvPr>
          <p:cNvSpPr/>
          <p:nvPr/>
        </p:nvSpPr>
        <p:spPr>
          <a:xfrm>
            <a:off x="9326880" y="4599432"/>
            <a:ext cx="2048256"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FFFFFF"/>
                </a:solidFill>
                <a:effectLst/>
                <a:latin typeface="Arial" panose="020B0604020202020204" pitchFamily="34" charset="0"/>
              </a:rPr>
              <a:t>REPORT</a:t>
            </a:r>
          </a:p>
          <a:p>
            <a:pPr algn="l">
              <a:buNone/>
            </a:pPr>
            <a:r>
              <a:rPr lang="en-US" sz="100">
                <a:effectLst/>
              </a:rPr>
              <a:t> </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83" name="Rectangle 82">
            <a:extLst>
              <a:ext uri="{FF2B5EF4-FFF2-40B4-BE49-F238E27FC236}">
                <a16:creationId xmlns:a16="http://schemas.microsoft.com/office/drawing/2014/main" id="{C38E02CF-46D3-433A-268D-C40CEB28D942}"/>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COURSE OBJECTIVES</a:t>
            </a:r>
          </a:p>
          <a:p>
            <a:pPr algn="l">
              <a:buNone/>
            </a:pPr>
            <a:r>
              <a:rPr lang="en-US" sz="100">
                <a:effectLst/>
              </a:rPr>
              <a:t> </a:t>
            </a:r>
            <a:endParaRPr lang="en-US"/>
          </a:p>
        </p:txBody>
      </p:sp>
      <p:sp>
        <p:nvSpPr>
          <p:cNvPr id="96" name="Rectangle 95">
            <a:extLst>
              <a:ext uri="{FF2B5EF4-FFF2-40B4-BE49-F238E27FC236}">
                <a16:creationId xmlns:a16="http://schemas.microsoft.com/office/drawing/2014/main" id="{CA0ADF61-D876-81C7-CAB1-62039019F769}"/>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What you should be able to do</a:t>
            </a:r>
          </a:p>
          <a:p>
            <a:pPr algn="l">
              <a:buNone/>
            </a:pPr>
            <a:r>
              <a:rPr lang="en-US" sz="100">
                <a:effectLst/>
              </a:rPr>
              <a:t> </a:t>
            </a:r>
            <a:endParaRPr lang="en-US"/>
          </a:p>
        </p:txBody>
      </p:sp>
      <p:sp>
        <p:nvSpPr>
          <p:cNvPr id="110" name="Rectangle 109">
            <a:extLst>
              <a:ext uri="{FF2B5EF4-FFF2-40B4-BE49-F238E27FC236}">
                <a16:creationId xmlns:a16="http://schemas.microsoft.com/office/drawing/2014/main" id="{C0D50D9A-7D7E-151D-AD1E-241113C94014}"/>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Training design: draft baseline; policies and contract requirements govern.</a:t>
            </a:r>
          </a:p>
          <a:p>
            <a:pPr algn="l">
              <a:buNone/>
            </a:pPr>
            <a:r>
              <a:rPr lang="en-US" sz="100">
                <a:effectLst/>
              </a:rPr>
              <a:t> </a:t>
            </a:r>
            <a:endParaRPr lang="en-US"/>
          </a:p>
        </p:txBody>
      </p:sp>
      <p:sp>
        <p:nvSpPr>
          <p:cNvPr id="125" name="Rectangle 124">
            <a:extLst>
              <a:ext uri="{FF2B5EF4-FFF2-40B4-BE49-F238E27FC236}">
                <a16:creationId xmlns:a16="http://schemas.microsoft.com/office/drawing/2014/main" id="{A661A5CC-3196-0D27-8FA0-CD5BCEF5B025}"/>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41" name="Rectangle 140">
            <a:extLst>
              <a:ext uri="{FF2B5EF4-FFF2-40B4-BE49-F238E27FC236}">
                <a16:creationId xmlns:a16="http://schemas.microsoft.com/office/drawing/2014/main" id="{3B25B5FC-E354-447A-0CCC-2615D5078946}"/>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02</a:t>
            </a:r>
          </a:p>
          <a:p>
            <a:pPr algn="r">
              <a:buNone/>
            </a:pPr>
            <a:r>
              <a:rPr lang="en-US" sz="100">
                <a:effectLst/>
              </a:rPr>
              <a:t> </a:t>
            </a:r>
            <a:endParaRPr lang="en-US"/>
          </a:p>
        </p:txBody>
      </p:sp>
      <p:sp>
        <p:nvSpPr>
          <p:cNvPr id="158" name="Rectangle 157">
            <a:extLst>
              <a:ext uri="{FF2B5EF4-FFF2-40B4-BE49-F238E27FC236}">
                <a16:creationId xmlns:a16="http://schemas.microsoft.com/office/drawing/2014/main" id="{F58F5A36-852E-DED1-130F-385DFE1748A4}"/>
              </a:ext>
            </a:extLst>
          </p:cNvPr>
          <p:cNvSpPr/>
          <p:nvPr/>
        </p:nvSpPr>
        <p:spPr>
          <a:xfrm>
            <a:off x="594360" y="2011680"/>
            <a:ext cx="10972800" cy="1005840"/>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4C60CD4E-8949-8BD9-64D5-35E655A33616}"/>
              </a:ext>
            </a:extLst>
          </p:cNvPr>
          <p:cNvSpPr/>
          <p:nvPr/>
        </p:nvSpPr>
        <p:spPr>
          <a:xfrm>
            <a:off x="822960" y="2121408"/>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Outcome 1</a:t>
            </a:r>
          </a:p>
          <a:p>
            <a:pPr algn="l">
              <a:buNone/>
            </a:pPr>
            <a:r>
              <a:rPr lang="en-US" sz="100">
                <a:effectLst/>
              </a:rPr>
              <a:t> </a:t>
            </a:r>
            <a:endParaRPr lang="en-US"/>
          </a:p>
        </p:txBody>
      </p:sp>
      <p:sp>
        <p:nvSpPr>
          <p:cNvPr id="195" name="Rectangle 194">
            <a:extLst>
              <a:ext uri="{FF2B5EF4-FFF2-40B4-BE49-F238E27FC236}">
                <a16:creationId xmlns:a16="http://schemas.microsoft.com/office/drawing/2014/main" id="{38F2C3C9-B583-9C98-898D-DD5C15FB0C9B}"/>
              </a:ext>
            </a:extLst>
          </p:cNvPr>
          <p:cNvSpPr/>
          <p:nvPr/>
        </p:nvSpPr>
        <p:spPr>
          <a:xfrm>
            <a:off x="4343400" y="2121408"/>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Recognize common attacks and unsafe requests.</a:t>
            </a:r>
          </a:p>
          <a:p>
            <a:pPr algn="l">
              <a:buNone/>
            </a:pPr>
            <a:r>
              <a:rPr lang="en-US" sz="100">
                <a:effectLst/>
              </a:rPr>
              <a:t> </a:t>
            </a:r>
            <a:endParaRPr lang="en-US"/>
          </a:p>
        </p:txBody>
      </p:sp>
      <p:sp>
        <p:nvSpPr>
          <p:cNvPr id="215" name="Rectangle 214">
            <a:extLst>
              <a:ext uri="{FF2B5EF4-FFF2-40B4-BE49-F238E27FC236}">
                <a16:creationId xmlns:a16="http://schemas.microsoft.com/office/drawing/2014/main" id="{01E18B04-42E7-0EA9-2B53-D774FC1103E4}"/>
              </a:ext>
            </a:extLst>
          </p:cNvPr>
          <p:cNvSpPr/>
          <p:nvPr/>
        </p:nvSpPr>
        <p:spPr>
          <a:xfrm>
            <a:off x="594360" y="3209544"/>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25D803BB-4E59-3ED0-697A-B5673D1A5CC5}"/>
              </a:ext>
            </a:extLst>
          </p:cNvPr>
          <p:cNvSpPr/>
          <p:nvPr/>
        </p:nvSpPr>
        <p:spPr>
          <a:xfrm>
            <a:off x="822960" y="3319272"/>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Outcome 2</a:t>
            </a:r>
          </a:p>
          <a:p>
            <a:pPr algn="l">
              <a:buNone/>
            </a:pPr>
            <a:r>
              <a:rPr lang="en-US" sz="100">
                <a:effectLst/>
              </a:rPr>
              <a:t> </a:t>
            </a:r>
            <a:endParaRPr lang="en-US"/>
          </a:p>
        </p:txBody>
      </p:sp>
      <p:sp>
        <p:nvSpPr>
          <p:cNvPr id="258" name="Rectangle 257">
            <a:extLst>
              <a:ext uri="{FF2B5EF4-FFF2-40B4-BE49-F238E27FC236}">
                <a16:creationId xmlns:a16="http://schemas.microsoft.com/office/drawing/2014/main" id="{8CD0BDA1-B0C3-E0A5-305D-4F80332E25F5}"/>
              </a:ext>
            </a:extLst>
          </p:cNvPr>
          <p:cNvSpPr/>
          <p:nvPr/>
        </p:nvSpPr>
        <p:spPr>
          <a:xfrm>
            <a:off x="4343400" y="3319272"/>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Protect accounts, devices, and client information.</a:t>
            </a:r>
          </a:p>
          <a:p>
            <a:pPr algn="l">
              <a:buNone/>
            </a:pPr>
            <a:r>
              <a:rPr lang="en-US" sz="100">
                <a:effectLst/>
              </a:rPr>
              <a:t> </a:t>
            </a:r>
            <a:endParaRPr lang="en-US"/>
          </a:p>
        </p:txBody>
      </p:sp>
      <p:sp>
        <p:nvSpPr>
          <p:cNvPr id="281" name="Rectangle 280">
            <a:extLst>
              <a:ext uri="{FF2B5EF4-FFF2-40B4-BE49-F238E27FC236}">
                <a16:creationId xmlns:a16="http://schemas.microsoft.com/office/drawing/2014/main" id="{8E534032-F1EE-0A51-E92D-C23AF2DEABAB}"/>
              </a:ext>
            </a:extLst>
          </p:cNvPr>
          <p:cNvSpPr/>
          <p:nvPr/>
        </p:nvSpPr>
        <p:spPr>
          <a:xfrm>
            <a:off x="594360" y="4407408"/>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5" name="Rectangle 304">
            <a:extLst>
              <a:ext uri="{FF2B5EF4-FFF2-40B4-BE49-F238E27FC236}">
                <a16:creationId xmlns:a16="http://schemas.microsoft.com/office/drawing/2014/main" id="{09BF8B4A-2F32-5EA4-E4CC-07BDB4E5272B}"/>
              </a:ext>
            </a:extLst>
          </p:cNvPr>
          <p:cNvSpPr/>
          <p:nvPr/>
        </p:nvSpPr>
        <p:spPr>
          <a:xfrm>
            <a:off x="822960" y="4517136"/>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Outcome 3</a:t>
            </a:r>
          </a:p>
          <a:p>
            <a:pPr algn="l">
              <a:buNone/>
            </a:pPr>
            <a:r>
              <a:rPr lang="en-US" sz="100">
                <a:effectLst/>
              </a:rPr>
              <a:t> </a:t>
            </a:r>
            <a:endParaRPr lang="en-US"/>
          </a:p>
        </p:txBody>
      </p:sp>
      <p:sp>
        <p:nvSpPr>
          <p:cNvPr id="330" name="Rectangle 329">
            <a:extLst>
              <a:ext uri="{FF2B5EF4-FFF2-40B4-BE49-F238E27FC236}">
                <a16:creationId xmlns:a16="http://schemas.microsoft.com/office/drawing/2014/main" id="{BF6AA52C-D375-D599-2282-FD1CD39E0A0C}"/>
              </a:ext>
            </a:extLst>
          </p:cNvPr>
          <p:cNvSpPr/>
          <p:nvPr/>
        </p:nvSpPr>
        <p:spPr>
          <a:xfrm>
            <a:off x="4343400" y="4517136"/>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Report suspected incidents without delay.</a:t>
            </a:r>
          </a:p>
          <a:p>
            <a:pPr algn="l">
              <a:buNone/>
            </a:pPr>
            <a:r>
              <a:rPr lang="en-US" sz="100">
                <a:effectLst/>
              </a:rPr>
              <a:t> </a:t>
            </a:r>
            <a:endParaRPr lang="en-US"/>
          </a:p>
        </p:txBody>
      </p:sp>
      <p:pic>
        <p:nvPicPr>
          <p:cNvPr id="12252" name="synozur-logo" descr="Synozur Alliance official logo">
            <a:extLst>
              <a:ext uri="{FF2B5EF4-FFF2-40B4-BE49-F238E27FC236}">
                <a16:creationId xmlns:a16="http://schemas.microsoft.com/office/drawing/2014/main" id="{AD59BC7B-1638-91BD-4B7D-8270A4429F6E}"/>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2716574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356" name="Rectangle 355">
            <a:extLst>
              <a:ext uri="{FF2B5EF4-FFF2-40B4-BE49-F238E27FC236}">
                <a16:creationId xmlns:a16="http://schemas.microsoft.com/office/drawing/2014/main" id="{3157075E-DE45-ECB5-B09C-FB7E10F7D87C}"/>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LEARN | 01</a:t>
            </a:r>
          </a:p>
          <a:p>
            <a:pPr algn="l">
              <a:buNone/>
            </a:pPr>
            <a:r>
              <a:rPr lang="en-US" sz="100">
                <a:effectLst/>
              </a:rPr>
              <a:t> </a:t>
            </a:r>
            <a:endParaRPr lang="en-US"/>
          </a:p>
        </p:txBody>
      </p:sp>
      <p:sp>
        <p:nvSpPr>
          <p:cNvPr id="383" name="Rectangle 382">
            <a:extLst>
              <a:ext uri="{FF2B5EF4-FFF2-40B4-BE49-F238E27FC236}">
                <a16:creationId xmlns:a16="http://schemas.microsoft.com/office/drawing/2014/main" id="{BB966DA1-1C1A-F274-5667-CE6E7E517924}"/>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Protect information in daily work</a:t>
            </a:r>
          </a:p>
          <a:p>
            <a:pPr algn="l">
              <a:buNone/>
            </a:pPr>
            <a:r>
              <a:rPr lang="en-US" sz="100">
                <a:effectLst/>
              </a:rPr>
              <a:t> </a:t>
            </a:r>
            <a:endParaRPr lang="en-US"/>
          </a:p>
        </p:txBody>
      </p:sp>
      <p:sp>
        <p:nvSpPr>
          <p:cNvPr id="411" name="Rectangle 410">
            <a:extLst>
              <a:ext uri="{FF2B5EF4-FFF2-40B4-BE49-F238E27FC236}">
                <a16:creationId xmlns:a16="http://schemas.microsoft.com/office/drawing/2014/main" id="{8F3CF775-B801-0F32-936E-27CDAF978A14}"/>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Security Policy: purpose; sections 2, 4, 5, 7</a:t>
            </a:r>
          </a:p>
          <a:p>
            <a:pPr algn="l">
              <a:buNone/>
            </a:pPr>
            <a:r>
              <a:rPr lang="en-US" sz="100">
                <a:effectLst/>
              </a:rPr>
              <a:t> </a:t>
            </a:r>
            <a:endParaRPr lang="en-US"/>
          </a:p>
        </p:txBody>
      </p:sp>
      <p:sp>
        <p:nvSpPr>
          <p:cNvPr id="440" name="Rectangle 439">
            <a:extLst>
              <a:ext uri="{FF2B5EF4-FFF2-40B4-BE49-F238E27FC236}">
                <a16:creationId xmlns:a16="http://schemas.microsoft.com/office/drawing/2014/main" id="{3BC6AAF0-FF44-AC3B-A89E-D5DF993AC4DE}"/>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470" name="Rectangle 469">
            <a:extLst>
              <a:ext uri="{FF2B5EF4-FFF2-40B4-BE49-F238E27FC236}">
                <a16:creationId xmlns:a16="http://schemas.microsoft.com/office/drawing/2014/main" id="{E5B495E6-AD4D-8D93-D979-5931D575DD4A}"/>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03</a:t>
            </a:r>
          </a:p>
          <a:p>
            <a:pPr algn="r">
              <a:buNone/>
            </a:pPr>
            <a:r>
              <a:rPr lang="en-US" sz="100">
                <a:effectLst/>
              </a:rPr>
              <a:t> </a:t>
            </a:r>
            <a:endParaRPr lang="en-US"/>
          </a:p>
        </p:txBody>
      </p:sp>
      <p:sp>
        <p:nvSpPr>
          <p:cNvPr id="501" name="Rectangle 500">
            <a:extLst>
              <a:ext uri="{FF2B5EF4-FFF2-40B4-BE49-F238E27FC236}">
                <a16:creationId xmlns:a16="http://schemas.microsoft.com/office/drawing/2014/main" id="{8A4E4FDA-E73C-CFDD-F255-9A94160CA906}"/>
              </a:ext>
            </a:extLst>
          </p:cNvPr>
          <p:cNvSpPr/>
          <p:nvPr/>
        </p:nvSpPr>
        <p:spPr>
          <a:xfrm>
            <a:off x="594360" y="2011680"/>
            <a:ext cx="3502152" cy="3575304"/>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3" name="Rectangle 532">
            <a:extLst>
              <a:ext uri="{FF2B5EF4-FFF2-40B4-BE49-F238E27FC236}">
                <a16:creationId xmlns:a16="http://schemas.microsoft.com/office/drawing/2014/main" id="{5BFC5442-A5D1-FA57-4C19-54986BDE6208}"/>
              </a:ext>
            </a:extLst>
          </p:cNvPr>
          <p:cNvSpPr/>
          <p:nvPr/>
        </p:nvSpPr>
        <p:spPr>
          <a:xfrm>
            <a:off x="813816"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01</a:t>
            </a:r>
          </a:p>
          <a:p>
            <a:pPr algn="l">
              <a:buNone/>
            </a:pPr>
            <a:r>
              <a:rPr lang="en-US" sz="100">
                <a:effectLst/>
              </a:rPr>
              <a:t> </a:t>
            </a:r>
            <a:endParaRPr lang="en-US"/>
          </a:p>
        </p:txBody>
      </p:sp>
      <p:sp>
        <p:nvSpPr>
          <p:cNvPr id="566" name="Rectangle 565">
            <a:extLst>
              <a:ext uri="{FF2B5EF4-FFF2-40B4-BE49-F238E27FC236}">
                <a16:creationId xmlns:a16="http://schemas.microsoft.com/office/drawing/2014/main" id="{F4203EF8-6B60-B322-46CC-488A6E319E65}"/>
              </a:ext>
            </a:extLst>
          </p:cNvPr>
          <p:cNvSpPr/>
          <p:nvPr/>
        </p:nvSpPr>
        <p:spPr>
          <a:xfrm>
            <a:off x="813816"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Confidentiality</a:t>
            </a:r>
          </a:p>
          <a:p>
            <a:pPr algn="l">
              <a:buNone/>
            </a:pPr>
            <a:r>
              <a:rPr lang="en-US" sz="100">
                <a:effectLst/>
              </a:rPr>
              <a:t> </a:t>
            </a:r>
            <a:endParaRPr lang="en-US"/>
          </a:p>
        </p:txBody>
      </p:sp>
      <p:sp>
        <p:nvSpPr>
          <p:cNvPr id="600" name="Rectangle 599">
            <a:extLst>
              <a:ext uri="{FF2B5EF4-FFF2-40B4-BE49-F238E27FC236}">
                <a16:creationId xmlns:a16="http://schemas.microsoft.com/office/drawing/2014/main" id="{31DB91C1-6826-E2AA-4C06-1FC6A1AFB1BD}"/>
              </a:ext>
            </a:extLst>
          </p:cNvPr>
          <p:cNvSpPr/>
          <p:nvPr/>
        </p:nvSpPr>
        <p:spPr>
          <a:xfrm>
            <a:off x="813816" y="3635795"/>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Only authorized people can see information. Check recipients before sharing.</a:t>
            </a:r>
          </a:p>
          <a:p>
            <a:pPr algn="l">
              <a:buNone/>
            </a:pPr>
            <a:r>
              <a:rPr lang="en-US" sz="100">
                <a:effectLst/>
              </a:rPr>
              <a:t> </a:t>
            </a:r>
            <a:endParaRPr lang="en-US"/>
          </a:p>
        </p:txBody>
      </p:sp>
      <p:sp>
        <p:nvSpPr>
          <p:cNvPr id="635" name="Rectangle 634">
            <a:extLst>
              <a:ext uri="{FF2B5EF4-FFF2-40B4-BE49-F238E27FC236}">
                <a16:creationId xmlns:a16="http://schemas.microsoft.com/office/drawing/2014/main" id="{BFA34484-69C6-50C5-8BD6-3CFEFA783F23}"/>
              </a:ext>
            </a:extLst>
          </p:cNvPr>
          <p:cNvSpPr/>
          <p:nvPr/>
        </p:nvSpPr>
        <p:spPr>
          <a:xfrm>
            <a:off x="4325112" y="2011680"/>
            <a:ext cx="3502152" cy="3575304"/>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1" name="Rectangle 670">
            <a:extLst>
              <a:ext uri="{FF2B5EF4-FFF2-40B4-BE49-F238E27FC236}">
                <a16:creationId xmlns:a16="http://schemas.microsoft.com/office/drawing/2014/main" id="{58DA248D-A1FF-84F7-1A3B-6D798B9F00D9}"/>
              </a:ext>
            </a:extLst>
          </p:cNvPr>
          <p:cNvSpPr/>
          <p:nvPr/>
        </p:nvSpPr>
        <p:spPr>
          <a:xfrm>
            <a:off x="4544568"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02</a:t>
            </a:r>
          </a:p>
          <a:p>
            <a:pPr algn="l">
              <a:buNone/>
            </a:pPr>
            <a:r>
              <a:rPr lang="en-US" sz="100">
                <a:effectLst/>
              </a:rPr>
              <a:t> </a:t>
            </a:r>
            <a:endParaRPr lang="en-US"/>
          </a:p>
        </p:txBody>
      </p:sp>
      <p:sp>
        <p:nvSpPr>
          <p:cNvPr id="708" name="Rectangle 707">
            <a:extLst>
              <a:ext uri="{FF2B5EF4-FFF2-40B4-BE49-F238E27FC236}">
                <a16:creationId xmlns:a16="http://schemas.microsoft.com/office/drawing/2014/main" id="{C90198D9-3651-234D-3FFA-30592F584129}"/>
              </a:ext>
            </a:extLst>
          </p:cNvPr>
          <p:cNvSpPr/>
          <p:nvPr/>
        </p:nvSpPr>
        <p:spPr>
          <a:xfrm>
            <a:off x="4544568"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Integrity</a:t>
            </a:r>
          </a:p>
          <a:p>
            <a:pPr algn="l">
              <a:buNone/>
            </a:pPr>
            <a:r>
              <a:rPr lang="en-US" sz="100">
                <a:effectLst/>
              </a:rPr>
              <a:t> </a:t>
            </a:r>
            <a:endParaRPr lang="en-US"/>
          </a:p>
        </p:txBody>
      </p:sp>
      <p:sp>
        <p:nvSpPr>
          <p:cNvPr id="746" name="Rectangle 745">
            <a:extLst>
              <a:ext uri="{FF2B5EF4-FFF2-40B4-BE49-F238E27FC236}">
                <a16:creationId xmlns:a16="http://schemas.microsoft.com/office/drawing/2014/main" id="{C41CBC99-0218-1E48-FB45-0083B26A56C7}"/>
              </a:ext>
            </a:extLst>
          </p:cNvPr>
          <p:cNvSpPr/>
          <p:nvPr/>
        </p:nvSpPr>
        <p:spPr>
          <a:xfrm>
            <a:off x="4544568" y="3762404"/>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Keep records accurate. Use approved changes and preserve the original evidence.</a:t>
            </a:r>
          </a:p>
          <a:p>
            <a:pPr algn="l">
              <a:buNone/>
            </a:pPr>
            <a:r>
              <a:rPr lang="en-US" sz="100">
                <a:effectLst/>
              </a:rPr>
              <a:t> </a:t>
            </a:r>
            <a:endParaRPr lang="en-US"/>
          </a:p>
        </p:txBody>
      </p:sp>
      <p:sp>
        <p:nvSpPr>
          <p:cNvPr id="785" name="Rectangle 784">
            <a:extLst>
              <a:ext uri="{FF2B5EF4-FFF2-40B4-BE49-F238E27FC236}">
                <a16:creationId xmlns:a16="http://schemas.microsoft.com/office/drawing/2014/main" id="{0C753C4C-36E0-811E-661F-1805E44377D4}"/>
              </a:ext>
            </a:extLst>
          </p:cNvPr>
          <p:cNvSpPr/>
          <p:nvPr/>
        </p:nvSpPr>
        <p:spPr>
          <a:xfrm>
            <a:off x="8055864" y="2011680"/>
            <a:ext cx="3502152" cy="3575304"/>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5" name="Rectangle 824">
            <a:extLst>
              <a:ext uri="{FF2B5EF4-FFF2-40B4-BE49-F238E27FC236}">
                <a16:creationId xmlns:a16="http://schemas.microsoft.com/office/drawing/2014/main" id="{0E6CF007-D02F-5BA8-859B-746AEC3BF663}"/>
              </a:ext>
            </a:extLst>
          </p:cNvPr>
          <p:cNvSpPr/>
          <p:nvPr/>
        </p:nvSpPr>
        <p:spPr>
          <a:xfrm>
            <a:off x="8275320"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03</a:t>
            </a:r>
          </a:p>
          <a:p>
            <a:pPr algn="l">
              <a:buNone/>
            </a:pPr>
            <a:r>
              <a:rPr lang="en-US" sz="100">
                <a:effectLst/>
              </a:rPr>
              <a:t> </a:t>
            </a:r>
            <a:endParaRPr lang="en-US"/>
          </a:p>
        </p:txBody>
      </p:sp>
      <p:sp>
        <p:nvSpPr>
          <p:cNvPr id="866" name="Rectangle 865">
            <a:extLst>
              <a:ext uri="{FF2B5EF4-FFF2-40B4-BE49-F238E27FC236}">
                <a16:creationId xmlns:a16="http://schemas.microsoft.com/office/drawing/2014/main" id="{728880E4-E3C2-8E15-E14C-6A3E23599096}"/>
              </a:ext>
            </a:extLst>
          </p:cNvPr>
          <p:cNvSpPr/>
          <p:nvPr/>
        </p:nvSpPr>
        <p:spPr>
          <a:xfrm>
            <a:off x="8275320"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Availability</a:t>
            </a:r>
          </a:p>
          <a:p>
            <a:pPr algn="l">
              <a:buNone/>
            </a:pPr>
            <a:r>
              <a:rPr lang="en-US" sz="100">
                <a:effectLst/>
              </a:rPr>
              <a:t> </a:t>
            </a:r>
            <a:endParaRPr lang="en-US"/>
          </a:p>
        </p:txBody>
      </p:sp>
      <p:sp>
        <p:nvSpPr>
          <p:cNvPr id="908" name="Rectangle 907">
            <a:extLst>
              <a:ext uri="{FF2B5EF4-FFF2-40B4-BE49-F238E27FC236}">
                <a16:creationId xmlns:a16="http://schemas.microsoft.com/office/drawing/2014/main" id="{A0B17126-62DD-F927-443C-7E2638FC862C}"/>
              </a:ext>
            </a:extLst>
          </p:cNvPr>
          <p:cNvSpPr/>
          <p:nvPr/>
        </p:nvSpPr>
        <p:spPr>
          <a:xfrm>
            <a:off x="8275320" y="3776472"/>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Keep work in approved shared systems. Follow continuity instructions during outages.</a:t>
            </a:r>
          </a:p>
          <a:p>
            <a:pPr algn="l">
              <a:buNone/>
            </a:pPr>
            <a:r>
              <a:rPr lang="en-US" sz="100">
                <a:effectLst/>
              </a:rPr>
              <a:t> </a:t>
            </a:r>
            <a:endParaRPr lang="en-US"/>
          </a:p>
        </p:txBody>
      </p:sp>
      <p:pic>
        <p:nvPicPr>
          <p:cNvPr id="12253" name="synozur-logo" descr="Synozur Alliance official logo">
            <a:extLst>
              <a:ext uri="{FF2B5EF4-FFF2-40B4-BE49-F238E27FC236}">
                <a16:creationId xmlns:a16="http://schemas.microsoft.com/office/drawing/2014/main" id="{345C6889-80FD-BFC4-DABD-ACB8E26D2682}"/>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14952768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951" name="Rectangle 950">
            <a:extLst>
              <a:ext uri="{FF2B5EF4-FFF2-40B4-BE49-F238E27FC236}">
                <a16:creationId xmlns:a16="http://schemas.microsoft.com/office/drawing/2014/main" id="{FF51F179-5714-8F87-C6E0-85E3C4FD3EBB}"/>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LEARN | 02</a:t>
            </a:r>
          </a:p>
          <a:p>
            <a:pPr algn="l">
              <a:buNone/>
            </a:pPr>
            <a:r>
              <a:rPr lang="en-US" sz="100">
                <a:effectLst/>
              </a:rPr>
              <a:t> </a:t>
            </a:r>
            <a:endParaRPr lang="en-US"/>
          </a:p>
        </p:txBody>
      </p:sp>
      <p:sp>
        <p:nvSpPr>
          <p:cNvPr id="995" name="Rectangle 994">
            <a:extLst>
              <a:ext uri="{FF2B5EF4-FFF2-40B4-BE49-F238E27FC236}">
                <a16:creationId xmlns:a16="http://schemas.microsoft.com/office/drawing/2014/main" id="{DF809543-C51B-7D54-F49D-CCBED3BAB571}"/>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Protect your sign-in</a:t>
            </a:r>
          </a:p>
          <a:p>
            <a:pPr algn="l">
              <a:buNone/>
            </a:pPr>
            <a:r>
              <a:rPr lang="en-US" sz="100">
                <a:effectLst/>
              </a:rPr>
              <a:t> </a:t>
            </a:r>
            <a:endParaRPr lang="en-US"/>
          </a:p>
        </p:txBody>
      </p:sp>
      <p:sp>
        <p:nvSpPr>
          <p:cNvPr id="1040" name="Rectangle 1039">
            <a:extLst>
              <a:ext uri="{FF2B5EF4-FFF2-40B4-BE49-F238E27FC236}">
                <a16:creationId xmlns:a16="http://schemas.microsoft.com/office/drawing/2014/main" id="{02675D25-9640-A026-C851-514A42DAEEFB}"/>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IT Policy: sections 2, 4; Security Policy: sections 3, 11</a:t>
            </a:r>
          </a:p>
          <a:p>
            <a:pPr algn="l">
              <a:buNone/>
            </a:pPr>
            <a:r>
              <a:rPr lang="en-US" sz="100">
                <a:effectLst/>
              </a:rPr>
              <a:t> </a:t>
            </a:r>
            <a:endParaRPr lang="en-US"/>
          </a:p>
        </p:txBody>
      </p:sp>
      <p:sp>
        <p:nvSpPr>
          <p:cNvPr id="1086" name="Rectangle 1085">
            <a:extLst>
              <a:ext uri="{FF2B5EF4-FFF2-40B4-BE49-F238E27FC236}">
                <a16:creationId xmlns:a16="http://schemas.microsoft.com/office/drawing/2014/main" id="{32B8B7A0-CAF0-B999-C69C-21F6EA2C8C48}"/>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133" name="Rectangle 1132">
            <a:extLst>
              <a:ext uri="{FF2B5EF4-FFF2-40B4-BE49-F238E27FC236}">
                <a16:creationId xmlns:a16="http://schemas.microsoft.com/office/drawing/2014/main" id="{E7D4A563-E06F-1DA7-F90F-7BC815A0A519}"/>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04</a:t>
            </a:r>
          </a:p>
          <a:p>
            <a:pPr algn="r">
              <a:buNone/>
            </a:pPr>
            <a:r>
              <a:rPr lang="en-US" sz="100">
                <a:effectLst/>
              </a:rPr>
              <a:t> </a:t>
            </a:r>
            <a:endParaRPr lang="en-US"/>
          </a:p>
        </p:txBody>
      </p:sp>
      <p:sp>
        <p:nvSpPr>
          <p:cNvPr id="1181" name="Rectangle 1180">
            <a:extLst>
              <a:ext uri="{FF2B5EF4-FFF2-40B4-BE49-F238E27FC236}">
                <a16:creationId xmlns:a16="http://schemas.microsoft.com/office/drawing/2014/main" id="{CCB131F1-8BCE-1EFF-1566-026430028501}"/>
              </a:ext>
            </a:extLst>
          </p:cNvPr>
          <p:cNvSpPr/>
          <p:nvPr/>
        </p:nvSpPr>
        <p:spPr>
          <a:xfrm>
            <a:off x="594360" y="2011680"/>
            <a:ext cx="10972800" cy="1005840"/>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0" name="Rectangle 1229">
            <a:extLst>
              <a:ext uri="{FF2B5EF4-FFF2-40B4-BE49-F238E27FC236}">
                <a16:creationId xmlns:a16="http://schemas.microsoft.com/office/drawing/2014/main" id="{C4D438AE-58BA-B900-3604-4E7FFFA3BBE8}"/>
              </a:ext>
            </a:extLst>
          </p:cNvPr>
          <p:cNvSpPr/>
          <p:nvPr/>
        </p:nvSpPr>
        <p:spPr>
          <a:xfrm>
            <a:off x="822960" y="2121408"/>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Use your own identity</a:t>
            </a:r>
          </a:p>
          <a:p>
            <a:pPr algn="l">
              <a:buNone/>
            </a:pPr>
            <a:r>
              <a:rPr lang="en-US" sz="100">
                <a:effectLst/>
              </a:rPr>
              <a:t> </a:t>
            </a:r>
            <a:endParaRPr lang="en-US"/>
          </a:p>
        </p:txBody>
      </p:sp>
      <p:sp>
        <p:nvSpPr>
          <p:cNvPr id="1280" name="Rectangle 1279">
            <a:extLst>
              <a:ext uri="{FF2B5EF4-FFF2-40B4-BE49-F238E27FC236}">
                <a16:creationId xmlns:a16="http://schemas.microsoft.com/office/drawing/2014/main" id="{7AA473BB-6C61-9BAF-C9DC-B849F107D912}"/>
              </a:ext>
            </a:extLst>
          </p:cNvPr>
          <p:cNvSpPr/>
          <p:nvPr/>
        </p:nvSpPr>
        <p:spPr>
          <a:xfrm>
            <a:off x="4343400" y="2121408"/>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Never share passwords, recovery codes, or signed-in sessions. Use the approved password manager.</a:t>
            </a:r>
          </a:p>
          <a:p>
            <a:pPr algn="l">
              <a:buNone/>
            </a:pPr>
            <a:r>
              <a:rPr lang="en-US" sz="100">
                <a:effectLst/>
              </a:rPr>
              <a:t> </a:t>
            </a:r>
            <a:endParaRPr lang="en-US"/>
          </a:p>
        </p:txBody>
      </p:sp>
      <p:sp>
        <p:nvSpPr>
          <p:cNvPr id="1331" name="Rectangle 1330">
            <a:extLst>
              <a:ext uri="{FF2B5EF4-FFF2-40B4-BE49-F238E27FC236}">
                <a16:creationId xmlns:a16="http://schemas.microsoft.com/office/drawing/2014/main" id="{CEC22FFE-6942-E958-3CE5-75C258E602DD}"/>
              </a:ext>
            </a:extLst>
          </p:cNvPr>
          <p:cNvSpPr/>
          <p:nvPr/>
        </p:nvSpPr>
        <p:spPr>
          <a:xfrm>
            <a:off x="594360" y="3209544"/>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83" name="Rectangle 1382">
            <a:extLst>
              <a:ext uri="{FF2B5EF4-FFF2-40B4-BE49-F238E27FC236}">
                <a16:creationId xmlns:a16="http://schemas.microsoft.com/office/drawing/2014/main" id="{E33666EC-8F34-6FA1-3BC6-71C1B0B0FABC}"/>
              </a:ext>
            </a:extLst>
          </p:cNvPr>
          <p:cNvSpPr/>
          <p:nvPr/>
        </p:nvSpPr>
        <p:spPr>
          <a:xfrm>
            <a:off x="822960" y="3319272"/>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Check every prompt</a:t>
            </a:r>
          </a:p>
          <a:p>
            <a:pPr algn="l">
              <a:buNone/>
            </a:pPr>
            <a:r>
              <a:rPr lang="en-US" sz="100">
                <a:effectLst/>
              </a:rPr>
              <a:t> </a:t>
            </a:r>
            <a:endParaRPr lang="en-US"/>
          </a:p>
        </p:txBody>
      </p:sp>
      <p:sp>
        <p:nvSpPr>
          <p:cNvPr id="1436" name="Rectangle 1435">
            <a:extLst>
              <a:ext uri="{FF2B5EF4-FFF2-40B4-BE49-F238E27FC236}">
                <a16:creationId xmlns:a16="http://schemas.microsoft.com/office/drawing/2014/main" id="{C783BD36-6E22-8E8F-E0EC-97B078B5D6A4}"/>
              </a:ext>
            </a:extLst>
          </p:cNvPr>
          <p:cNvSpPr/>
          <p:nvPr/>
        </p:nvSpPr>
        <p:spPr>
          <a:xfrm>
            <a:off x="4343400" y="3319272"/>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Approve MFA only for a sign-in you initiated. Deny and report unexpected requests.</a:t>
            </a:r>
          </a:p>
          <a:p>
            <a:pPr algn="l">
              <a:buNone/>
            </a:pPr>
            <a:r>
              <a:rPr lang="en-US" sz="100">
                <a:effectLst/>
              </a:rPr>
              <a:t> </a:t>
            </a:r>
            <a:endParaRPr lang="en-US"/>
          </a:p>
        </p:txBody>
      </p:sp>
      <p:sp>
        <p:nvSpPr>
          <p:cNvPr id="1490" name="Rectangle 1489">
            <a:extLst>
              <a:ext uri="{FF2B5EF4-FFF2-40B4-BE49-F238E27FC236}">
                <a16:creationId xmlns:a16="http://schemas.microsoft.com/office/drawing/2014/main" id="{722A552E-F497-9F4C-0601-7325CD7008F1}"/>
              </a:ext>
            </a:extLst>
          </p:cNvPr>
          <p:cNvSpPr/>
          <p:nvPr/>
        </p:nvSpPr>
        <p:spPr>
          <a:xfrm>
            <a:off x="594360" y="4407408"/>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45" name="Rectangle 1544">
            <a:extLst>
              <a:ext uri="{FF2B5EF4-FFF2-40B4-BE49-F238E27FC236}">
                <a16:creationId xmlns:a16="http://schemas.microsoft.com/office/drawing/2014/main" id="{53DC950E-7FAD-F072-3B15-40671A21C6CD}"/>
              </a:ext>
            </a:extLst>
          </p:cNvPr>
          <p:cNvSpPr/>
          <p:nvPr/>
        </p:nvSpPr>
        <p:spPr>
          <a:xfrm>
            <a:off x="822960" y="4517136"/>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Keep access limited</a:t>
            </a:r>
          </a:p>
          <a:p>
            <a:pPr algn="l">
              <a:buNone/>
            </a:pPr>
            <a:r>
              <a:rPr lang="en-US" sz="100">
                <a:effectLst/>
              </a:rPr>
              <a:t> </a:t>
            </a:r>
            <a:endParaRPr lang="en-US"/>
          </a:p>
        </p:txBody>
      </p:sp>
      <p:sp>
        <p:nvSpPr>
          <p:cNvPr id="1601" name="Rectangle 1600">
            <a:extLst>
              <a:ext uri="{FF2B5EF4-FFF2-40B4-BE49-F238E27FC236}">
                <a16:creationId xmlns:a16="http://schemas.microsoft.com/office/drawing/2014/main" id="{1411A39D-EE91-D5DB-51F5-2C406F4E06C5}"/>
              </a:ext>
            </a:extLst>
          </p:cNvPr>
          <p:cNvSpPr/>
          <p:nvPr/>
        </p:nvSpPr>
        <p:spPr>
          <a:xfrm>
            <a:off x="4343400" y="4517136"/>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Use only the access needed for your role. Request approved access instead of borrowing an account.</a:t>
            </a:r>
          </a:p>
          <a:p>
            <a:pPr algn="l">
              <a:buNone/>
            </a:pPr>
            <a:r>
              <a:rPr lang="en-US" sz="100">
                <a:effectLst/>
              </a:rPr>
              <a:t> </a:t>
            </a:r>
            <a:endParaRPr lang="en-US"/>
          </a:p>
        </p:txBody>
      </p:sp>
      <p:pic>
        <p:nvPicPr>
          <p:cNvPr id="12254" name="synozur-logo" descr="Synozur Alliance official logo">
            <a:extLst>
              <a:ext uri="{FF2B5EF4-FFF2-40B4-BE49-F238E27FC236}">
                <a16:creationId xmlns:a16="http://schemas.microsoft.com/office/drawing/2014/main" id="{B55A04F0-8A47-6DD9-2A30-2B7D15425D65}"/>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2410267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658" name="Rectangle 1657">
            <a:extLst>
              <a:ext uri="{FF2B5EF4-FFF2-40B4-BE49-F238E27FC236}">
                <a16:creationId xmlns:a16="http://schemas.microsoft.com/office/drawing/2014/main" id="{29AA5F0C-A2BC-D4B0-0A40-8103AFC6AEF4}"/>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LEARN | 03</a:t>
            </a:r>
          </a:p>
          <a:p>
            <a:pPr algn="l">
              <a:buNone/>
            </a:pPr>
            <a:r>
              <a:rPr lang="en-US" sz="100">
                <a:effectLst/>
              </a:rPr>
              <a:t> </a:t>
            </a:r>
            <a:endParaRPr lang="en-US"/>
          </a:p>
        </p:txBody>
      </p:sp>
      <p:sp>
        <p:nvSpPr>
          <p:cNvPr id="1716" name="Rectangle 1715">
            <a:extLst>
              <a:ext uri="{FF2B5EF4-FFF2-40B4-BE49-F238E27FC236}">
                <a16:creationId xmlns:a16="http://schemas.microsoft.com/office/drawing/2014/main" id="{E980469C-144F-00C2-E80F-384EC3DC74B2}"/>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Verify before you act</a:t>
            </a:r>
          </a:p>
          <a:p>
            <a:pPr algn="l">
              <a:buNone/>
            </a:pPr>
            <a:r>
              <a:rPr lang="en-US" sz="100">
                <a:effectLst/>
              </a:rPr>
              <a:t> </a:t>
            </a:r>
            <a:endParaRPr lang="en-US"/>
          </a:p>
        </p:txBody>
      </p:sp>
      <p:sp>
        <p:nvSpPr>
          <p:cNvPr id="1775" name="Rectangle 1774">
            <a:extLst>
              <a:ext uri="{FF2B5EF4-FFF2-40B4-BE49-F238E27FC236}">
                <a16:creationId xmlns:a16="http://schemas.microsoft.com/office/drawing/2014/main" id="{F56A4503-EC1C-2206-9623-3EAC3BE51221}"/>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Security Policy: sections 9, 14; practical awareness examples</a:t>
            </a:r>
          </a:p>
          <a:p>
            <a:pPr algn="l">
              <a:buNone/>
            </a:pPr>
            <a:r>
              <a:rPr lang="en-US" sz="100">
                <a:effectLst/>
              </a:rPr>
              <a:t> </a:t>
            </a:r>
            <a:endParaRPr lang="en-US"/>
          </a:p>
        </p:txBody>
      </p:sp>
      <p:sp>
        <p:nvSpPr>
          <p:cNvPr id="1835" name="Rectangle 1834">
            <a:extLst>
              <a:ext uri="{FF2B5EF4-FFF2-40B4-BE49-F238E27FC236}">
                <a16:creationId xmlns:a16="http://schemas.microsoft.com/office/drawing/2014/main" id="{6DC00423-A947-F496-1279-88210910A1ED}"/>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896" name="Rectangle 1895">
            <a:extLst>
              <a:ext uri="{FF2B5EF4-FFF2-40B4-BE49-F238E27FC236}">
                <a16:creationId xmlns:a16="http://schemas.microsoft.com/office/drawing/2014/main" id="{706E588F-1585-D839-7BBF-255919ED29C2}"/>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05</a:t>
            </a:r>
          </a:p>
          <a:p>
            <a:pPr algn="r">
              <a:buNone/>
            </a:pPr>
            <a:r>
              <a:rPr lang="en-US" sz="100">
                <a:effectLst/>
              </a:rPr>
              <a:t> </a:t>
            </a:r>
            <a:endParaRPr lang="en-US"/>
          </a:p>
        </p:txBody>
      </p:sp>
      <p:sp>
        <p:nvSpPr>
          <p:cNvPr id="1958" name="Rectangle 1957">
            <a:extLst>
              <a:ext uri="{FF2B5EF4-FFF2-40B4-BE49-F238E27FC236}">
                <a16:creationId xmlns:a16="http://schemas.microsoft.com/office/drawing/2014/main" id="{FD59020C-54A1-D178-C4A2-5B6B34920CB4}"/>
              </a:ext>
            </a:extLst>
          </p:cNvPr>
          <p:cNvSpPr/>
          <p:nvPr/>
        </p:nvSpPr>
        <p:spPr>
          <a:xfrm>
            <a:off x="594360" y="2011680"/>
            <a:ext cx="3721608" cy="3575304"/>
          </a:xfrm>
          <a:prstGeom prst="rect">
            <a:avLst/>
          </a:prstGeom>
          <a:solidFill>
            <a:srgbClr val="810FFB"/>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21" name="Rectangle 2020">
            <a:extLst>
              <a:ext uri="{FF2B5EF4-FFF2-40B4-BE49-F238E27FC236}">
                <a16:creationId xmlns:a16="http://schemas.microsoft.com/office/drawing/2014/main" id="{814A928C-1B0A-8C64-3A9D-63177DED26F0}"/>
              </a:ext>
            </a:extLst>
          </p:cNvPr>
          <p:cNvSpPr/>
          <p:nvPr/>
        </p:nvSpPr>
        <p:spPr>
          <a:xfrm>
            <a:off x="859536" y="2331720"/>
            <a:ext cx="3172968" cy="10789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500" b="1">
                <a:solidFill>
                  <a:srgbClr val="FFFFFF"/>
                </a:solidFill>
                <a:effectLst/>
                <a:latin typeface="Arial" panose="020B0604020202020204" pitchFamily="34" charset="0"/>
              </a:rPr>
              <a:t>Recognize the pressure</a:t>
            </a:r>
          </a:p>
          <a:p>
            <a:pPr algn="l">
              <a:buNone/>
            </a:pPr>
            <a:r>
              <a:rPr lang="en-US" sz="100">
                <a:effectLst/>
              </a:rPr>
              <a:t> </a:t>
            </a:r>
            <a:endParaRPr lang="en-US"/>
          </a:p>
        </p:txBody>
      </p:sp>
      <p:sp>
        <p:nvSpPr>
          <p:cNvPr id="2085" name="Rectangle 2084">
            <a:extLst>
              <a:ext uri="{FF2B5EF4-FFF2-40B4-BE49-F238E27FC236}">
                <a16:creationId xmlns:a16="http://schemas.microsoft.com/office/drawing/2014/main" id="{A80EB9CF-3F50-1AB5-62B8-6E54E074F43F}"/>
              </a:ext>
            </a:extLst>
          </p:cNvPr>
          <p:cNvSpPr/>
          <p:nvPr/>
        </p:nvSpPr>
        <p:spPr>
          <a:xfrm>
            <a:off x="859536" y="3593592"/>
            <a:ext cx="3172968" cy="1600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FFFFFF"/>
                </a:solidFill>
                <a:effectLst/>
                <a:latin typeface="Arial" panose="020B0604020202020204" pitchFamily="34" charset="0"/>
              </a:rPr>
              <a:t>Urgency, secrecy, unexpected links, QR codes, attachments, or changed payment details are warning signs.</a:t>
            </a:r>
          </a:p>
          <a:p>
            <a:pPr algn="l">
              <a:buNone/>
            </a:pPr>
            <a:r>
              <a:rPr lang="en-US" sz="100">
                <a:effectLst/>
              </a:rPr>
              <a:t> </a:t>
            </a:r>
            <a:endParaRPr lang="en-US"/>
          </a:p>
        </p:txBody>
      </p:sp>
      <p:sp>
        <p:nvSpPr>
          <p:cNvPr id="2150" name="Rectangle 2149">
            <a:extLst>
              <a:ext uri="{FF2B5EF4-FFF2-40B4-BE49-F238E27FC236}">
                <a16:creationId xmlns:a16="http://schemas.microsoft.com/office/drawing/2014/main" id="{43224FBA-247A-E1DB-C94F-FBCFEE4970FF}"/>
              </a:ext>
            </a:extLst>
          </p:cNvPr>
          <p:cNvSpPr/>
          <p:nvPr/>
        </p:nvSpPr>
        <p:spPr>
          <a:xfrm>
            <a:off x="4608576" y="2011680"/>
            <a:ext cx="6949440" cy="1709928"/>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16" name="Rectangle 2215">
            <a:extLst>
              <a:ext uri="{FF2B5EF4-FFF2-40B4-BE49-F238E27FC236}">
                <a16:creationId xmlns:a16="http://schemas.microsoft.com/office/drawing/2014/main" id="{37935088-F3CD-C603-9B67-6269CA4E6A60}"/>
              </a:ext>
            </a:extLst>
          </p:cNvPr>
          <p:cNvSpPr/>
          <p:nvPr/>
        </p:nvSpPr>
        <p:spPr>
          <a:xfrm>
            <a:off x="4855464" y="2157984"/>
            <a:ext cx="6455664" cy="47548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Verify independently</a:t>
            </a:r>
          </a:p>
          <a:p>
            <a:pPr algn="l">
              <a:buNone/>
            </a:pPr>
            <a:r>
              <a:rPr lang="en-US" sz="100">
                <a:effectLst/>
              </a:rPr>
              <a:t> </a:t>
            </a:r>
            <a:endParaRPr lang="en-US"/>
          </a:p>
        </p:txBody>
      </p:sp>
      <p:sp>
        <p:nvSpPr>
          <p:cNvPr id="2283" name="Rectangle 2282">
            <a:extLst>
              <a:ext uri="{FF2B5EF4-FFF2-40B4-BE49-F238E27FC236}">
                <a16:creationId xmlns:a16="http://schemas.microsoft.com/office/drawing/2014/main" id="{1C2F3ADA-5F7E-E5AA-B5A3-CBF362C52EB9}"/>
              </a:ext>
            </a:extLst>
          </p:cNvPr>
          <p:cNvSpPr/>
          <p:nvPr/>
        </p:nvSpPr>
        <p:spPr>
          <a:xfrm>
            <a:off x="4855464" y="2734056"/>
            <a:ext cx="6455664" cy="777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201134"/>
                </a:solidFill>
                <a:effectLst/>
                <a:latin typeface="Arial" panose="020B0604020202020204" pitchFamily="34" charset="0"/>
              </a:rPr>
              <a:t>Use a known contact or a trusted directory. Do not verify through the suspicious message.</a:t>
            </a:r>
          </a:p>
          <a:p>
            <a:pPr algn="l">
              <a:buNone/>
            </a:pPr>
            <a:r>
              <a:rPr lang="en-US" sz="100">
                <a:effectLst/>
              </a:rPr>
              <a:t> </a:t>
            </a:r>
            <a:endParaRPr lang="en-US"/>
          </a:p>
        </p:txBody>
      </p:sp>
      <p:sp>
        <p:nvSpPr>
          <p:cNvPr id="2351" name="Rectangle 2350">
            <a:extLst>
              <a:ext uri="{FF2B5EF4-FFF2-40B4-BE49-F238E27FC236}">
                <a16:creationId xmlns:a16="http://schemas.microsoft.com/office/drawing/2014/main" id="{B01F217A-A66E-E7FF-FB39-184BF9C4878A}"/>
              </a:ext>
            </a:extLst>
          </p:cNvPr>
          <p:cNvSpPr/>
          <p:nvPr/>
        </p:nvSpPr>
        <p:spPr>
          <a:xfrm>
            <a:off x="4608576" y="3877056"/>
            <a:ext cx="6949440" cy="1709928"/>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20" name="Rectangle 2419">
            <a:extLst>
              <a:ext uri="{FF2B5EF4-FFF2-40B4-BE49-F238E27FC236}">
                <a16:creationId xmlns:a16="http://schemas.microsoft.com/office/drawing/2014/main" id="{447E6833-D939-A258-AB8C-6CB5FEF85DCF}"/>
              </a:ext>
            </a:extLst>
          </p:cNvPr>
          <p:cNvSpPr/>
          <p:nvPr/>
        </p:nvSpPr>
        <p:spPr>
          <a:xfrm>
            <a:off x="4855464" y="4023360"/>
            <a:ext cx="6455664" cy="47548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Stop and report</a:t>
            </a:r>
          </a:p>
          <a:p>
            <a:pPr algn="l">
              <a:buNone/>
            </a:pPr>
            <a:r>
              <a:rPr lang="en-US" sz="100">
                <a:effectLst/>
              </a:rPr>
              <a:t> </a:t>
            </a:r>
            <a:endParaRPr lang="en-US"/>
          </a:p>
        </p:txBody>
      </p:sp>
      <p:sp>
        <p:nvSpPr>
          <p:cNvPr id="2490" name="Rectangle 2489">
            <a:extLst>
              <a:ext uri="{FF2B5EF4-FFF2-40B4-BE49-F238E27FC236}">
                <a16:creationId xmlns:a16="http://schemas.microsoft.com/office/drawing/2014/main" id="{D31E1870-8692-0C24-0B9E-75116B3A497C}"/>
              </a:ext>
            </a:extLst>
          </p:cNvPr>
          <p:cNvSpPr/>
          <p:nvPr/>
        </p:nvSpPr>
        <p:spPr>
          <a:xfrm>
            <a:off x="4855464" y="4599432"/>
            <a:ext cx="6455664" cy="777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201134"/>
                </a:solidFill>
                <a:effectLst/>
                <a:latin typeface="Arial" panose="020B0604020202020204" pitchFamily="34" charset="0"/>
              </a:rPr>
              <a:t>Do not click, pay, disclose codes, or install software. Report the message and preserve it.</a:t>
            </a:r>
          </a:p>
          <a:p>
            <a:pPr algn="l">
              <a:buNone/>
            </a:pPr>
            <a:r>
              <a:rPr lang="en-US" sz="100">
                <a:effectLst/>
              </a:rPr>
              <a:t> </a:t>
            </a:r>
            <a:endParaRPr lang="en-US"/>
          </a:p>
        </p:txBody>
      </p:sp>
      <p:pic>
        <p:nvPicPr>
          <p:cNvPr id="12255" name="synozur-logo" descr="Synozur Alliance official logo">
            <a:extLst>
              <a:ext uri="{FF2B5EF4-FFF2-40B4-BE49-F238E27FC236}">
                <a16:creationId xmlns:a16="http://schemas.microsoft.com/office/drawing/2014/main" id="{38E98062-8E52-71CE-D82C-6FB1D5361DF4}"/>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2920022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2561" name="Rectangle 2560">
            <a:extLst>
              <a:ext uri="{FF2B5EF4-FFF2-40B4-BE49-F238E27FC236}">
                <a16:creationId xmlns:a16="http://schemas.microsoft.com/office/drawing/2014/main" id="{15FAB3EA-EECA-C230-E6F2-CF30642AD3EE}"/>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LEARN | 04</a:t>
            </a:r>
          </a:p>
          <a:p>
            <a:pPr algn="l">
              <a:buNone/>
            </a:pPr>
            <a:r>
              <a:rPr lang="en-US" sz="100">
                <a:effectLst/>
              </a:rPr>
              <a:t> </a:t>
            </a:r>
            <a:endParaRPr lang="en-US"/>
          </a:p>
        </p:txBody>
      </p:sp>
      <p:sp>
        <p:nvSpPr>
          <p:cNvPr id="2633" name="Rectangle 2632">
            <a:extLst>
              <a:ext uri="{FF2B5EF4-FFF2-40B4-BE49-F238E27FC236}">
                <a16:creationId xmlns:a16="http://schemas.microsoft.com/office/drawing/2014/main" id="{9B0691DD-8DFC-4152-CA9D-998943EBB43E}"/>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Use approved tools and AI</a:t>
            </a:r>
          </a:p>
          <a:p>
            <a:pPr algn="l">
              <a:buNone/>
            </a:pPr>
            <a:r>
              <a:rPr lang="en-US" sz="100">
                <a:effectLst/>
              </a:rPr>
              <a:t> </a:t>
            </a:r>
            <a:endParaRPr lang="en-US"/>
          </a:p>
        </p:txBody>
      </p:sp>
      <p:sp>
        <p:nvSpPr>
          <p:cNvPr id="2706" name="Rectangle 2705">
            <a:extLst>
              <a:ext uri="{FF2B5EF4-FFF2-40B4-BE49-F238E27FC236}">
                <a16:creationId xmlns:a16="http://schemas.microsoft.com/office/drawing/2014/main" id="{C8B1D674-A4AC-40BC-F607-748310E15B52}"/>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IT Policy: sections 2, 5, 6</a:t>
            </a:r>
          </a:p>
          <a:p>
            <a:pPr algn="l">
              <a:buNone/>
            </a:pPr>
            <a:r>
              <a:rPr lang="en-US" sz="100">
                <a:effectLst/>
              </a:rPr>
              <a:t> </a:t>
            </a:r>
            <a:endParaRPr lang="en-US"/>
          </a:p>
        </p:txBody>
      </p:sp>
      <p:sp>
        <p:nvSpPr>
          <p:cNvPr id="2780" name="Rectangle 2779">
            <a:extLst>
              <a:ext uri="{FF2B5EF4-FFF2-40B4-BE49-F238E27FC236}">
                <a16:creationId xmlns:a16="http://schemas.microsoft.com/office/drawing/2014/main" id="{41808DF6-4265-E2B5-94EC-4F22D2340BB6}"/>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2855" name="Rectangle 2854">
            <a:extLst>
              <a:ext uri="{FF2B5EF4-FFF2-40B4-BE49-F238E27FC236}">
                <a16:creationId xmlns:a16="http://schemas.microsoft.com/office/drawing/2014/main" id="{A201A78D-069C-308C-D99C-11B3A93CA528}"/>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06</a:t>
            </a:r>
          </a:p>
          <a:p>
            <a:pPr algn="r">
              <a:buNone/>
            </a:pPr>
            <a:r>
              <a:rPr lang="en-US" sz="100">
                <a:effectLst/>
              </a:rPr>
              <a:t> </a:t>
            </a:r>
            <a:endParaRPr lang="en-US"/>
          </a:p>
        </p:txBody>
      </p:sp>
      <p:sp>
        <p:nvSpPr>
          <p:cNvPr id="2931" name="Rectangle 2930">
            <a:extLst>
              <a:ext uri="{FF2B5EF4-FFF2-40B4-BE49-F238E27FC236}">
                <a16:creationId xmlns:a16="http://schemas.microsoft.com/office/drawing/2014/main" id="{D0E3852B-45EF-0AE9-F6E1-4F5A6E88051B}"/>
              </a:ext>
            </a:extLst>
          </p:cNvPr>
          <p:cNvSpPr/>
          <p:nvPr/>
        </p:nvSpPr>
        <p:spPr>
          <a:xfrm>
            <a:off x="594360" y="2011680"/>
            <a:ext cx="3502152" cy="3575304"/>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08" name="Rectangle 3007">
            <a:extLst>
              <a:ext uri="{FF2B5EF4-FFF2-40B4-BE49-F238E27FC236}">
                <a16:creationId xmlns:a16="http://schemas.microsoft.com/office/drawing/2014/main" id="{F05FAEFF-6557-F4BD-F733-A8963820F669}"/>
              </a:ext>
            </a:extLst>
          </p:cNvPr>
          <p:cNvSpPr/>
          <p:nvPr/>
        </p:nvSpPr>
        <p:spPr>
          <a:xfrm>
            <a:off x="813816"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01</a:t>
            </a:r>
          </a:p>
          <a:p>
            <a:pPr algn="l">
              <a:buNone/>
            </a:pPr>
            <a:r>
              <a:rPr lang="en-US" sz="100">
                <a:effectLst/>
              </a:rPr>
              <a:t> </a:t>
            </a:r>
            <a:endParaRPr lang="en-US"/>
          </a:p>
        </p:txBody>
      </p:sp>
      <p:sp>
        <p:nvSpPr>
          <p:cNvPr id="3086" name="Rectangle 3085">
            <a:extLst>
              <a:ext uri="{FF2B5EF4-FFF2-40B4-BE49-F238E27FC236}">
                <a16:creationId xmlns:a16="http://schemas.microsoft.com/office/drawing/2014/main" id="{86BC7870-F3FF-A36D-D9CB-A177C0537D71}"/>
              </a:ext>
            </a:extLst>
          </p:cNvPr>
          <p:cNvSpPr/>
          <p:nvPr/>
        </p:nvSpPr>
        <p:spPr>
          <a:xfrm>
            <a:off x="813816" y="2638396"/>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Approval is specific</a:t>
            </a:r>
          </a:p>
          <a:p>
            <a:pPr algn="l">
              <a:buNone/>
            </a:pPr>
            <a:r>
              <a:rPr lang="en-US" sz="100">
                <a:effectLst/>
              </a:rPr>
              <a:t> </a:t>
            </a:r>
            <a:endParaRPr lang="en-US"/>
          </a:p>
        </p:txBody>
      </p:sp>
      <p:sp>
        <p:nvSpPr>
          <p:cNvPr id="3165" name="Rectangle 3164">
            <a:extLst>
              <a:ext uri="{FF2B5EF4-FFF2-40B4-BE49-F238E27FC236}">
                <a16:creationId xmlns:a16="http://schemas.microsoft.com/office/drawing/2014/main" id="{634EBAD5-08BF-810D-25AE-F4C61D1EC4A7}"/>
              </a:ext>
            </a:extLst>
          </p:cNvPr>
          <p:cNvSpPr/>
          <p:nvPr/>
        </p:nvSpPr>
        <p:spPr>
          <a:xfrm>
            <a:off x="813816" y="3776472"/>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Use authorized business tools and approved accounts. A free trial is not approval.</a:t>
            </a:r>
          </a:p>
          <a:p>
            <a:pPr algn="l">
              <a:buNone/>
            </a:pPr>
            <a:r>
              <a:rPr lang="en-US" sz="100">
                <a:effectLst/>
              </a:rPr>
              <a:t> </a:t>
            </a:r>
            <a:endParaRPr lang="en-US"/>
          </a:p>
        </p:txBody>
      </p:sp>
      <p:sp>
        <p:nvSpPr>
          <p:cNvPr id="3245" name="Rectangle 3244">
            <a:extLst>
              <a:ext uri="{FF2B5EF4-FFF2-40B4-BE49-F238E27FC236}">
                <a16:creationId xmlns:a16="http://schemas.microsoft.com/office/drawing/2014/main" id="{AD8868A2-D923-A74A-5E8A-4467B41E8BD9}"/>
              </a:ext>
            </a:extLst>
          </p:cNvPr>
          <p:cNvSpPr/>
          <p:nvPr/>
        </p:nvSpPr>
        <p:spPr>
          <a:xfrm>
            <a:off x="4325112" y="2011680"/>
            <a:ext cx="3502152" cy="3575304"/>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26" name="Rectangle 3325">
            <a:extLst>
              <a:ext uri="{FF2B5EF4-FFF2-40B4-BE49-F238E27FC236}">
                <a16:creationId xmlns:a16="http://schemas.microsoft.com/office/drawing/2014/main" id="{DC277780-EA65-6BFB-926C-684FB02F3BBD}"/>
              </a:ext>
            </a:extLst>
          </p:cNvPr>
          <p:cNvSpPr/>
          <p:nvPr/>
        </p:nvSpPr>
        <p:spPr>
          <a:xfrm>
            <a:off x="4544568"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02</a:t>
            </a:r>
          </a:p>
          <a:p>
            <a:pPr algn="l">
              <a:buNone/>
            </a:pPr>
            <a:r>
              <a:rPr lang="en-US" sz="100">
                <a:effectLst/>
              </a:rPr>
              <a:t> </a:t>
            </a:r>
            <a:endParaRPr lang="en-US"/>
          </a:p>
        </p:txBody>
      </p:sp>
      <p:sp>
        <p:nvSpPr>
          <p:cNvPr id="3408" name="Rectangle 3407">
            <a:extLst>
              <a:ext uri="{FF2B5EF4-FFF2-40B4-BE49-F238E27FC236}">
                <a16:creationId xmlns:a16="http://schemas.microsoft.com/office/drawing/2014/main" id="{AA4D8DC0-1BD2-7CF5-830F-7847E525D818}"/>
              </a:ext>
            </a:extLst>
          </p:cNvPr>
          <p:cNvSpPr/>
          <p:nvPr/>
        </p:nvSpPr>
        <p:spPr>
          <a:xfrm>
            <a:off x="4544568" y="2638396"/>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Data rules still apply</a:t>
            </a:r>
          </a:p>
          <a:p>
            <a:pPr algn="l">
              <a:buNone/>
            </a:pPr>
            <a:r>
              <a:rPr lang="en-US" sz="100">
                <a:effectLst/>
              </a:rPr>
              <a:t> </a:t>
            </a:r>
            <a:endParaRPr lang="en-US"/>
          </a:p>
        </p:txBody>
      </p:sp>
      <p:sp>
        <p:nvSpPr>
          <p:cNvPr id="3491" name="Rectangle 3490">
            <a:extLst>
              <a:ext uri="{FF2B5EF4-FFF2-40B4-BE49-F238E27FC236}">
                <a16:creationId xmlns:a16="http://schemas.microsoft.com/office/drawing/2014/main" id="{CE4971C8-D708-7B0B-EC81-EAC1A167C97B}"/>
              </a:ext>
            </a:extLst>
          </p:cNvPr>
          <p:cNvSpPr/>
          <p:nvPr/>
        </p:nvSpPr>
        <p:spPr>
          <a:xfrm>
            <a:off x="4544568" y="3776472"/>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Check the client, purpose, and data restrictions before uploading. Never bypass sharing controls.</a:t>
            </a:r>
          </a:p>
          <a:p>
            <a:pPr algn="l">
              <a:buNone/>
            </a:pPr>
            <a:r>
              <a:rPr lang="en-US" sz="100">
                <a:effectLst/>
              </a:rPr>
              <a:t> </a:t>
            </a:r>
            <a:endParaRPr lang="en-US"/>
          </a:p>
        </p:txBody>
      </p:sp>
      <p:sp>
        <p:nvSpPr>
          <p:cNvPr id="3575" name="Rectangle 3574">
            <a:extLst>
              <a:ext uri="{FF2B5EF4-FFF2-40B4-BE49-F238E27FC236}">
                <a16:creationId xmlns:a16="http://schemas.microsoft.com/office/drawing/2014/main" id="{85F6C195-1DF9-7B7B-A949-82454C4B7D72}"/>
              </a:ext>
            </a:extLst>
          </p:cNvPr>
          <p:cNvSpPr/>
          <p:nvPr/>
        </p:nvSpPr>
        <p:spPr>
          <a:xfrm>
            <a:off x="8055864" y="2011680"/>
            <a:ext cx="3502152" cy="3575304"/>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60" name="Rectangle 3659">
            <a:extLst>
              <a:ext uri="{FF2B5EF4-FFF2-40B4-BE49-F238E27FC236}">
                <a16:creationId xmlns:a16="http://schemas.microsoft.com/office/drawing/2014/main" id="{09FB8DCE-6F36-E7CA-D55D-9A58B8DC8737}"/>
              </a:ext>
            </a:extLst>
          </p:cNvPr>
          <p:cNvSpPr/>
          <p:nvPr/>
        </p:nvSpPr>
        <p:spPr>
          <a:xfrm>
            <a:off x="8275320"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03</a:t>
            </a:r>
          </a:p>
          <a:p>
            <a:pPr algn="l">
              <a:buNone/>
            </a:pPr>
            <a:r>
              <a:rPr lang="en-US" sz="100">
                <a:effectLst/>
              </a:rPr>
              <a:t> </a:t>
            </a:r>
            <a:endParaRPr lang="en-US"/>
          </a:p>
        </p:txBody>
      </p:sp>
      <p:sp>
        <p:nvSpPr>
          <p:cNvPr id="3746" name="Rectangle 3745">
            <a:extLst>
              <a:ext uri="{FF2B5EF4-FFF2-40B4-BE49-F238E27FC236}">
                <a16:creationId xmlns:a16="http://schemas.microsoft.com/office/drawing/2014/main" id="{023D8E19-A5D8-68ED-7EFC-3DDE731E666A}"/>
              </a:ext>
            </a:extLst>
          </p:cNvPr>
          <p:cNvSpPr/>
          <p:nvPr/>
        </p:nvSpPr>
        <p:spPr>
          <a:xfrm>
            <a:off x="8275320"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People remain accountable</a:t>
            </a:r>
          </a:p>
          <a:p>
            <a:pPr algn="l">
              <a:buNone/>
            </a:pPr>
            <a:r>
              <a:rPr lang="en-US" sz="100">
                <a:effectLst/>
              </a:rPr>
              <a:t> </a:t>
            </a:r>
            <a:endParaRPr lang="en-US"/>
          </a:p>
        </p:txBody>
      </p:sp>
      <p:sp>
        <p:nvSpPr>
          <p:cNvPr id="3833" name="Rectangle 3832">
            <a:extLst>
              <a:ext uri="{FF2B5EF4-FFF2-40B4-BE49-F238E27FC236}">
                <a16:creationId xmlns:a16="http://schemas.microsoft.com/office/drawing/2014/main" id="{EAD2621B-B4FE-4249-A85F-7C34FF93E829}"/>
              </a:ext>
            </a:extLst>
          </p:cNvPr>
          <p:cNvSpPr/>
          <p:nvPr/>
        </p:nvSpPr>
        <p:spPr>
          <a:xfrm>
            <a:off x="8275320" y="3776472"/>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Review AI output before external sharing. Seek IT approval for new tools or uses.</a:t>
            </a:r>
          </a:p>
          <a:p>
            <a:pPr algn="l">
              <a:buNone/>
            </a:pPr>
            <a:r>
              <a:rPr lang="en-US" sz="100">
                <a:effectLst/>
              </a:rPr>
              <a:t> </a:t>
            </a:r>
            <a:endParaRPr lang="en-US"/>
          </a:p>
        </p:txBody>
      </p:sp>
      <p:pic>
        <p:nvPicPr>
          <p:cNvPr id="12256" name="synozur-logo" descr="Synozur Alliance official logo">
            <a:extLst>
              <a:ext uri="{FF2B5EF4-FFF2-40B4-BE49-F238E27FC236}">
                <a16:creationId xmlns:a16="http://schemas.microsoft.com/office/drawing/2014/main" id="{2D5F1941-5505-6E26-FF3B-4D27BEC7B0EA}"/>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3624998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3921" name="Rectangle 3920">
            <a:extLst>
              <a:ext uri="{FF2B5EF4-FFF2-40B4-BE49-F238E27FC236}">
                <a16:creationId xmlns:a16="http://schemas.microsoft.com/office/drawing/2014/main" id="{9C4E5A09-2D78-EF9F-B995-61E84957857A}"/>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LEARN | 05</a:t>
            </a:r>
          </a:p>
          <a:p>
            <a:pPr algn="l">
              <a:buNone/>
            </a:pPr>
            <a:r>
              <a:rPr lang="en-US" sz="100">
                <a:effectLst/>
              </a:rPr>
              <a:t> </a:t>
            </a:r>
            <a:endParaRPr lang="en-US"/>
          </a:p>
        </p:txBody>
      </p:sp>
      <p:sp>
        <p:nvSpPr>
          <p:cNvPr id="4010" name="Rectangle 4009">
            <a:extLst>
              <a:ext uri="{FF2B5EF4-FFF2-40B4-BE49-F238E27FC236}">
                <a16:creationId xmlns:a16="http://schemas.microsoft.com/office/drawing/2014/main" id="{E5A65058-25FF-FB5C-7C03-9EBDD369B05E}"/>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Secure devices wherever you work</a:t>
            </a:r>
          </a:p>
          <a:p>
            <a:pPr algn="l">
              <a:buNone/>
            </a:pPr>
            <a:r>
              <a:rPr lang="en-US" sz="100">
                <a:effectLst/>
              </a:rPr>
              <a:t> </a:t>
            </a:r>
            <a:endParaRPr lang="en-US"/>
          </a:p>
        </p:txBody>
      </p:sp>
      <p:sp>
        <p:nvSpPr>
          <p:cNvPr id="4100" name="Rectangle 4099">
            <a:extLst>
              <a:ext uri="{FF2B5EF4-FFF2-40B4-BE49-F238E27FC236}">
                <a16:creationId xmlns:a16="http://schemas.microsoft.com/office/drawing/2014/main" id="{1102BEEF-5465-4900-5791-88A9E22BBEB3}"/>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Security Policy: sections 10, 12, 13, 16</a:t>
            </a:r>
          </a:p>
          <a:p>
            <a:pPr algn="l">
              <a:buNone/>
            </a:pPr>
            <a:r>
              <a:rPr lang="en-US" sz="100">
                <a:effectLst/>
              </a:rPr>
              <a:t> </a:t>
            </a:r>
            <a:endParaRPr lang="en-US"/>
          </a:p>
        </p:txBody>
      </p:sp>
      <p:sp>
        <p:nvSpPr>
          <p:cNvPr id="4191" name="Rectangle 4190">
            <a:extLst>
              <a:ext uri="{FF2B5EF4-FFF2-40B4-BE49-F238E27FC236}">
                <a16:creationId xmlns:a16="http://schemas.microsoft.com/office/drawing/2014/main" id="{97AB9E01-51D5-0FFF-BCD2-F321307BC5AE}"/>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4283" name="Rectangle 4282">
            <a:extLst>
              <a:ext uri="{FF2B5EF4-FFF2-40B4-BE49-F238E27FC236}">
                <a16:creationId xmlns:a16="http://schemas.microsoft.com/office/drawing/2014/main" id="{62DDAD81-71A9-4146-3C30-049041C49096}"/>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07</a:t>
            </a:r>
          </a:p>
          <a:p>
            <a:pPr algn="r">
              <a:buNone/>
            </a:pPr>
            <a:r>
              <a:rPr lang="en-US" sz="100">
                <a:effectLst/>
              </a:rPr>
              <a:t> </a:t>
            </a:r>
            <a:endParaRPr lang="en-US"/>
          </a:p>
        </p:txBody>
      </p:sp>
      <p:sp>
        <p:nvSpPr>
          <p:cNvPr id="4376" name="Rectangle 4375">
            <a:extLst>
              <a:ext uri="{FF2B5EF4-FFF2-40B4-BE49-F238E27FC236}">
                <a16:creationId xmlns:a16="http://schemas.microsoft.com/office/drawing/2014/main" id="{E797AEA0-BC08-3974-5DA7-2C06BE60DC10}"/>
              </a:ext>
            </a:extLst>
          </p:cNvPr>
          <p:cNvSpPr/>
          <p:nvPr/>
        </p:nvSpPr>
        <p:spPr>
          <a:xfrm>
            <a:off x="594360" y="2011680"/>
            <a:ext cx="10972800" cy="1005840"/>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70" name="Rectangle 4469">
            <a:extLst>
              <a:ext uri="{FF2B5EF4-FFF2-40B4-BE49-F238E27FC236}">
                <a16:creationId xmlns:a16="http://schemas.microsoft.com/office/drawing/2014/main" id="{55218EAC-97C2-36FE-7811-3BA51027271B}"/>
              </a:ext>
            </a:extLst>
          </p:cNvPr>
          <p:cNvSpPr/>
          <p:nvPr/>
        </p:nvSpPr>
        <p:spPr>
          <a:xfrm>
            <a:off x="822960" y="2121408"/>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Keep protections on</a:t>
            </a:r>
          </a:p>
          <a:p>
            <a:pPr algn="l">
              <a:buNone/>
            </a:pPr>
            <a:r>
              <a:rPr lang="en-US" sz="100">
                <a:effectLst/>
              </a:rPr>
              <a:t> </a:t>
            </a:r>
            <a:endParaRPr lang="en-US"/>
          </a:p>
        </p:txBody>
      </p:sp>
      <p:sp>
        <p:nvSpPr>
          <p:cNvPr id="4565" name="Rectangle 4564">
            <a:extLst>
              <a:ext uri="{FF2B5EF4-FFF2-40B4-BE49-F238E27FC236}">
                <a16:creationId xmlns:a16="http://schemas.microsoft.com/office/drawing/2014/main" id="{88F9A930-B2BA-B750-FA76-6F4B259C1BE1}"/>
              </a:ext>
            </a:extLst>
          </p:cNvPr>
          <p:cNvSpPr/>
          <p:nvPr/>
        </p:nvSpPr>
        <p:spPr>
          <a:xfrm>
            <a:off x="4343400" y="2121408"/>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Use approved managed devices. Install required updates and do not disable security controls.</a:t>
            </a:r>
          </a:p>
          <a:p>
            <a:pPr algn="l">
              <a:buNone/>
            </a:pPr>
            <a:r>
              <a:rPr lang="en-US" sz="100">
                <a:effectLst/>
              </a:rPr>
              <a:t> </a:t>
            </a:r>
            <a:endParaRPr lang="en-US"/>
          </a:p>
        </p:txBody>
      </p:sp>
      <p:sp>
        <p:nvSpPr>
          <p:cNvPr id="4661" name="Rectangle 4660">
            <a:extLst>
              <a:ext uri="{FF2B5EF4-FFF2-40B4-BE49-F238E27FC236}">
                <a16:creationId xmlns:a16="http://schemas.microsoft.com/office/drawing/2014/main" id="{AE52D582-9A8E-D47F-4458-5891E1F07AC4}"/>
              </a:ext>
            </a:extLst>
          </p:cNvPr>
          <p:cNvSpPr/>
          <p:nvPr/>
        </p:nvSpPr>
        <p:spPr>
          <a:xfrm>
            <a:off x="594360" y="3209544"/>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58" name="Rectangle 4757">
            <a:extLst>
              <a:ext uri="{FF2B5EF4-FFF2-40B4-BE49-F238E27FC236}">
                <a16:creationId xmlns:a16="http://schemas.microsoft.com/office/drawing/2014/main" id="{F9A870FA-5722-4CFF-D753-9BA9991B1FE8}"/>
              </a:ext>
            </a:extLst>
          </p:cNvPr>
          <p:cNvSpPr/>
          <p:nvPr/>
        </p:nvSpPr>
        <p:spPr>
          <a:xfrm>
            <a:off x="822960" y="3319272"/>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Protect the workspace</a:t>
            </a:r>
          </a:p>
          <a:p>
            <a:pPr algn="l">
              <a:buNone/>
            </a:pPr>
            <a:r>
              <a:rPr lang="en-US" sz="100">
                <a:effectLst/>
              </a:rPr>
              <a:t> </a:t>
            </a:r>
            <a:endParaRPr lang="en-US"/>
          </a:p>
        </p:txBody>
      </p:sp>
      <p:sp>
        <p:nvSpPr>
          <p:cNvPr id="4856" name="Rectangle 4855">
            <a:extLst>
              <a:ext uri="{FF2B5EF4-FFF2-40B4-BE49-F238E27FC236}">
                <a16:creationId xmlns:a16="http://schemas.microsoft.com/office/drawing/2014/main" id="{3E87655A-1873-5F7B-D2CD-EE2389ACC288}"/>
              </a:ext>
            </a:extLst>
          </p:cNvPr>
          <p:cNvSpPr/>
          <p:nvPr/>
        </p:nvSpPr>
        <p:spPr>
          <a:xfrm>
            <a:off x="4343400" y="3319272"/>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Lock the screen; secure devices and papers. Verify visitors and follow site access rules.</a:t>
            </a:r>
          </a:p>
          <a:p>
            <a:pPr algn="l">
              <a:buNone/>
            </a:pPr>
            <a:r>
              <a:rPr lang="en-US" sz="100">
                <a:effectLst/>
              </a:rPr>
              <a:t> </a:t>
            </a:r>
            <a:endParaRPr lang="en-US"/>
          </a:p>
        </p:txBody>
      </p:sp>
      <p:sp>
        <p:nvSpPr>
          <p:cNvPr id="4955" name="Rectangle 4954">
            <a:extLst>
              <a:ext uri="{FF2B5EF4-FFF2-40B4-BE49-F238E27FC236}">
                <a16:creationId xmlns:a16="http://schemas.microsoft.com/office/drawing/2014/main" id="{7AE6C726-B1AC-091C-0342-D5555902F7FD}"/>
              </a:ext>
            </a:extLst>
          </p:cNvPr>
          <p:cNvSpPr/>
          <p:nvPr/>
        </p:nvSpPr>
        <p:spPr>
          <a:xfrm>
            <a:off x="594360" y="4407408"/>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55" name="Rectangle 5054">
            <a:extLst>
              <a:ext uri="{FF2B5EF4-FFF2-40B4-BE49-F238E27FC236}">
                <a16:creationId xmlns:a16="http://schemas.microsoft.com/office/drawing/2014/main" id="{CCB2A77E-2DB5-7DD8-E377-C500CF201197}"/>
              </a:ext>
            </a:extLst>
          </p:cNvPr>
          <p:cNvSpPr/>
          <p:nvPr/>
        </p:nvSpPr>
        <p:spPr>
          <a:xfrm>
            <a:off x="822960" y="4517136"/>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Treat loss as urgent</a:t>
            </a:r>
          </a:p>
          <a:p>
            <a:pPr algn="l">
              <a:buNone/>
            </a:pPr>
            <a:r>
              <a:rPr lang="en-US" sz="100">
                <a:effectLst/>
              </a:rPr>
              <a:t> </a:t>
            </a:r>
            <a:endParaRPr lang="en-US"/>
          </a:p>
        </p:txBody>
      </p:sp>
      <p:sp>
        <p:nvSpPr>
          <p:cNvPr id="5156" name="Rectangle 5155">
            <a:extLst>
              <a:ext uri="{FF2B5EF4-FFF2-40B4-BE49-F238E27FC236}">
                <a16:creationId xmlns:a16="http://schemas.microsoft.com/office/drawing/2014/main" id="{D88E8DF6-E141-A6B0-05D6-E8E0FEB34970}"/>
              </a:ext>
            </a:extLst>
          </p:cNvPr>
          <p:cNvSpPr/>
          <p:nvPr/>
        </p:nvSpPr>
        <p:spPr>
          <a:xfrm>
            <a:off x="4343400" y="4517136"/>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Report missing devices immediately. Use approved remote access; avoid shared or public computers.</a:t>
            </a:r>
          </a:p>
          <a:p>
            <a:pPr algn="l">
              <a:buNone/>
            </a:pPr>
            <a:r>
              <a:rPr lang="en-US" sz="100">
                <a:effectLst/>
              </a:rPr>
              <a:t> </a:t>
            </a:r>
            <a:endParaRPr lang="en-US"/>
          </a:p>
        </p:txBody>
      </p:sp>
      <p:pic>
        <p:nvPicPr>
          <p:cNvPr id="12257" name="synozur-logo" descr="Synozur Alliance official logo">
            <a:extLst>
              <a:ext uri="{FF2B5EF4-FFF2-40B4-BE49-F238E27FC236}">
                <a16:creationId xmlns:a16="http://schemas.microsoft.com/office/drawing/2014/main" id="{91E62297-8D0F-46EB-D6C8-250C24C238C8}"/>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1146505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5258" name="Rectangle 5257">
            <a:extLst>
              <a:ext uri="{FF2B5EF4-FFF2-40B4-BE49-F238E27FC236}">
                <a16:creationId xmlns:a16="http://schemas.microsoft.com/office/drawing/2014/main" id="{B6920A8D-A353-E1A1-572B-B011979B3978}"/>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LEARN | 06</a:t>
            </a:r>
          </a:p>
          <a:p>
            <a:pPr algn="l">
              <a:buNone/>
            </a:pPr>
            <a:r>
              <a:rPr lang="en-US" sz="100">
                <a:effectLst/>
              </a:rPr>
              <a:t> </a:t>
            </a:r>
            <a:endParaRPr lang="en-US"/>
          </a:p>
        </p:txBody>
      </p:sp>
      <p:sp>
        <p:nvSpPr>
          <p:cNvPr id="5361" name="Rectangle 5360">
            <a:extLst>
              <a:ext uri="{FF2B5EF4-FFF2-40B4-BE49-F238E27FC236}">
                <a16:creationId xmlns:a16="http://schemas.microsoft.com/office/drawing/2014/main" id="{736382AD-FB2D-B225-1D68-CD06FA9A5C07}"/>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Share through the approved route</a:t>
            </a:r>
          </a:p>
          <a:p>
            <a:pPr algn="l">
              <a:buNone/>
            </a:pPr>
            <a:r>
              <a:rPr lang="en-US" sz="100">
                <a:effectLst/>
              </a:rPr>
              <a:t> </a:t>
            </a:r>
            <a:endParaRPr lang="en-US"/>
          </a:p>
        </p:txBody>
      </p:sp>
      <p:sp>
        <p:nvSpPr>
          <p:cNvPr id="5465" name="Rectangle 5464">
            <a:extLst>
              <a:ext uri="{FF2B5EF4-FFF2-40B4-BE49-F238E27FC236}">
                <a16:creationId xmlns:a16="http://schemas.microsoft.com/office/drawing/2014/main" id="{52A4E8F2-8923-2E85-CD69-A7EDC741B35C}"/>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IT Policy: section 2; Security Policy: sections 3, 6, 8; SP 800-171r3: 1.1</a:t>
            </a:r>
          </a:p>
          <a:p>
            <a:pPr algn="l">
              <a:buNone/>
            </a:pPr>
            <a:r>
              <a:rPr lang="en-US" sz="100">
                <a:effectLst/>
              </a:rPr>
              <a:t> </a:t>
            </a:r>
            <a:endParaRPr lang="en-US"/>
          </a:p>
        </p:txBody>
      </p:sp>
      <p:sp>
        <p:nvSpPr>
          <p:cNvPr id="5570" name="Rectangle 5569">
            <a:extLst>
              <a:ext uri="{FF2B5EF4-FFF2-40B4-BE49-F238E27FC236}">
                <a16:creationId xmlns:a16="http://schemas.microsoft.com/office/drawing/2014/main" id="{CC6F6CD7-B5E0-B38A-C806-5BF7DAD20C0A}"/>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5676" name="Rectangle 5675">
            <a:extLst>
              <a:ext uri="{FF2B5EF4-FFF2-40B4-BE49-F238E27FC236}">
                <a16:creationId xmlns:a16="http://schemas.microsoft.com/office/drawing/2014/main" id="{EA3E713C-B50D-29A4-E797-5FF5CD834D4A}"/>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08</a:t>
            </a:r>
          </a:p>
          <a:p>
            <a:pPr algn="r">
              <a:buNone/>
            </a:pPr>
            <a:r>
              <a:rPr lang="en-US" sz="100">
                <a:effectLst/>
              </a:rPr>
              <a:t> </a:t>
            </a:r>
            <a:endParaRPr lang="en-US"/>
          </a:p>
        </p:txBody>
      </p:sp>
      <p:sp>
        <p:nvSpPr>
          <p:cNvPr id="5783" name="Rectangle 5782">
            <a:extLst>
              <a:ext uri="{FF2B5EF4-FFF2-40B4-BE49-F238E27FC236}">
                <a16:creationId xmlns:a16="http://schemas.microsoft.com/office/drawing/2014/main" id="{7B1A74FB-163B-0B8D-7901-D6AECB05DABA}"/>
              </a:ext>
            </a:extLst>
          </p:cNvPr>
          <p:cNvSpPr/>
          <p:nvPr/>
        </p:nvSpPr>
        <p:spPr>
          <a:xfrm>
            <a:off x="594360" y="2011680"/>
            <a:ext cx="3721608" cy="3575304"/>
          </a:xfrm>
          <a:prstGeom prst="rect">
            <a:avLst/>
          </a:prstGeom>
          <a:solidFill>
            <a:srgbClr val="810FFB"/>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91" name="Rectangle 5890">
            <a:extLst>
              <a:ext uri="{FF2B5EF4-FFF2-40B4-BE49-F238E27FC236}">
                <a16:creationId xmlns:a16="http://schemas.microsoft.com/office/drawing/2014/main" id="{F479DEFB-0C27-DD9B-A176-3C54D77DA8B8}"/>
              </a:ext>
            </a:extLst>
          </p:cNvPr>
          <p:cNvSpPr/>
          <p:nvPr/>
        </p:nvSpPr>
        <p:spPr>
          <a:xfrm>
            <a:off x="859536" y="2331720"/>
            <a:ext cx="3172968" cy="10789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500" b="1">
                <a:solidFill>
                  <a:srgbClr val="FFFFFF"/>
                </a:solidFill>
                <a:effectLst/>
                <a:latin typeface="Arial" panose="020B0604020202020204" pitchFamily="34" charset="0"/>
              </a:rPr>
              <a:t>Check access</a:t>
            </a:r>
          </a:p>
          <a:p>
            <a:pPr algn="l">
              <a:buNone/>
            </a:pPr>
            <a:r>
              <a:rPr lang="en-US" sz="100">
                <a:effectLst/>
              </a:rPr>
              <a:t> </a:t>
            </a:r>
            <a:endParaRPr lang="en-US"/>
          </a:p>
        </p:txBody>
      </p:sp>
      <p:sp>
        <p:nvSpPr>
          <p:cNvPr id="6000" name="Rectangle 5999">
            <a:extLst>
              <a:ext uri="{FF2B5EF4-FFF2-40B4-BE49-F238E27FC236}">
                <a16:creationId xmlns:a16="http://schemas.microsoft.com/office/drawing/2014/main" id="{70BDBE71-BE19-6F4A-A893-477975A6F5C7}"/>
              </a:ext>
            </a:extLst>
          </p:cNvPr>
          <p:cNvSpPr/>
          <p:nvPr/>
        </p:nvSpPr>
        <p:spPr>
          <a:xfrm>
            <a:off x="859536" y="3593592"/>
            <a:ext cx="3172968" cy="1600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FFFFFF"/>
                </a:solidFill>
                <a:effectLst/>
                <a:latin typeface="Arial" panose="020B0604020202020204" pitchFamily="34" charset="0"/>
              </a:rPr>
              <a:t>Confirm the recipient, business need, file version, and permission level.</a:t>
            </a:r>
          </a:p>
          <a:p>
            <a:pPr algn="l">
              <a:buNone/>
            </a:pPr>
            <a:r>
              <a:rPr lang="en-US" sz="100">
                <a:effectLst/>
              </a:rPr>
              <a:t> </a:t>
            </a:r>
            <a:endParaRPr lang="en-US"/>
          </a:p>
        </p:txBody>
      </p:sp>
      <p:sp>
        <p:nvSpPr>
          <p:cNvPr id="6110" name="Rectangle 6109">
            <a:extLst>
              <a:ext uri="{FF2B5EF4-FFF2-40B4-BE49-F238E27FC236}">
                <a16:creationId xmlns:a16="http://schemas.microsoft.com/office/drawing/2014/main" id="{F4C715C9-30F7-D876-8055-DFA4CB20FA86}"/>
              </a:ext>
            </a:extLst>
          </p:cNvPr>
          <p:cNvSpPr/>
          <p:nvPr/>
        </p:nvSpPr>
        <p:spPr>
          <a:xfrm>
            <a:off x="4608576" y="2011680"/>
            <a:ext cx="6949440" cy="1709928"/>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221" name="Rectangle 6220">
            <a:extLst>
              <a:ext uri="{FF2B5EF4-FFF2-40B4-BE49-F238E27FC236}">
                <a16:creationId xmlns:a16="http://schemas.microsoft.com/office/drawing/2014/main" id="{21F21A88-1F6E-6A26-CCF6-977E110A17AA}"/>
              </a:ext>
            </a:extLst>
          </p:cNvPr>
          <p:cNvSpPr/>
          <p:nvPr/>
        </p:nvSpPr>
        <p:spPr>
          <a:xfrm>
            <a:off x="4855464" y="2157984"/>
            <a:ext cx="6455664" cy="47548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Respect the boundary</a:t>
            </a:r>
          </a:p>
          <a:p>
            <a:pPr algn="l">
              <a:buNone/>
            </a:pPr>
            <a:r>
              <a:rPr lang="en-US" sz="100">
                <a:effectLst/>
              </a:rPr>
              <a:t> </a:t>
            </a:r>
            <a:endParaRPr lang="en-US"/>
          </a:p>
        </p:txBody>
      </p:sp>
      <p:sp>
        <p:nvSpPr>
          <p:cNvPr id="6333" name="Rectangle 6332">
            <a:extLst>
              <a:ext uri="{FF2B5EF4-FFF2-40B4-BE49-F238E27FC236}">
                <a16:creationId xmlns:a16="http://schemas.microsoft.com/office/drawing/2014/main" id="{138411E0-3880-D5F0-2D64-975338BF0E93}"/>
              </a:ext>
            </a:extLst>
          </p:cNvPr>
          <p:cNvSpPr/>
          <p:nvPr/>
        </p:nvSpPr>
        <p:spPr>
          <a:xfrm>
            <a:off x="4855464" y="2734056"/>
            <a:ext cx="6455664" cy="777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201134"/>
                </a:solidFill>
                <a:effectLst/>
                <a:latin typeface="Arial" panose="020B0604020202020204" pitchFamily="34" charset="0"/>
              </a:rPr>
              <a:t>Keep client work in its approved location. Never move it to personal storage to make sharing easier.</a:t>
            </a:r>
          </a:p>
          <a:p>
            <a:pPr algn="l">
              <a:buNone/>
            </a:pPr>
            <a:r>
              <a:rPr lang="en-US" sz="100">
                <a:effectLst/>
              </a:rPr>
              <a:t> </a:t>
            </a:r>
            <a:endParaRPr lang="en-US"/>
          </a:p>
        </p:txBody>
      </p:sp>
      <p:sp>
        <p:nvSpPr>
          <p:cNvPr id="6446" name="Rectangle 6445">
            <a:extLst>
              <a:ext uri="{FF2B5EF4-FFF2-40B4-BE49-F238E27FC236}">
                <a16:creationId xmlns:a16="http://schemas.microsoft.com/office/drawing/2014/main" id="{6F2CE690-0461-4998-F5C5-8D36EC8CB945}"/>
              </a:ext>
            </a:extLst>
          </p:cNvPr>
          <p:cNvSpPr/>
          <p:nvPr/>
        </p:nvSpPr>
        <p:spPr>
          <a:xfrm>
            <a:off x="4608576" y="3877056"/>
            <a:ext cx="6949440" cy="1709928"/>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60" name="Rectangle 6559">
            <a:extLst>
              <a:ext uri="{FF2B5EF4-FFF2-40B4-BE49-F238E27FC236}">
                <a16:creationId xmlns:a16="http://schemas.microsoft.com/office/drawing/2014/main" id="{1C27B08E-EC1F-FC95-224E-B0C312FA5E60}"/>
              </a:ext>
            </a:extLst>
          </p:cNvPr>
          <p:cNvSpPr/>
          <p:nvPr/>
        </p:nvSpPr>
        <p:spPr>
          <a:xfrm>
            <a:off x="4855464" y="4023360"/>
            <a:ext cx="6455664" cy="47548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Escalate special data</a:t>
            </a:r>
          </a:p>
          <a:p>
            <a:pPr algn="l">
              <a:buNone/>
            </a:pPr>
            <a:r>
              <a:rPr lang="en-US" sz="100">
                <a:effectLst/>
              </a:rPr>
              <a:t> </a:t>
            </a:r>
            <a:endParaRPr lang="en-US"/>
          </a:p>
        </p:txBody>
      </p:sp>
      <p:sp>
        <p:nvSpPr>
          <p:cNvPr id="6675" name="Rectangle 6674">
            <a:extLst>
              <a:ext uri="{FF2B5EF4-FFF2-40B4-BE49-F238E27FC236}">
                <a16:creationId xmlns:a16="http://schemas.microsoft.com/office/drawing/2014/main" id="{FF43D4CD-F616-E28C-3DAA-C556CA29824C}"/>
              </a:ext>
            </a:extLst>
          </p:cNvPr>
          <p:cNvSpPr/>
          <p:nvPr/>
        </p:nvSpPr>
        <p:spPr>
          <a:xfrm>
            <a:off x="4855464" y="4599432"/>
            <a:ext cx="6455664" cy="777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201134"/>
                </a:solidFill>
                <a:effectLst/>
                <a:latin typeface="Arial" panose="020B0604020202020204" pitchFamily="34" charset="0"/>
              </a:rPr>
              <a:t>If information is marked or suspected CUI, stop and confirm the approved handling environment.</a:t>
            </a:r>
          </a:p>
          <a:p>
            <a:pPr algn="l">
              <a:buNone/>
            </a:pPr>
            <a:r>
              <a:rPr lang="en-US" sz="100">
                <a:effectLst/>
              </a:rPr>
              <a:t> </a:t>
            </a:r>
            <a:endParaRPr lang="en-US"/>
          </a:p>
        </p:txBody>
      </p:sp>
      <p:pic>
        <p:nvPicPr>
          <p:cNvPr id="12258" name="synozur-logo" descr="Synozur Alliance official logo">
            <a:extLst>
              <a:ext uri="{FF2B5EF4-FFF2-40B4-BE49-F238E27FC236}">
                <a16:creationId xmlns:a16="http://schemas.microsoft.com/office/drawing/2014/main" id="{8DAC1A10-8C5C-3F0A-5605-4A0B9565BCE2}"/>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2748911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6791" name="Rectangle 6790">
            <a:extLst>
              <a:ext uri="{FF2B5EF4-FFF2-40B4-BE49-F238E27FC236}">
                <a16:creationId xmlns:a16="http://schemas.microsoft.com/office/drawing/2014/main" id="{5A73B806-EAC5-6DE7-BAC5-E91A348E1B16}"/>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LEARN | 07</a:t>
            </a:r>
          </a:p>
          <a:p>
            <a:pPr algn="l">
              <a:buNone/>
            </a:pPr>
            <a:r>
              <a:rPr lang="en-US" sz="100">
                <a:effectLst/>
              </a:rPr>
              <a:t> </a:t>
            </a:r>
            <a:endParaRPr lang="en-US"/>
          </a:p>
        </p:txBody>
      </p:sp>
      <p:sp>
        <p:nvSpPr>
          <p:cNvPr id="6908" name="Rectangle 6907">
            <a:extLst>
              <a:ext uri="{FF2B5EF4-FFF2-40B4-BE49-F238E27FC236}">
                <a16:creationId xmlns:a16="http://schemas.microsoft.com/office/drawing/2014/main" id="{085BA113-5C54-18B6-B74D-BD2B2F268D40}"/>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Report incidents immediately</a:t>
            </a:r>
          </a:p>
          <a:p>
            <a:pPr algn="l">
              <a:buNone/>
            </a:pPr>
            <a:r>
              <a:rPr lang="en-US" sz="100">
                <a:effectLst/>
              </a:rPr>
              <a:t> </a:t>
            </a:r>
            <a:endParaRPr lang="en-US"/>
          </a:p>
        </p:txBody>
      </p:sp>
      <p:sp>
        <p:nvSpPr>
          <p:cNvPr id="7026" name="Rectangle 7025">
            <a:extLst>
              <a:ext uri="{FF2B5EF4-FFF2-40B4-BE49-F238E27FC236}">
                <a16:creationId xmlns:a16="http://schemas.microsoft.com/office/drawing/2014/main" id="{7C2A4237-3FDC-4210-C2D8-2F242A6A7B83}"/>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Security Policy: section 9; IT Policy: section 7</a:t>
            </a:r>
          </a:p>
          <a:p>
            <a:pPr algn="l">
              <a:buNone/>
            </a:pPr>
            <a:r>
              <a:rPr lang="en-US" sz="100">
                <a:effectLst/>
              </a:rPr>
              <a:t> </a:t>
            </a:r>
            <a:endParaRPr lang="en-US"/>
          </a:p>
        </p:txBody>
      </p:sp>
      <p:sp>
        <p:nvSpPr>
          <p:cNvPr id="7145" name="Rectangle 7144">
            <a:extLst>
              <a:ext uri="{FF2B5EF4-FFF2-40B4-BE49-F238E27FC236}">
                <a16:creationId xmlns:a16="http://schemas.microsoft.com/office/drawing/2014/main" id="{8620D068-D98B-79C2-1F5E-EEDECF7615A3}"/>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7265" name="Rectangle 7264">
            <a:extLst>
              <a:ext uri="{FF2B5EF4-FFF2-40B4-BE49-F238E27FC236}">
                <a16:creationId xmlns:a16="http://schemas.microsoft.com/office/drawing/2014/main" id="{B833A41D-5F83-3620-280E-9C59363F17B9}"/>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09</a:t>
            </a:r>
          </a:p>
          <a:p>
            <a:pPr algn="r">
              <a:buNone/>
            </a:pPr>
            <a:r>
              <a:rPr lang="en-US" sz="100">
                <a:effectLst/>
              </a:rPr>
              <a:t> </a:t>
            </a:r>
            <a:endParaRPr lang="en-US"/>
          </a:p>
        </p:txBody>
      </p:sp>
      <p:sp>
        <p:nvSpPr>
          <p:cNvPr id="7386" name="Rectangle 7385">
            <a:extLst>
              <a:ext uri="{FF2B5EF4-FFF2-40B4-BE49-F238E27FC236}">
                <a16:creationId xmlns:a16="http://schemas.microsoft.com/office/drawing/2014/main" id="{4CFFB1D7-F7CC-A77E-E7EA-FAF9332EB40B}"/>
              </a:ext>
            </a:extLst>
          </p:cNvPr>
          <p:cNvSpPr/>
          <p:nvPr/>
        </p:nvSpPr>
        <p:spPr>
          <a:xfrm>
            <a:off x="594360" y="2011680"/>
            <a:ext cx="3502152" cy="3575304"/>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08" name="Rectangle 7507">
            <a:extLst>
              <a:ext uri="{FF2B5EF4-FFF2-40B4-BE49-F238E27FC236}">
                <a16:creationId xmlns:a16="http://schemas.microsoft.com/office/drawing/2014/main" id="{3E61BD83-6EE5-FE76-4514-457C8CE86371}"/>
              </a:ext>
            </a:extLst>
          </p:cNvPr>
          <p:cNvSpPr/>
          <p:nvPr/>
        </p:nvSpPr>
        <p:spPr>
          <a:xfrm>
            <a:off x="813816"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01</a:t>
            </a:r>
          </a:p>
          <a:p>
            <a:pPr algn="l">
              <a:buNone/>
            </a:pPr>
            <a:r>
              <a:rPr lang="en-US" sz="100">
                <a:effectLst/>
              </a:rPr>
              <a:t> </a:t>
            </a:r>
            <a:endParaRPr lang="en-US"/>
          </a:p>
        </p:txBody>
      </p:sp>
      <p:sp>
        <p:nvSpPr>
          <p:cNvPr id="7631" name="Rectangle 7630">
            <a:extLst>
              <a:ext uri="{FF2B5EF4-FFF2-40B4-BE49-F238E27FC236}">
                <a16:creationId xmlns:a16="http://schemas.microsoft.com/office/drawing/2014/main" id="{2D1E342F-634D-03CD-A6B9-B6EF1E6EEF0A}"/>
              </a:ext>
            </a:extLst>
          </p:cNvPr>
          <p:cNvSpPr/>
          <p:nvPr/>
        </p:nvSpPr>
        <p:spPr>
          <a:xfrm>
            <a:off x="813816" y="2638396"/>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Stop risky activity</a:t>
            </a:r>
          </a:p>
          <a:p>
            <a:pPr algn="l">
              <a:buNone/>
            </a:pPr>
            <a:r>
              <a:rPr lang="en-US" sz="100">
                <a:effectLst/>
              </a:rPr>
              <a:t> </a:t>
            </a:r>
            <a:endParaRPr lang="en-US"/>
          </a:p>
        </p:txBody>
      </p:sp>
      <p:sp>
        <p:nvSpPr>
          <p:cNvPr id="7755" name="Rectangle 7754">
            <a:extLst>
              <a:ext uri="{FF2B5EF4-FFF2-40B4-BE49-F238E27FC236}">
                <a16:creationId xmlns:a16="http://schemas.microsoft.com/office/drawing/2014/main" id="{B793208D-3E58-B5A3-C8C2-78DDF5389F0B}"/>
              </a:ext>
            </a:extLst>
          </p:cNvPr>
          <p:cNvSpPr/>
          <p:nvPr/>
        </p:nvSpPr>
        <p:spPr>
          <a:xfrm>
            <a:off x="813816" y="3642829"/>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Stop interacting with suspicious content. Follow IT direction for containment; do not wipe or investigate.</a:t>
            </a:r>
          </a:p>
          <a:p>
            <a:pPr algn="l">
              <a:buNone/>
            </a:pPr>
            <a:r>
              <a:rPr lang="en-US" sz="100">
                <a:effectLst/>
              </a:rPr>
              <a:t> </a:t>
            </a:r>
            <a:endParaRPr lang="en-US"/>
          </a:p>
        </p:txBody>
      </p:sp>
      <p:sp>
        <p:nvSpPr>
          <p:cNvPr id="7880" name="Rectangle 7879">
            <a:extLst>
              <a:ext uri="{FF2B5EF4-FFF2-40B4-BE49-F238E27FC236}">
                <a16:creationId xmlns:a16="http://schemas.microsoft.com/office/drawing/2014/main" id="{69C8B7A4-E932-CCA4-D853-EB4E56D7B311}"/>
              </a:ext>
            </a:extLst>
          </p:cNvPr>
          <p:cNvSpPr/>
          <p:nvPr/>
        </p:nvSpPr>
        <p:spPr>
          <a:xfrm>
            <a:off x="4325112" y="2011680"/>
            <a:ext cx="3502152" cy="3575304"/>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06" name="Rectangle 8005">
            <a:extLst>
              <a:ext uri="{FF2B5EF4-FFF2-40B4-BE49-F238E27FC236}">
                <a16:creationId xmlns:a16="http://schemas.microsoft.com/office/drawing/2014/main" id="{08FEF05B-523D-B8DE-3AD7-FF478557EE1C}"/>
              </a:ext>
            </a:extLst>
          </p:cNvPr>
          <p:cNvSpPr/>
          <p:nvPr/>
        </p:nvSpPr>
        <p:spPr>
          <a:xfrm>
            <a:off x="4544568"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02</a:t>
            </a:r>
          </a:p>
          <a:p>
            <a:pPr algn="l">
              <a:buNone/>
            </a:pPr>
            <a:r>
              <a:rPr lang="en-US" sz="100">
                <a:effectLst/>
              </a:rPr>
              <a:t> </a:t>
            </a:r>
            <a:endParaRPr lang="en-US"/>
          </a:p>
        </p:txBody>
      </p:sp>
      <p:sp>
        <p:nvSpPr>
          <p:cNvPr id="8133" name="Rectangle 8132">
            <a:extLst>
              <a:ext uri="{FF2B5EF4-FFF2-40B4-BE49-F238E27FC236}">
                <a16:creationId xmlns:a16="http://schemas.microsoft.com/office/drawing/2014/main" id="{D453BFC1-A908-3D02-1B02-363228341D57}"/>
              </a:ext>
            </a:extLst>
          </p:cNvPr>
          <p:cNvSpPr/>
          <p:nvPr/>
        </p:nvSpPr>
        <p:spPr>
          <a:xfrm>
            <a:off x="4544568" y="2638396"/>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Report the facts</a:t>
            </a:r>
          </a:p>
          <a:p>
            <a:pPr algn="l">
              <a:buNone/>
            </a:pPr>
            <a:r>
              <a:rPr lang="en-US" sz="100">
                <a:effectLst/>
              </a:rPr>
              <a:t> </a:t>
            </a:r>
            <a:endParaRPr lang="en-US"/>
          </a:p>
        </p:txBody>
      </p:sp>
      <p:sp>
        <p:nvSpPr>
          <p:cNvPr id="8261" name="Rectangle 8260">
            <a:extLst>
              <a:ext uri="{FF2B5EF4-FFF2-40B4-BE49-F238E27FC236}">
                <a16:creationId xmlns:a16="http://schemas.microsoft.com/office/drawing/2014/main" id="{F7986E27-A2EE-12C3-8FF6-033ED66D421C}"/>
              </a:ext>
            </a:extLst>
          </p:cNvPr>
          <p:cNvSpPr/>
          <p:nvPr/>
        </p:nvSpPr>
        <p:spPr>
          <a:xfrm>
            <a:off x="4544568" y="3776472"/>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Use the designated incident route. IT help: ithelp@synozur.com. Include what, when, and what may be affected.</a:t>
            </a:r>
          </a:p>
          <a:p>
            <a:pPr algn="l">
              <a:buNone/>
            </a:pPr>
            <a:r>
              <a:rPr lang="en-US" sz="100">
                <a:effectLst/>
              </a:rPr>
              <a:t> </a:t>
            </a:r>
            <a:endParaRPr lang="en-US"/>
          </a:p>
        </p:txBody>
      </p:sp>
      <p:sp>
        <p:nvSpPr>
          <p:cNvPr id="8390" name="Rectangle 8389">
            <a:extLst>
              <a:ext uri="{FF2B5EF4-FFF2-40B4-BE49-F238E27FC236}">
                <a16:creationId xmlns:a16="http://schemas.microsoft.com/office/drawing/2014/main" id="{2571E0A6-0D63-9C86-65AD-901584B8EF3A}"/>
              </a:ext>
            </a:extLst>
          </p:cNvPr>
          <p:cNvSpPr/>
          <p:nvPr/>
        </p:nvSpPr>
        <p:spPr>
          <a:xfrm>
            <a:off x="8055864" y="2011680"/>
            <a:ext cx="3502152" cy="3575304"/>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520" name="Rectangle 8519">
            <a:extLst>
              <a:ext uri="{FF2B5EF4-FFF2-40B4-BE49-F238E27FC236}">
                <a16:creationId xmlns:a16="http://schemas.microsoft.com/office/drawing/2014/main" id="{FA59983E-98DE-AF15-B5EE-793864E26DE6}"/>
              </a:ext>
            </a:extLst>
          </p:cNvPr>
          <p:cNvSpPr/>
          <p:nvPr/>
        </p:nvSpPr>
        <p:spPr>
          <a:xfrm>
            <a:off x="8275320"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03</a:t>
            </a:r>
          </a:p>
          <a:p>
            <a:pPr algn="l">
              <a:buNone/>
            </a:pPr>
            <a:r>
              <a:rPr lang="en-US" sz="100">
                <a:effectLst/>
              </a:rPr>
              <a:t> </a:t>
            </a:r>
            <a:endParaRPr lang="en-US"/>
          </a:p>
        </p:txBody>
      </p:sp>
      <p:sp>
        <p:nvSpPr>
          <p:cNvPr id="8651" name="Rectangle 8650">
            <a:extLst>
              <a:ext uri="{FF2B5EF4-FFF2-40B4-BE49-F238E27FC236}">
                <a16:creationId xmlns:a16="http://schemas.microsoft.com/office/drawing/2014/main" id="{8CBC7234-1C7C-083D-6518-A00B422A5287}"/>
              </a:ext>
            </a:extLst>
          </p:cNvPr>
          <p:cNvSpPr/>
          <p:nvPr/>
        </p:nvSpPr>
        <p:spPr>
          <a:xfrm>
            <a:off x="8275320"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Preserve and cooperate</a:t>
            </a:r>
          </a:p>
          <a:p>
            <a:pPr algn="l">
              <a:buNone/>
            </a:pPr>
            <a:r>
              <a:rPr lang="en-US" sz="100">
                <a:effectLst/>
              </a:rPr>
              <a:t> </a:t>
            </a:r>
            <a:endParaRPr lang="en-US"/>
          </a:p>
        </p:txBody>
      </p:sp>
      <p:sp>
        <p:nvSpPr>
          <p:cNvPr id="8783" name="Rectangle 8782">
            <a:extLst>
              <a:ext uri="{FF2B5EF4-FFF2-40B4-BE49-F238E27FC236}">
                <a16:creationId xmlns:a16="http://schemas.microsoft.com/office/drawing/2014/main" id="{2AD5A76F-B897-793F-400D-70E848B5204F}"/>
              </a:ext>
            </a:extLst>
          </p:cNvPr>
          <p:cNvSpPr/>
          <p:nvPr/>
        </p:nvSpPr>
        <p:spPr>
          <a:xfrm>
            <a:off x="8275320" y="3628761"/>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Keep messages and timestamps. Share details only with responders; they coordinate external notices.</a:t>
            </a:r>
          </a:p>
          <a:p>
            <a:pPr algn="l">
              <a:buNone/>
            </a:pPr>
            <a:r>
              <a:rPr lang="en-US" sz="100">
                <a:effectLst/>
              </a:rPr>
              <a:t> </a:t>
            </a:r>
            <a:endParaRPr lang="en-US"/>
          </a:p>
        </p:txBody>
      </p:sp>
      <p:pic>
        <p:nvPicPr>
          <p:cNvPr id="12259" name="synozur-logo" descr="Synozur Alliance official logo">
            <a:extLst>
              <a:ext uri="{FF2B5EF4-FFF2-40B4-BE49-F238E27FC236}">
                <a16:creationId xmlns:a16="http://schemas.microsoft.com/office/drawing/2014/main" id="{933CFAD7-290B-887A-1204-1A1BA522227D}"/>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3902547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8916" name="Rectangle 8915">
            <a:extLst>
              <a:ext uri="{FF2B5EF4-FFF2-40B4-BE49-F238E27FC236}">
                <a16:creationId xmlns:a16="http://schemas.microsoft.com/office/drawing/2014/main" id="{0D5EB075-5357-FACB-C13C-05FCFCCF67F5}"/>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LEARN | 08</a:t>
            </a:r>
          </a:p>
          <a:p>
            <a:pPr algn="l">
              <a:buNone/>
            </a:pPr>
            <a:r>
              <a:rPr lang="en-US" sz="100">
                <a:effectLst/>
              </a:rPr>
              <a:t> </a:t>
            </a:r>
            <a:endParaRPr lang="en-US"/>
          </a:p>
        </p:txBody>
      </p:sp>
      <p:sp>
        <p:nvSpPr>
          <p:cNvPr id="9050" name="Rectangle 9049">
            <a:extLst>
              <a:ext uri="{FF2B5EF4-FFF2-40B4-BE49-F238E27FC236}">
                <a16:creationId xmlns:a16="http://schemas.microsoft.com/office/drawing/2014/main" id="{D844A2A0-807C-7C3C-8966-F634E670C580}"/>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Notice misuse without making assumptions</a:t>
            </a:r>
          </a:p>
          <a:p>
            <a:pPr algn="l">
              <a:buNone/>
            </a:pPr>
            <a:r>
              <a:rPr lang="en-US" sz="100">
                <a:effectLst/>
              </a:rPr>
              <a:t> </a:t>
            </a:r>
            <a:endParaRPr lang="en-US"/>
          </a:p>
        </p:txBody>
      </p:sp>
      <p:sp>
        <p:nvSpPr>
          <p:cNvPr id="9185" name="Rectangle 9184">
            <a:extLst>
              <a:ext uri="{FF2B5EF4-FFF2-40B4-BE49-F238E27FC236}">
                <a16:creationId xmlns:a16="http://schemas.microsoft.com/office/drawing/2014/main" id="{3AFA19D8-5276-9A8C-6137-DBBD2582B15A}"/>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Security Policy: sections 3, 9, 14; SP 800-171r2: 3.2.1-3.2.3</a:t>
            </a:r>
          </a:p>
          <a:p>
            <a:pPr algn="l">
              <a:buNone/>
            </a:pPr>
            <a:r>
              <a:rPr lang="en-US" sz="100">
                <a:effectLst/>
              </a:rPr>
              <a:t> </a:t>
            </a:r>
            <a:endParaRPr lang="en-US"/>
          </a:p>
        </p:txBody>
      </p:sp>
      <p:sp>
        <p:nvSpPr>
          <p:cNvPr id="9321" name="Rectangle 9320">
            <a:extLst>
              <a:ext uri="{FF2B5EF4-FFF2-40B4-BE49-F238E27FC236}">
                <a16:creationId xmlns:a16="http://schemas.microsoft.com/office/drawing/2014/main" id="{DF7E7D8A-B0CC-0BD6-86C4-C528F7B0F034}"/>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9458" name="Rectangle 9457">
            <a:extLst>
              <a:ext uri="{FF2B5EF4-FFF2-40B4-BE49-F238E27FC236}">
                <a16:creationId xmlns:a16="http://schemas.microsoft.com/office/drawing/2014/main" id="{EAFF0FD3-A01A-BB64-72AB-7ECD38741A2C}"/>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10</a:t>
            </a:r>
          </a:p>
          <a:p>
            <a:pPr algn="r">
              <a:buNone/>
            </a:pPr>
            <a:r>
              <a:rPr lang="en-US" sz="100">
                <a:effectLst/>
              </a:rPr>
              <a:t> </a:t>
            </a:r>
            <a:endParaRPr lang="en-US"/>
          </a:p>
        </p:txBody>
      </p:sp>
      <p:sp>
        <p:nvSpPr>
          <p:cNvPr id="9596" name="Rectangle 9595">
            <a:extLst>
              <a:ext uri="{FF2B5EF4-FFF2-40B4-BE49-F238E27FC236}">
                <a16:creationId xmlns:a16="http://schemas.microsoft.com/office/drawing/2014/main" id="{693A3D80-D576-E3F8-A91D-7181485A046C}"/>
              </a:ext>
            </a:extLst>
          </p:cNvPr>
          <p:cNvSpPr/>
          <p:nvPr/>
        </p:nvSpPr>
        <p:spPr>
          <a:xfrm>
            <a:off x="594360" y="2011680"/>
            <a:ext cx="10972800" cy="1005840"/>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35" name="Rectangle 9734">
            <a:extLst>
              <a:ext uri="{FF2B5EF4-FFF2-40B4-BE49-F238E27FC236}">
                <a16:creationId xmlns:a16="http://schemas.microsoft.com/office/drawing/2014/main" id="{EF206DED-DD1A-5B89-143F-EA4DE9176441}"/>
              </a:ext>
            </a:extLst>
          </p:cNvPr>
          <p:cNvSpPr/>
          <p:nvPr/>
        </p:nvSpPr>
        <p:spPr>
          <a:xfrm>
            <a:off x="822960" y="2121408"/>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Observe behavior</a:t>
            </a:r>
          </a:p>
          <a:p>
            <a:pPr algn="l">
              <a:buNone/>
            </a:pPr>
            <a:r>
              <a:rPr lang="en-US" sz="100">
                <a:effectLst/>
              </a:rPr>
              <a:t> </a:t>
            </a:r>
            <a:endParaRPr lang="en-US"/>
          </a:p>
        </p:txBody>
      </p:sp>
      <p:sp>
        <p:nvSpPr>
          <p:cNvPr id="9875" name="Rectangle 9874">
            <a:extLst>
              <a:ext uri="{FF2B5EF4-FFF2-40B4-BE49-F238E27FC236}">
                <a16:creationId xmlns:a16="http://schemas.microsoft.com/office/drawing/2014/main" id="{08160F4A-48FA-E203-8644-85C53B558326}"/>
              </a:ext>
            </a:extLst>
          </p:cNvPr>
          <p:cNvSpPr/>
          <p:nvPr/>
        </p:nvSpPr>
        <p:spPr>
          <a:xfrm>
            <a:off x="4343400" y="2121408"/>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Unexpected bulk downloads, access outside a task, or requests to evade controls may need reporting.</a:t>
            </a:r>
          </a:p>
          <a:p>
            <a:pPr algn="l">
              <a:buNone/>
            </a:pPr>
            <a:r>
              <a:rPr lang="en-US" sz="100">
                <a:effectLst/>
              </a:rPr>
              <a:t> </a:t>
            </a:r>
            <a:endParaRPr lang="en-US"/>
          </a:p>
        </p:txBody>
      </p:sp>
      <p:sp>
        <p:nvSpPr>
          <p:cNvPr id="10016" name="Rectangle 10015">
            <a:extLst>
              <a:ext uri="{FF2B5EF4-FFF2-40B4-BE49-F238E27FC236}">
                <a16:creationId xmlns:a16="http://schemas.microsoft.com/office/drawing/2014/main" id="{A0E6D537-9A17-E9A1-C69F-BF31B999F700}"/>
              </a:ext>
            </a:extLst>
          </p:cNvPr>
          <p:cNvSpPr/>
          <p:nvPr/>
        </p:nvSpPr>
        <p:spPr>
          <a:xfrm>
            <a:off x="594360" y="3209544"/>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58" name="Rectangle 10157">
            <a:extLst>
              <a:ext uri="{FF2B5EF4-FFF2-40B4-BE49-F238E27FC236}">
                <a16:creationId xmlns:a16="http://schemas.microsoft.com/office/drawing/2014/main" id="{23CAD86A-C954-1E6D-E82D-97776C820CD6}"/>
              </a:ext>
            </a:extLst>
          </p:cNvPr>
          <p:cNvSpPr/>
          <p:nvPr/>
        </p:nvSpPr>
        <p:spPr>
          <a:xfrm>
            <a:off x="822960" y="3319272"/>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Report facts, not profiles</a:t>
            </a:r>
          </a:p>
          <a:p>
            <a:pPr algn="l">
              <a:buNone/>
            </a:pPr>
            <a:r>
              <a:rPr lang="en-US" sz="100">
                <a:effectLst/>
              </a:rPr>
              <a:t> </a:t>
            </a:r>
            <a:endParaRPr lang="en-US"/>
          </a:p>
        </p:txBody>
      </p:sp>
      <p:sp>
        <p:nvSpPr>
          <p:cNvPr id="10301" name="Rectangle 10300">
            <a:extLst>
              <a:ext uri="{FF2B5EF4-FFF2-40B4-BE49-F238E27FC236}">
                <a16:creationId xmlns:a16="http://schemas.microsoft.com/office/drawing/2014/main" id="{773FB4F4-EC39-0859-03DE-480C3DD79851}"/>
              </a:ext>
            </a:extLst>
          </p:cNvPr>
          <p:cNvSpPr/>
          <p:nvPr/>
        </p:nvSpPr>
        <p:spPr>
          <a:xfrm>
            <a:off x="4343400" y="3319272"/>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Describe the action, time, and system. Do not accuse, confront, or infer risk from personal traits.</a:t>
            </a:r>
          </a:p>
          <a:p>
            <a:pPr algn="l">
              <a:buNone/>
            </a:pPr>
            <a:r>
              <a:rPr lang="en-US" sz="100">
                <a:effectLst/>
              </a:rPr>
              <a:t> </a:t>
            </a:r>
            <a:endParaRPr lang="en-US"/>
          </a:p>
        </p:txBody>
      </p:sp>
      <p:sp>
        <p:nvSpPr>
          <p:cNvPr id="10445" name="Rectangle 10444">
            <a:extLst>
              <a:ext uri="{FF2B5EF4-FFF2-40B4-BE49-F238E27FC236}">
                <a16:creationId xmlns:a16="http://schemas.microsoft.com/office/drawing/2014/main" id="{FAE05ECE-7290-DA3F-6EE8-58AB4D7EC3E7}"/>
              </a:ext>
            </a:extLst>
          </p:cNvPr>
          <p:cNvSpPr/>
          <p:nvPr/>
        </p:nvSpPr>
        <p:spPr>
          <a:xfrm>
            <a:off x="594360" y="4407408"/>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590" name="Rectangle 10589">
            <a:extLst>
              <a:ext uri="{FF2B5EF4-FFF2-40B4-BE49-F238E27FC236}">
                <a16:creationId xmlns:a16="http://schemas.microsoft.com/office/drawing/2014/main" id="{138A17B8-4B1F-AE92-72F8-20576CA8430E}"/>
              </a:ext>
            </a:extLst>
          </p:cNvPr>
          <p:cNvSpPr/>
          <p:nvPr/>
        </p:nvSpPr>
        <p:spPr>
          <a:xfrm>
            <a:off x="822960" y="4517136"/>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Know your role</a:t>
            </a:r>
          </a:p>
          <a:p>
            <a:pPr algn="l">
              <a:buNone/>
            </a:pPr>
            <a:r>
              <a:rPr lang="en-US" sz="100">
                <a:effectLst/>
              </a:rPr>
              <a:t> </a:t>
            </a:r>
            <a:endParaRPr lang="en-US"/>
          </a:p>
        </p:txBody>
      </p:sp>
      <p:sp>
        <p:nvSpPr>
          <p:cNvPr id="10736" name="Rectangle 10735">
            <a:extLst>
              <a:ext uri="{FF2B5EF4-FFF2-40B4-BE49-F238E27FC236}">
                <a16:creationId xmlns:a16="http://schemas.microsoft.com/office/drawing/2014/main" id="{32005F81-668C-AEE1-A682-1E240E117303}"/>
              </a:ext>
            </a:extLst>
          </p:cNvPr>
          <p:cNvSpPr/>
          <p:nvPr/>
        </p:nvSpPr>
        <p:spPr>
          <a:xfrm>
            <a:off x="4343400" y="4517136"/>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Complete assigned training. Managers, administrators, and responders also need role-specific preparation.</a:t>
            </a:r>
          </a:p>
          <a:p>
            <a:pPr algn="l">
              <a:buNone/>
            </a:pPr>
            <a:r>
              <a:rPr lang="en-US" sz="100">
                <a:effectLst/>
              </a:rPr>
              <a:t> </a:t>
            </a:r>
            <a:endParaRPr lang="en-US"/>
          </a:p>
        </p:txBody>
      </p:sp>
      <p:pic>
        <p:nvPicPr>
          <p:cNvPr id="12260" name="synozur-logo" descr="Synozur Alliance official logo">
            <a:extLst>
              <a:ext uri="{FF2B5EF4-FFF2-40B4-BE49-F238E27FC236}">
                <a16:creationId xmlns:a16="http://schemas.microsoft.com/office/drawing/2014/main" id="{7EAEA637-220B-F7F9-68BA-39D53D4565D9}"/>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2833001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0883" name="Rectangle 10882">
            <a:extLst>
              <a:ext uri="{FF2B5EF4-FFF2-40B4-BE49-F238E27FC236}">
                <a16:creationId xmlns:a16="http://schemas.microsoft.com/office/drawing/2014/main" id="{23D42491-9482-E8EA-8468-A6CEF3956F1A}"/>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PRACTICE SCENARIO | FICTIONAL</a:t>
            </a:r>
          </a:p>
          <a:p>
            <a:pPr algn="l">
              <a:buNone/>
            </a:pPr>
            <a:r>
              <a:rPr lang="en-US" sz="100">
                <a:effectLst/>
              </a:rPr>
              <a:t> </a:t>
            </a:r>
            <a:endParaRPr lang="en-US"/>
          </a:p>
        </p:txBody>
      </p:sp>
      <p:sp>
        <p:nvSpPr>
          <p:cNvPr id="11031" name="Rectangle 11030">
            <a:extLst>
              <a:ext uri="{FF2B5EF4-FFF2-40B4-BE49-F238E27FC236}">
                <a16:creationId xmlns:a16="http://schemas.microsoft.com/office/drawing/2014/main" id="{6DFC5F12-CA61-E2B7-F748-267836F6845F}"/>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Practice: the urgent support call</a:t>
            </a:r>
          </a:p>
          <a:p>
            <a:pPr algn="l">
              <a:buNone/>
            </a:pPr>
            <a:r>
              <a:rPr lang="en-US" sz="100">
                <a:effectLst/>
              </a:rPr>
              <a:t> </a:t>
            </a:r>
            <a:endParaRPr lang="en-US"/>
          </a:p>
        </p:txBody>
      </p:sp>
      <p:sp>
        <p:nvSpPr>
          <p:cNvPr id="11180" name="Rectangle 11179">
            <a:extLst>
              <a:ext uri="{FF2B5EF4-FFF2-40B4-BE49-F238E27FC236}">
                <a16:creationId xmlns:a16="http://schemas.microsoft.com/office/drawing/2014/main" id="{B216F041-E32C-1FB2-9138-21E4DAE99C46}"/>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Discussion exercise; proposed application of the preceding lessons.</a:t>
            </a:r>
          </a:p>
          <a:p>
            <a:pPr algn="l">
              <a:buNone/>
            </a:pPr>
            <a:r>
              <a:rPr lang="en-US" sz="100">
                <a:effectLst/>
              </a:rPr>
              <a:t> </a:t>
            </a:r>
            <a:endParaRPr lang="en-US"/>
          </a:p>
        </p:txBody>
      </p:sp>
      <p:sp>
        <p:nvSpPr>
          <p:cNvPr id="11330" name="Rectangle 11329">
            <a:extLst>
              <a:ext uri="{FF2B5EF4-FFF2-40B4-BE49-F238E27FC236}">
                <a16:creationId xmlns:a16="http://schemas.microsoft.com/office/drawing/2014/main" id="{D6C6DEF7-4E27-A0CD-DE0A-9D10A8DBC03F}"/>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1481" name="Rectangle 11480">
            <a:extLst>
              <a:ext uri="{FF2B5EF4-FFF2-40B4-BE49-F238E27FC236}">
                <a16:creationId xmlns:a16="http://schemas.microsoft.com/office/drawing/2014/main" id="{3A868771-97BA-9F51-B290-7A90687DEB93}"/>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11</a:t>
            </a:r>
          </a:p>
          <a:p>
            <a:pPr algn="r">
              <a:buNone/>
            </a:pPr>
            <a:r>
              <a:rPr lang="en-US" sz="100">
                <a:effectLst/>
              </a:rPr>
              <a:t> </a:t>
            </a:r>
            <a:endParaRPr lang="en-US"/>
          </a:p>
        </p:txBody>
      </p:sp>
      <p:sp>
        <p:nvSpPr>
          <p:cNvPr id="11633" name="Rectangle 11632">
            <a:extLst>
              <a:ext uri="{FF2B5EF4-FFF2-40B4-BE49-F238E27FC236}">
                <a16:creationId xmlns:a16="http://schemas.microsoft.com/office/drawing/2014/main" id="{ADE24D6C-F32B-C5FE-4BF7-20E4A0B77814}"/>
              </a:ext>
            </a:extLst>
          </p:cNvPr>
          <p:cNvSpPr/>
          <p:nvPr/>
        </p:nvSpPr>
        <p:spPr>
          <a:xfrm>
            <a:off x="594360" y="2011680"/>
            <a:ext cx="5596128" cy="3575304"/>
          </a:xfrm>
          <a:prstGeom prst="rect">
            <a:avLst/>
          </a:prstGeom>
          <a:solidFill>
            <a:srgbClr val="810FFB"/>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786" name="Rectangle 11785">
            <a:extLst>
              <a:ext uri="{FF2B5EF4-FFF2-40B4-BE49-F238E27FC236}">
                <a16:creationId xmlns:a16="http://schemas.microsoft.com/office/drawing/2014/main" id="{6E6EAD0F-E2F5-DADD-0333-E4BF78D2D9F6}"/>
              </a:ext>
            </a:extLst>
          </p:cNvPr>
          <p:cNvSpPr/>
          <p:nvPr/>
        </p:nvSpPr>
        <p:spPr>
          <a:xfrm>
            <a:off x="896112" y="2377440"/>
            <a:ext cx="4992624" cy="28163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a:solidFill>
                  <a:srgbClr val="FFFFFF"/>
                </a:solidFill>
                <a:effectLst/>
                <a:latin typeface="Arial" panose="020B0604020202020204" pitchFamily="34" charset="0"/>
              </a:rPr>
              <a:t>A caller claims to be IT and knows your project name. They ask you to approve an MFA prompt and install a remote-support tool before a client meeting.</a:t>
            </a:r>
          </a:p>
          <a:p>
            <a:pPr algn="l">
              <a:buNone/>
            </a:pPr>
            <a:r>
              <a:rPr lang="en-US" sz="100">
                <a:effectLst/>
              </a:rPr>
              <a:t> </a:t>
            </a:r>
            <a:endParaRPr lang="en-US"/>
          </a:p>
        </p:txBody>
      </p:sp>
      <p:sp>
        <p:nvSpPr>
          <p:cNvPr id="11940" name="Rectangle 11939">
            <a:extLst>
              <a:ext uri="{FF2B5EF4-FFF2-40B4-BE49-F238E27FC236}">
                <a16:creationId xmlns:a16="http://schemas.microsoft.com/office/drawing/2014/main" id="{930A20C3-7AAE-D4A0-ADF6-2836C6204188}"/>
              </a:ext>
            </a:extLst>
          </p:cNvPr>
          <p:cNvSpPr/>
          <p:nvPr/>
        </p:nvSpPr>
        <p:spPr>
          <a:xfrm>
            <a:off x="6583680" y="2057400"/>
            <a:ext cx="4645152" cy="93268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1. What makes this request risky?</a:t>
            </a:r>
          </a:p>
          <a:p>
            <a:pPr algn="l">
              <a:buNone/>
            </a:pPr>
            <a:r>
              <a:rPr lang="en-US" sz="100">
                <a:effectLst/>
              </a:rPr>
              <a:t> </a:t>
            </a:r>
            <a:endParaRPr lang="en-US"/>
          </a:p>
        </p:txBody>
      </p:sp>
      <p:sp>
        <p:nvSpPr>
          <p:cNvPr id="12095" name="Rectangle 12094">
            <a:extLst>
              <a:ext uri="{FF2B5EF4-FFF2-40B4-BE49-F238E27FC236}">
                <a16:creationId xmlns:a16="http://schemas.microsoft.com/office/drawing/2014/main" id="{658918ED-D536-D766-09B0-CAD0E20BDED2}"/>
              </a:ext>
            </a:extLst>
          </p:cNvPr>
          <p:cNvSpPr/>
          <p:nvPr/>
        </p:nvSpPr>
        <p:spPr>
          <a:xfrm>
            <a:off x="6583680" y="3218688"/>
            <a:ext cx="4645152" cy="93268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a:solidFill>
                  <a:srgbClr val="201134"/>
                </a:solidFill>
                <a:effectLst/>
                <a:latin typeface="Arial" panose="020B0604020202020204" pitchFamily="34" charset="0"/>
              </a:rPr>
              <a:t>2. How would you verify it safely?</a:t>
            </a:r>
          </a:p>
          <a:p>
            <a:pPr algn="l">
              <a:buNone/>
            </a:pPr>
            <a:r>
              <a:rPr lang="en-US" sz="100">
                <a:effectLst/>
              </a:rPr>
              <a:t> </a:t>
            </a:r>
            <a:endParaRPr lang="en-US"/>
          </a:p>
        </p:txBody>
      </p:sp>
      <p:sp>
        <p:nvSpPr>
          <p:cNvPr id="12251" name="Rectangle 12250">
            <a:extLst>
              <a:ext uri="{FF2B5EF4-FFF2-40B4-BE49-F238E27FC236}">
                <a16:creationId xmlns:a16="http://schemas.microsoft.com/office/drawing/2014/main" id="{B1374545-CEA1-A1A5-D00F-5E768D3B9AF1}"/>
              </a:ext>
            </a:extLst>
          </p:cNvPr>
          <p:cNvSpPr/>
          <p:nvPr/>
        </p:nvSpPr>
        <p:spPr>
          <a:xfrm>
            <a:off x="6583680" y="4379976"/>
            <a:ext cx="4645152" cy="93268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a:solidFill>
                  <a:srgbClr val="201134"/>
                </a:solidFill>
                <a:effectLst/>
                <a:latin typeface="Arial" panose="020B0604020202020204" pitchFamily="34" charset="0"/>
              </a:rPr>
              <a:t>3. What should you report if you already approved the prompt?</a:t>
            </a:r>
          </a:p>
          <a:p>
            <a:pPr algn="l">
              <a:buNone/>
            </a:pPr>
            <a:r>
              <a:rPr lang="en-US" sz="100">
                <a:effectLst/>
              </a:rPr>
              <a:t> </a:t>
            </a:r>
            <a:endParaRPr lang="en-US"/>
          </a:p>
        </p:txBody>
      </p:sp>
      <p:pic>
        <p:nvPicPr>
          <p:cNvPr id="12261" name="synozur-logo" descr="Synozur Alliance official logo">
            <a:extLst>
              <a:ext uri="{FF2B5EF4-FFF2-40B4-BE49-F238E27FC236}">
                <a16:creationId xmlns:a16="http://schemas.microsoft.com/office/drawing/2014/main" id="{797B6AE4-EBE3-7160-9C07-D7AF9A96419A}"/>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2560970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2262" name="Rectangle 12261">
            <a:extLst>
              <a:ext uri="{FF2B5EF4-FFF2-40B4-BE49-F238E27FC236}">
                <a16:creationId xmlns:a16="http://schemas.microsoft.com/office/drawing/2014/main" id="{FF70BEB2-BCFE-589C-876A-944AFE94CCCC}"/>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KNOWLEDGE CHECK</a:t>
            </a:r>
          </a:p>
          <a:p>
            <a:pPr algn="l">
              <a:buNone/>
            </a:pPr>
            <a:r>
              <a:rPr lang="en-US" sz="100">
                <a:effectLst/>
              </a:rPr>
              <a:t> </a:t>
            </a:r>
            <a:endParaRPr lang="en-US"/>
          </a:p>
        </p:txBody>
      </p:sp>
      <p:sp>
        <p:nvSpPr>
          <p:cNvPr id="12264" name="Rectangle 12263">
            <a:extLst>
              <a:ext uri="{FF2B5EF4-FFF2-40B4-BE49-F238E27FC236}">
                <a16:creationId xmlns:a16="http://schemas.microsoft.com/office/drawing/2014/main" id="{5440131E-753B-7DA0-F519-87EF25996883}"/>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Review 01 | Choose one answer</a:t>
            </a:r>
          </a:p>
          <a:p>
            <a:pPr algn="l">
              <a:buNone/>
            </a:pPr>
            <a:r>
              <a:rPr lang="en-US" sz="100">
                <a:effectLst/>
              </a:rPr>
              <a:t> </a:t>
            </a:r>
            <a:endParaRPr lang="en-US"/>
          </a:p>
        </p:txBody>
      </p:sp>
      <p:sp>
        <p:nvSpPr>
          <p:cNvPr id="12267" name="Rectangle 12266">
            <a:extLst>
              <a:ext uri="{FF2B5EF4-FFF2-40B4-BE49-F238E27FC236}">
                <a16:creationId xmlns:a16="http://schemas.microsoft.com/office/drawing/2014/main" id="{A4A3E17A-E12E-9654-B101-3F7DBA4BA8A7}"/>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SYN-SEC-2026-Q01  |  Suggested assessment item; correct answer and rationale in administrator notes.</a:t>
            </a:r>
          </a:p>
          <a:p>
            <a:pPr algn="l">
              <a:buNone/>
            </a:pPr>
            <a:r>
              <a:rPr lang="en-US" sz="100">
                <a:effectLst/>
              </a:rPr>
              <a:t> </a:t>
            </a:r>
            <a:endParaRPr lang="en-US"/>
          </a:p>
        </p:txBody>
      </p:sp>
      <p:sp>
        <p:nvSpPr>
          <p:cNvPr id="12271" name="Rectangle 12270">
            <a:extLst>
              <a:ext uri="{FF2B5EF4-FFF2-40B4-BE49-F238E27FC236}">
                <a16:creationId xmlns:a16="http://schemas.microsoft.com/office/drawing/2014/main" id="{A84A8304-16E2-8D2F-EF95-C2878144A053}"/>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2276" name="Rectangle 12275">
            <a:extLst>
              <a:ext uri="{FF2B5EF4-FFF2-40B4-BE49-F238E27FC236}">
                <a16:creationId xmlns:a16="http://schemas.microsoft.com/office/drawing/2014/main" id="{026C9CF5-A224-6071-01F6-4CF98E7B0911}"/>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12</a:t>
            </a:r>
          </a:p>
          <a:p>
            <a:pPr algn="r">
              <a:buNone/>
            </a:pPr>
            <a:r>
              <a:rPr lang="en-US" sz="100">
                <a:effectLst/>
              </a:rPr>
              <a:t> </a:t>
            </a:r>
            <a:endParaRPr lang="en-US"/>
          </a:p>
        </p:txBody>
      </p:sp>
      <p:sp>
        <p:nvSpPr>
          <p:cNvPr id="12282" name="Rectangle 12281">
            <a:extLst>
              <a:ext uri="{FF2B5EF4-FFF2-40B4-BE49-F238E27FC236}">
                <a16:creationId xmlns:a16="http://schemas.microsoft.com/office/drawing/2014/main" id="{80D9B3A6-F58B-5C76-2CFB-4F1D27BF3B48}"/>
              </a:ext>
            </a:extLst>
          </p:cNvPr>
          <p:cNvSpPr/>
          <p:nvPr/>
        </p:nvSpPr>
        <p:spPr>
          <a:xfrm>
            <a:off x="594360" y="1783080"/>
            <a:ext cx="10881360" cy="960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201134"/>
                </a:solidFill>
                <a:effectLst/>
                <a:latin typeface="Arial" panose="020B0604020202020204" pitchFamily="34" charset="0"/>
              </a:rPr>
              <a:t>An MFA prompt arrives when you are not signing in. What is the best response?</a:t>
            </a:r>
          </a:p>
          <a:p>
            <a:pPr algn="l">
              <a:buNone/>
            </a:pPr>
            <a:r>
              <a:rPr lang="en-US" sz="100">
                <a:effectLst/>
              </a:rPr>
              <a:t> </a:t>
            </a:r>
            <a:endParaRPr lang="en-US"/>
          </a:p>
        </p:txBody>
      </p:sp>
      <p:sp>
        <p:nvSpPr>
          <p:cNvPr id="12289" name="Rectangle 12288">
            <a:extLst>
              <a:ext uri="{FF2B5EF4-FFF2-40B4-BE49-F238E27FC236}">
                <a16:creationId xmlns:a16="http://schemas.microsoft.com/office/drawing/2014/main" id="{FC361B2A-08D4-5A44-73E5-E2910B5353BE}"/>
              </a:ext>
            </a:extLst>
          </p:cNvPr>
          <p:cNvSpPr/>
          <p:nvPr/>
        </p:nvSpPr>
        <p:spPr>
          <a:xfrm>
            <a:off x="594360" y="28529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297" name="Rectangle 12296">
            <a:extLst>
              <a:ext uri="{FF2B5EF4-FFF2-40B4-BE49-F238E27FC236}">
                <a16:creationId xmlns:a16="http://schemas.microsoft.com/office/drawing/2014/main" id="{5BE78633-2D45-5780-A124-22ABDBD24CF2}"/>
              </a:ext>
            </a:extLst>
          </p:cNvPr>
          <p:cNvSpPr/>
          <p:nvPr/>
        </p:nvSpPr>
        <p:spPr>
          <a:xfrm>
            <a:off x="795528" y="28666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A. Approve it to stop the notifications.</a:t>
            </a:r>
          </a:p>
          <a:p>
            <a:pPr algn="l">
              <a:buNone/>
            </a:pPr>
            <a:r>
              <a:rPr lang="en-US" sz="100">
                <a:effectLst/>
              </a:rPr>
              <a:t> </a:t>
            </a:r>
            <a:endParaRPr lang="en-US"/>
          </a:p>
        </p:txBody>
      </p:sp>
      <p:sp>
        <p:nvSpPr>
          <p:cNvPr id="12306" name="Rectangle 12305">
            <a:extLst>
              <a:ext uri="{FF2B5EF4-FFF2-40B4-BE49-F238E27FC236}">
                <a16:creationId xmlns:a16="http://schemas.microsoft.com/office/drawing/2014/main" id="{2355B490-2F11-DFED-ABC5-C7BD4B136B54}"/>
              </a:ext>
            </a:extLst>
          </p:cNvPr>
          <p:cNvSpPr/>
          <p:nvPr/>
        </p:nvSpPr>
        <p:spPr>
          <a:xfrm>
            <a:off x="594360" y="35387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16" name="Rectangle 12315">
            <a:extLst>
              <a:ext uri="{FF2B5EF4-FFF2-40B4-BE49-F238E27FC236}">
                <a16:creationId xmlns:a16="http://schemas.microsoft.com/office/drawing/2014/main" id="{2E6339CE-30AB-EED3-B0CA-9EB97375D5E8}"/>
              </a:ext>
            </a:extLst>
          </p:cNvPr>
          <p:cNvSpPr/>
          <p:nvPr/>
        </p:nvSpPr>
        <p:spPr>
          <a:xfrm>
            <a:off x="795528" y="35524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B. Deny it and report the unexpected request.</a:t>
            </a:r>
          </a:p>
          <a:p>
            <a:pPr algn="l">
              <a:buNone/>
            </a:pPr>
            <a:r>
              <a:rPr lang="en-US" sz="100">
                <a:effectLst/>
              </a:rPr>
              <a:t> </a:t>
            </a:r>
            <a:endParaRPr lang="en-US"/>
          </a:p>
        </p:txBody>
      </p:sp>
      <p:sp>
        <p:nvSpPr>
          <p:cNvPr id="12327" name="Rectangle 12326">
            <a:extLst>
              <a:ext uri="{FF2B5EF4-FFF2-40B4-BE49-F238E27FC236}">
                <a16:creationId xmlns:a16="http://schemas.microsoft.com/office/drawing/2014/main" id="{B14F03A0-B88B-469D-20DE-FB4D9B9F6878}"/>
              </a:ext>
            </a:extLst>
          </p:cNvPr>
          <p:cNvSpPr/>
          <p:nvPr/>
        </p:nvSpPr>
        <p:spPr>
          <a:xfrm>
            <a:off x="594360" y="42245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39" name="Rectangle 12338">
            <a:extLst>
              <a:ext uri="{FF2B5EF4-FFF2-40B4-BE49-F238E27FC236}">
                <a16:creationId xmlns:a16="http://schemas.microsoft.com/office/drawing/2014/main" id="{66F51794-2B6E-706F-B1D5-E4C2BD3A6549}"/>
              </a:ext>
            </a:extLst>
          </p:cNvPr>
          <p:cNvSpPr/>
          <p:nvPr/>
        </p:nvSpPr>
        <p:spPr>
          <a:xfrm>
            <a:off x="795528" y="42382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C. Send the code to the person who called.</a:t>
            </a:r>
          </a:p>
          <a:p>
            <a:pPr algn="l">
              <a:buNone/>
            </a:pPr>
            <a:r>
              <a:rPr lang="en-US" sz="100">
                <a:effectLst/>
              </a:rPr>
              <a:t> </a:t>
            </a:r>
            <a:endParaRPr lang="en-US"/>
          </a:p>
        </p:txBody>
      </p:sp>
      <p:sp>
        <p:nvSpPr>
          <p:cNvPr id="12352" name="Rectangle 12351">
            <a:extLst>
              <a:ext uri="{FF2B5EF4-FFF2-40B4-BE49-F238E27FC236}">
                <a16:creationId xmlns:a16="http://schemas.microsoft.com/office/drawing/2014/main" id="{4C08C87A-E010-FFD9-B653-EA835BC0621A}"/>
              </a:ext>
            </a:extLst>
          </p:cNvPr>
          <p:cNvSpPr/>
          <p:nvPr/>
        </p:nvSpPr>
        <p:spPr>
          <a:xfrm>
            <a:off x="594360" y="49103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66" name="Rectangle 12365">
            <a:extLst>
              <a:ext uri="{FF2B5EF4-FFF2-40B4-BE49-F238E27FC236}">
                <a16:creationId xmlns:a16="http://schemas.microsoft.com/office/drawing/2014/main" id="{7A326AFA-3634-4455-DE16-EFA7AB0C1257}"/>
              </a:ext>
            </a:extLst>
          </p:cNvPr>
          <p:cNvSpPr/>
          <p:nvPr/>
        </p:nvSpPr>
        <p:spPr>
          <a:xfrm>
            <a:off x="795528" y="49240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D. Wait until the end of the week.</a:t>
            </a:r>
          </a:p>
          <a:p>
            <a:pPr algn="l">
              <a:buNone/>
            </a:pPr>
            <a:r>
              <a:rPr lang="en-US" sz="100">
                <a:effectLst/>
              </a:rPr>
              <a:t> </a:t>
            </a:r>
            <a:endParaRPr lang="en-US"/>
          </a:p>
        </p:txBody>
      </p:sp>
      <p:pic>
        <p:nvPicPr>
          <p:cNvPr id="20012" name="synozur-logo" descr="Synozur Alliance official logo">
            <a:extLst>
              <a:ext uri="{FF2B5EF4-FFF2-40B4-BE49-F238E27FC236}">
                <a16:creationId xmlns:a16="http://schemas.microsoft.com/office/drawing/2014/main" id="{779E9DB6-8C95-24F5-ED57-0564FD051672}"/>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1956397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2381" name="Rectangle 12380">
            <a:extLst>
              <a:ext uri="{FF2B5EF4-FFF2-40B4-BE49-F238E27FC236}">
                <a16:creationId xmlns:a16="http://schemas.microsoft.com/office/drawing/2014/main" id="{3E9F7548-2A9F-86E3-1487-68ECAF2F89EE}"/>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KNOWLEDGE CHECK</a:t>
            </a:r>
          </a:p>
          <a:p>
            <a:pPr algn="l">
              <a:buNone/>
            </a:pPr>
            <a:r>
              <a:rPr lang="en-US" sz="100">
                <a:effectLst/>
              </a:rPr>
              <a:t> </a:t>
            </a:r>
            <a:endParaRPr lang="en-US"/>
          </a:p>
        </p:txBody>
      </p:sp>
      <p:sp>
        <p:nvSpPr>
          <p:cNvPr id="12397" name="Rectangle 12396">
            <a:extLst>
              <a:ext uri="{FF2B5EF4-FFF2-40B4-BE49-F238E27FC236}">
                <a16:creationId xmlns:a16="http://schemas.microsoft.com/office/drawing/2014/main" id="{2C959E49-11B2-4C27-4C9E-141B6C18A7AD}"/>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Review 02 | Choose one answer</a:t>
            </a:r>
          </a:p>
          <a:p>
            <a:pPr algn="l">
              <a:buNone/>
            </a:pPr>
            <a:r>
              <a:rPr lang="en-US" sz="100">
                <a:effectLst/>
              </a:rPr>
              <a:t> </a:t>
            </a:r>
            <a:endParaRPr lang="en-US"/>
          </a:p>
        </p:txBody>
      </p:sp>
      <p:sp>
        <p:nvSpPr>
          <p:cNvPr id="12414" name="Rectangle 12413">
            <a:extLst>
              <a:ext uri="{FF2B5EF4-FFF2-40B4-BE49-F238E27FC236}">
                <a16:creationId xmlns:a16="http://schemas.microsoft.com/office/drawing/2014/main" id="{A980535A-FEE3-2BAF-72D5-B48D8B68F751}"/>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SYN-SEC-2026-Q02  |  Suggested assessment item; correct answer and rationale in administrator notes.</a:t>
            </a:r>
          </a:p>
          <a:p>
            <a:pPr algn="l">
              <a:buNone/>
            </a:pPr>
            <a:r>
              <a:rPr lang="en-US" sz="100">
                <a:effectLst/>
              </a:rPr>
              <a:t> </a:t>
            </a:r>
            <a:endParaRPr lang="en-US"/>
          </a:p>
        </p:txBody>
      </p:sp>
      <p:sp>
        <p:nvSpPr>
          <p:cNvPr id="12432" name="Rectangle 12431">
            <a:extLst>
              <a:ext uri="{FF2B5EF4-FFF2-40B4-BE49-F238E27FC236}">
                <a16:creationId xmlns:a16="http://schemas.microsoft.com/office/drawing/2014/main" id="{298BCF47-3406-34E1-A523-6C0DA866FAF5}"/>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2451" name="Rectangle 12450">
            <a:extLst>
              <a:ext uri="{FF2B5EF4-FFF2-40B4-BE49-F238E27FC236}">
                <a16:creationId xmlns:a16="http://schemas.microsoft.com/office/drawing/2014/main" id="{7300311A-E07D-D266-9B9E-F36EC3268508}"/>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13</a:t>
            </a:r>
          </a:p>
          <a:p>
            <a:pPr algn="r">
              <a:buNone/>
            </a:pPr>
            <a:r>
              <a:rPr lang="en-US" sz="100">
                <a:effectLst/>
              </a:rPr>
              <a:t> </a:t>
            </a:r>
            <a:endParaRPr lang="en-US"/>
          </a:p>
        </p:txBody>
      </p:sp>
      <p:sp>
        <p:nvSpPr>
          <p:cNvPr id="12471" name="Rectangle 12470">
            <a:extLst>
              <a:ext uri="{FF2B5EF4-FFF2-40B4-BE49-F238E27FC236}">
                <a16:creationId xmlns:a16="http://schemas.microsoft.com/office/drawing/2014/main" id="{CBABEE56-AF99-BF9E-4D6E-6C60EFCB1455}"/>
              </a:ext>
            </a:extLst>
          </p:cNvPr>
          <p:cNvSpPr/>
          <p:nvPr/>
        </p:nvSpPr>
        <p:spPr>
          <a:xfrm>
            <a:off x="594360" y="1783080"/>
            <a:ext cx="10881360" cy="960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201134"/>
                </a:solidFill>
                <a:effectLst/>
                <a:latin typeface="Arial" panose="020B0604020202020204" pitchFamily="34" charset="0"/>
              </a:rPr>
              <a:t>A client sharing restriction blocks your delivery. What should you do?</a:t>
            </a:r>
          </a:p>
          <a:p>
            <a:pPr algn="l">
              <a:buNone/>
            </a:pPr>
            <a:r>
              <a:rPr lang="en-US" sz="100">
                <a:effectLst/>
              </a:rPr>
              <a:t> </a:t>
            </a:r>
            <a:endParaRPr lang="en-US"/>
          </a:p>
        </p:txBody>
      </p:sp>
      <p:sp>
        <p:nvSpPr>
          <p:cNvPr id="12492" name="Rectangle 12491">
            <a:extLst>
              <a:ext uri="{FF2B5EF4-FFF2-40B4-BE49-F238E27FC236}">
                <a16:creationId xmlns:a16="http://schemas.microsoft.com/office/drawing/2014/main" id="{ECAD52A9-F61C-1821-49D6-8F29797B9969}"/>
              </a:ext>
            </a:extLst>
          </p:cNvPr>
          <p:cNvSpPr/>
          <p:nvPr/>
        </p:nvSpPr>
        <p:spPr>
          <a:xfrm>
            <a:off x="594360" y="28529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14" name="Rectangle 12513">
            <a:extLst>
              <a:ext uri="{FF2B5EF4-FFF2-40B4-BE49-F238E27FC236}">
                <a16:creationId xmlns:a16="http://schemas.microsoft.com/office/drawing/2014/main" id="{0EACB407-9F00-7F82-085E-63555D044264}"/>
              </a:ext>
            </a:extLst>
          </p:cNvPr>
          <p:cNvSpPr/>
          <p:nvPr/>
        </p:nvSpPr>
        <p:spPr>
          <a:xfrm>
            <a:off x="795528" y="28666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A. Use personal cloud storage temporarily.</a:t>
            </a:r>
          </a:p>
          <a:p>
            <a:pPr algn="l">
              <a:buNone/>
            </a:pPr>
            <a:r>
              <a:rPr lang="en-US" sz="100">
                <a:effectLst/>
              </a:rPr>
              <a:t> </a:t>
            </a:r>
            <a:endParaRPr lang="en-US"/>
          </a:p>
        </p:txBody>
      </p:sp>
      <p:sp>
        <p:nvSpPr>
          <p:cNvPr id="12537" name="Rectangle 12536">
            <a:extLst>
              <a:ext uri="{FF2B5EF4-FFF2-40B4-BE49-F238E27FC236}">
                <a16:creationId xmlns:a16="http://schemas.microsoft.com/office/drawing/2014/main" id="{7415698C-E2E9-CF67-126A-5610A3DBED6F}"/>
              </a:ext>
            </a:extLst>
          </p:cNvPr>
          <p:cNvSpPr/>
          <p:nvPr/>
        </p:nvSpPr>
        <p:spPr>
          <a:xfrm>
            <a:off x="594360" y="35387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61" name="Rectangle 12560">
            <a:extLst>
              <a:ext uri="{FF2B5EF4-FFF2-40B4-BE49-F238E27FC236}">
                <a16:creationId xmlns:a16="http://schemas.microsoft.com/office/drawing/2014/main" id="{A981560F-6E4D-4A50-E80A-E7EE22F9395A}"/>
              </a:ext>
            </a:extLst>
          </p:cNvPr>
          <p:cNvSpPr/>
          <p:nvPr/>
        </p:nvSpPr>
        <p:spPr>
          <a:xfrm>
            <a:off x="795528" y="35524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B. Remove the sensitivity label.</a:t>
            </a:r>
          </a:p>
          <a:p>
            <a:pPr algn="l">
              <a:buNone/>
            </a:pPr>
            <a:r>
              <a:rPr lang="en-US" sz="100">
                <a:effectLst/>
              </a:rPr>
              <a:t> </a:t>
            </a:r>
            <a:endParaRPr lang="en-US"/>
          </a:p>
        </p:txBody>
      </p:sp>
      <p:sp>
        <p:nvSpPr>
          <p:cNvPr id="12586" name="Rectangle 12585">
            <a:extLst>
              <a:ext uri="{FF2B5EF4-FFF2-40B4-BE49-F238E27FC236}">
                <a16:creationId xmlns:a16="http://schemas.microsoft.com/office/drawing/2014/main" id="{81DD5E3C-9F99-C55F-F172-53583941AE73}"/>
              </a:ext>
            </a:extLst>
          </p:cNvPr>
          <p:cNvSpPr/>
          <p:nvPr/>
        </p:nvSpPr>
        <p:spPr>
          <a:xfrm>
            <a:off x="594360" y="42245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612" name="Rectangle 12611">
            <a:extLst>
              <a:ext uri="{FF2B5EF4-FFF2-40B4-BE49-F238E27FC236}">
                <a16:creationId xmlns:a16="http://schemas.microsoft.com/office/drawing/2014/main" id="{1C1A3907-3F30-4464-256D-6E86064AE321}"/>
              </a:ext>
            </a:extLst>
          </p:cNvPr>
          <p:cNvSpPr/>
          <p:nvPr/>
        </p:nvSpPr>
        <p:spPr>
          <a:xfrm>
            <a:off x="795528" y="42382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C. Ask for an approved sharing method or access change.</a:t>
            </a:r>
          </a:p>
          <a:p>
            <a:pPr algn="l">
              <a:buNone/>
            </a:pPr>
            <a:r>
              <a:rPr lang="en-US" sz="100">
                <a:effectLst/>
              </a:rPr>
              <a:t> </a:t>
            </a:r>
            <a:endParaRPr lang="en-US"/>
          </a:p>
        </p:txBody>
      </p:sp>
      <p:sp>
        <p:nvSpPr>
          <p:cNvPr id="12639" name="Rectangle 12638">
            <a:extLst>
              <a:ext uri="{FF2B5EF4-FFF2-40B4-BE49-F238E27FC236}">
                <a16:creationId xmlns:a16="http://schemas.microsoft.com/office/drawing/2014/main" id="{7204F4E2-4515-5DC3-BAE0-B27ED7724F72}"/>
              </a:ext>
            </a:extLst>
          </p:cNvPr>
          <p:cNvSpPr/>
          <p:nvPr/>
        </p:nvSpPr>
        <p:spPr>
          <a:xfrm>
            <a:off x="594360" y="49103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667" name="Rectangle 12666">
            <a:extLst>
              <a:ext uri="{FF2B5EF4-FFF2-40B4-BE49-F238E27FC236}">
                <a16:creationId xmlns:a16="http://schemas.microsoft.com/office/drawing/2014/main" id="{6B5D1B74-7EB6-8B4E-D9C6-1EB7D59A4407}"/>
              </a:ext>
            </a:extLst>
          </p:cNvPr>
          <p:cNvSpPr/>
          <p:nvPr/>
        </p:nvSpPr>
        <p:spPr>
          <a:xfrm>
            <a:off x="795528" y="49240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D. Send screenshots from personal email.</a:t>
            </a:r>
          </a:p>
          <a:p>
            <a:pPr algn="l">
              <a:buNone/>
            </a:pPr>
            <a:r>
              <a:rPr lang="en-US" sz="100">
                <a:effectLst/>
              </a:rPr>
              <a:t> </a:t>
            </a:r>
            <a:endParaRPr lang="en-US"/>
          </a:p>
        </p:txBody>
      </p:sp>
      <p:pic>
        <p:nvPicPr>
          <p:cNvPr id="20013" name="synozur-logo" descr="Synozur Alliance official logo">
            <a:extLst>
              <a:ext uri="{FF2B5EF4-FFF2-40B4-BE49-F238E27FC236}">
                <a16:creationId xmlns:a16="http://schemas.microsoft.com/office/drawing/2014/main" id="{957797B0-CC0A-DB04-50C0-11A73C89E3C4}"/>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1280267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2696" name="Rectangle 12695">
            <a:extLst>
              <a:ext uri="{FF2B5EF4-FFF2-40B4-BE49-F238E27FC236}">
                <a16:creationId xmlns:a16="http://schemas.microsoft.com/office/drawing/2014/main" id="{BA2F4491-D9CD-D086-62B3-48943646A3B1}"/>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KNOWLEDGE CHECK</a:t>
            </a:r>
          </a:p>
          <a:p>
            <a:pPr algn="l">
              <a:buNone/>
            </a:pPr>
            <a:r>
              <a:rPr lang="en-US" sz="100">
                <a:effectLst/>
              </a:rPr>
              <a:t> </a:t>
            </a:r>
            <a:endParaRPr lang="en-US"/>
          </a:p>
        </p:txBody>
      </p:sp>
      <p:sp>
        <p:nvSpPr>
          <p:cNvPr id="12726" name="Rectangle 12725">
            <a:extLst>
              <a:ext uri="{FF2B5EF4-FFF2-40B4-BE49-F238E27FC236}">
                <a16:creationId xmlns:a16="http://schemas.microsoft.com/office/drawing/2014/main" id="{12A5E4A2-C520-3883-4331-1723C8927F7C}"/>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Review 03 | Choose one answer</a:t>
            </a:r>
          </a:p>
          <a:p>
            <a:pPr algn="l">
              <a:buNone/>
            </a:pPr>
            <a:r>
              <a:rPr lang="en-US" sz="100">
                <a:effectLst/>
              </a:rPr>
              <a:t> </a:t>
            </a:r>
            <a:endParaRPr lang="en-US"/>
          </a:p>
        </p:txBody>
      </p:sp>
      <p:sp>
        <p:nvSpPr>
          <p:cNvPr id="12757" name="Rectangle 12756">
            <a:extLst>
              <a:ext uri="{FF2B5EF4-FFF2-40B4-BE49-F238E27FC236}">
                <a16:creationId xmlns:a16="http://schemas.microsoft.com/office/drawing/2014/main" id="{AA64FFAA-A144-1ADA-4F9E-B4829F3E2850}"/>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SYN-SEC-2026-Q03  |  Suggested assessment item; correct answer and rationale in administrator notes.</a:t>
            </a:r>
          </a:p>
          <a:p>
            <a:pPr algn="l">
              <a:buNone/>
            </a:pPr>
            <a:r>
              <a:rPr lang="en-US" sz="100">
                <a:effectLst/>
              </a:rPr>
              <a:t> </a:t>
            </a:r>
            <a:endParaRPr lang="en-US"/>
          </a:p>
        </p:txBody>
      </p:sp>
      <p:sp>
        <p:nvSpPr>
          <p:cNvPr id="12789" name="Rectangle 12788">
            <a:extLst>
              <a:ext uri="{FF2B5EF4-FFF2-40B4-BE49-F238E27FC236}">
                <a16:creationId xmlns:a16="http://schemas.microsoft.com/office/drawing/2014/main" id="{13B223DA-8CDA-BB10-EDAF-661AB1DADCE5}"/>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2822" name="Rectangle 12821">
            <a:extLst>
              <a:ext uri="{FF2B5EF4-FFF2-40B4-BE49-F238E27FC236}">
                <a16:creationId xmlns:a16="http://schemas.microsoft.com/office/drawing/2014/main" id="{41A8BC06-5930-19D9-7B91-5AFE52F8B192}"/>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14</a:t>
            </a:r>
          </a:p>
          <a:p>
            <a:pPr algn="r">
              <a:buNone/>
            </a:pPr>
            <a:r>
              <a:rPr lang="en-US" sz="100">
                <a:effectLst/>
              </a:rPr>
              <a:t> </a:t>
            </a:r>
            <a:endParaRPr lang="en-US"/>
          </a:p>
        </p:txBody>
      </p:sp>
      <p:sp>
        <p:nvSpPr>
          <p:cNvPr id="12856" name="Rectangle 12855">
            <a:extLst>
              <a:ext uri="{FF2B5EF4-FFF2-40B4-BE49-F238E27FC236}">
                <a16:creationId xmlns:a16="http://schemas.microsoft.com/office/drawing/2014/main" id="{A3E70E9A-1469-8D18-CB67-E3E1E11B1145}"/>
              </a:ext>
            </a:extLst>
          </p:cNvPr>
          <p:cNvSpPr/>
          <p:nvPr/>
        </p:nvSpPr>
        <p:spPr>
          <a:xfrm>
            <a:off x="594360" y="1783080"/>
            <a:ext cx="10881360" cy="960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201134"/>
                </a:solidFill>
                <a:effectLst/>
                <a:latin typeface="Arial" panose="020B0604020202020204" pitchFamily="34" charset="0"/>
              </a:rPr>
              <a:t>You entered your password on a suspicious site. What happens next?</a:t>
            </a:r>
          </a:p>
          <a:p>
            <a:pPr algn="l">
              <a:buNone/>
            </a:pPr>
            <a:r>
              <a:rPr lang="en-US" sz="100">
                <a:effectLst/>
              </a:rPr>
              <a:t> </a:t>
            </a:r>
            <a:endParaRPr lang="en-US"/>
          </a:p>
        </p:txBody>
      </p:sp>
      <p:sp>
        <p:nvSpPr>
          <p:cNvPr id="12891" name="Rectangle 12890">
            <a:extLst>
              <a:ext uri="{FF2B5EF4-FFF2-40B4-BE49-F238E27FC236}">
                <a16:creationId xmlns:a16="http://schemas.microsoft.com/office/drawing/2014/main" id="{BE55C349-C714-C4E7-EFD8-030311BE3436}"/>
              </a:ext>
            </a:extLst>
          </p:cNvPr>
          <p:cNvSpPr/>
          <p:nvPr/>
        </p:nvSpPr>
        <p:spPr>
          <a:xfrm>
            <a:off x="594360" y="28529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927" name="Rectangle 12926">
            <a:extLst>
              <a:ext uri="{FF2B5EF4-FFF2-40B4-BE49-F238E27FC236}">
                <a16:creationId xmlns:a16="http://schemas.microsoft.com/office/drawing/2014/main" id="{6007DF21-C9A1-56DB-0431-3E73CCF6D15B}"/>
              </a:ext>
            </a:extLst>
          </p:cNvPr>
          <p:cNvSpPr/>
          <p:nvPr/>
        </p:nvSpPr>
        <p:spPr>
          <a:xfrm>
            <a:off x="795528" y="28666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A. Report immediately and follow IT instructions.</a:t>
            </a:r>
          </a:p>
          <a:p>
            <a:pPr algn="l">
              <a:buNone/>
            </a:pPr>
            <a:r>
              <a:rPr lang="en-US" sz="100">
                <a:effectLst/>
              </a:rPr>
              <a:t> </a:t>
            </a:r>
            <a:endParaRPr lang="en-US"/>
          </a:p>
        </p:txBody>
      </p:sp>
      <p:sp>
        <p:nvSpPr>
          <p:cNvPr id="12964" name="Rectangle 12963">
            <a:extLst>
              <a:ext uri="{FF2B5EF4-FFF2-40B4-BE49-F238E27FC236}">
                <a16:creationId xmlns:a16="http://schemas.microsoft.com/office/drawing/2014/main" id="{6B03AA8E-5D12-41E9-23C6-4F98EE1DCB48}"/>
              </a:ext>
            </a:extLst>
          </p:cNvPr>
          <p:cNvSpPr/>
          <p:nvPr/>
        </p:nvSpPr>
        <p:spPr>
          <a:xfrm>
            <a:off x="594360" y="35387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002" name="Rectangle 13001">
            <a:extLst>
              <a:ext uri="{FF2B5EF4-FFF2-40B4-BE49-F238E27FC236}">
                <a16:creationId xmlns:a16="http://schemas.microsoft.com/office/drawing/2014/main" id="{5E79CAED-7D41-BA0A-FBC0-C6A770668AEA}"/>
              </a:ext>
            </a:extLst>
          </p:cNvPr>
          <p:cNvSpPr/>
          <p:nvPr/>
        </p:nvSpPr>
        <p:spPr>
          <a:xfrm>
            <a:off x="795528" y="35524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B. Delete the message and say nothing.</a:t>
            </a:r>
          </a:p>
          <a:p>
            <a:pPr algn="l">
              <a:buNone/>
            </a:pPr>
            <a:r>
              <a:rPr lang="en-US" sz="100">
                <a:effectLst/>
              </a:rPr>
              <a:t> </a:t>
            </a:r>
            <a:endParaRPr lang="en-US"/>
          </a:p>
        </p:txBody>
      </p:sp>
      <p:sp>
        <p:nvSpPr>
          <p:cNvPr id="13041" name="Rectangle 13040">
            <a:extLst>
              <a:ext uri="{FF2B5EF4-FFF2-40B4-BE49-F238E27FC236}">
                <a16:creationId xmlns:a16="http://schemas.microsoft.com/office/drawing/2014/main" id="{77B83118-6F96-39CF-2DD8-706C0D32AEAE}"/>
              </a:ext>
            </a:extLst>
          </p:cNvPr>
          <p:cNvSpPr/>
          <p:nvPr/>
        </p:nvSpPr>
        <p:spPr>
          <a:xfrm>
            <a:off x="594360" y="42245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081" name="Rectangle 13080">
            <a:extLst>
              <a:ext uri="{FF2B5EF4-FFF2-40B4-BE49-F238E27FC236}">
                <a16:creationId xmlns:a16="http://schemas.microsoft.com/office/drawing/2014/main" id="{9777F1D4-861C-53C4-7082-7936FA1D7F75}"/>
              </a:ext>
            </a:extLst>
          </p:cNvPr>
          <p:cNvSpPr/>
          <p:nvPr/>
        </p:nvSpPr>
        <p:spPr>
          <a:xfrm>
            <a:off x="795528" y="42382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C. Investigate the site yourself.</a:t>
            </a:r>
          </a:p>
          <a:p>
            <a:pPr algn="l">
              <a:buNone/>
            </a:pPr>
            <a:r>
              <a:rPr lang="en-US" sz="100">
                <a:effectLst/>
              </a:rPr>
              <a:t> </a:t>
            </a:r>
            <a:endParaRPr lang="en-US"/>
          </a:p>
        </p:txBody>
      </p:sp>
      <p:sp>
        <p:nvSpPr>
          <p:cNvPr id="13122" name="Rectangle 13121">
            <a:extLst>
              <a:ext uri="{FF2B5EF4-FFF2-40B4-BE49-F238E27FC236}">
                <a16:creationId xmlns:a16="http://schemas.microsoft.com/office/drawing/2014/main" id="{0A8814C9-E89E-CB3E-95D3-31D593E9D33D}"/>
              </a:ext>
            </a:extLst>
          </p:cNvPr>
          <p:cNvSpPr/>
          <p:nvPr/>
        </p:nvSpPr>
        <p:spPr>
          <a:xfrm>
            <a:off x="594360" y="49103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164" name="Rectangle 13163">
            <a:extLst>
              <a:ext uri="{FF2B5EF4-FFF2-40B4-BE49-F238E27FC236}">
                <a16:creationId xmlns:a16="http://schemas.microsoft.com/office/drawing/2014/main" id="{CC279961-6B81-8D83-DE78-36B14A7AF882}"/>
              </a:ext>
            </a:extLst>
          </p:cNvPr>
          <p:cNvSpPr/>
          <p:nvPr/>
        </p:nvSpPr>
        <p:spPr>
          <a:xfrm>
            <a:off x="795528" y="49240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D. Wait for evidence of damage.</a:t>
            </a:r>
          </a:p>
          <a:p>
            <a:pPr algn="l">
              <a:buNone/>
            </a:pPr>
            <a:r>
              <a:rPr lang="en-US" sz="100">
                <a:effectLst/>
              </a:rPr>
              <a:t> </a:t>
            </a:r>
            <a:endParaRPr lang="en-US"/>
          </a:p>
        </p:txBody>
      </p:sp>
      <p:pic>
        <p:nvPicPr>
          <p:cNvPr id="20014" name="synozur-logo" descr="Synozur Alliance official logo">
            <a:extLst>
              <a:ext uri="{FF2B5EF4-FFF2-40B4-BE49-F238E27FC236}">
                <a16:creationId xmlns:a16="http://schemas.microsoft.com/office/drawing/2014/main" id="{73C07E53-DA49-B166-9FE1-7007E12EF509}"/>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257061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3207" name="Rectangle 13206">
            <a:extLst>
              <a:ext uri="{FF2B5EF4-FFF2-40B4-BE49-F238E27FC236}">
                <a16:creationId xmlns:a16="http://schemas.microsoft.com/office/drawing/2014/main" id="{8420D776-853A-8E27-5026-51DF2123D415}"/>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KNOWLEDGE CHECK</a:t>
            </a:r>
          </a:p>
          <a:p>
            <a:pPr algn="l">
              <a:buNone/>
            </a:pPr>
            <a:r>
              <a:rPr lang="en-US" sz="100">
                <a:effectLst/>
              </a:rPr>
              <a:t> </a:t>
            </a:r>
            <a:endParaRPr lang="en-US"/>
          </a:p>
        </p:txBody>
      </p:sp>
      <p:sp>
        <p:nvSpPr>
          <p:cNvPr id="13251" name="Rectangle 13250">
            <a:extLst>
              <a:ext uri="{FF2B5EF4-FFF2-40B4-BE49-F238E27FC236}">
                <a16:creationId xmlns:a16="http://schemas.microsoft.com/office/drawing/2014/main" id="{A7C6C3CC-DE51-50B9-E6DD-1A39BA3E14FE}"/>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Review 04 | Choose one answer</a:t>
            </a:r>
          </a:p>
          <a:p>
            <a:pPr algn="l">
              <a:buNone/>
            </a:pPr>
            <a:r>
              <a:rPr lang="en-US" sz="100">
                <a:effectLst/>
              </a:rPr>
              <a:t> </a:t>
            </a:r>
            <a:endParaRPr lang="en-US"/>
          </a:p>
        </p:txBody>
      </p:sp>
      <p:sp>
        <p:nvSpPr>
          <p:cNvPr id="13296" name="Rectangle 13295">
            <a:extLst>
              <a:ext uri="{FF2B5EF4-FFF2-40B4-BE49-F238E27FC236}">
                <a16:creationId xmlns:a16="http://schemas.microsoft.com/office/drawing/2014/main" id="{64D14AB8-5714-E418-BD23-51D30E8A38D6}"/>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SYN-SEC-2026-Q04  |  Suggested assessment item; correct answer and rationale in administrator notes.</a:t>
            </a:r>
          </a:p>
          <a:p>
            <a:pPr algn="l">
              <a:buNone/>
            </a:pPr>
            <a:r>
              <a:rPr lang="en-US" sz="100">
                <a:effectLst/>
              </a:rPr>
              <a:t> </a:t>
            </a:r>
            <a:endParaRPr lang="en-US"/>
          </a:p>
        </p:txBody>
      </p:sp>
      <p:sp>
        <p:nvSpPr>
          <p:cNvPr id="13342" name="Rectangle 13341">
            <a:extLst>
              <a:ext uri="{FF2B5EF4-FFF2-40B4-BE49-F238E27FC236}">
                <a16:creationId xmlns:a16="http://schemas.microsoft.com/office/drawing/2014/main" id="{314A6833-A226-D85D-D74A-139DD9C523DE}"/>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3389" name="Rectangle 13388">
            <a:extLst>
              <a:ext uri="{FF2B5EF4-FFF2-40B4-BE49-F238E27FC236}">
                <a16:creationId xmlns:a16="http://schemas.microsoft.com/office/drawing/2014/main" id="{CEB0B8F7-DA02-A136-5AD7-DD723917459C}"/>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15</a:t>
            </a:r>
          </a:p>
          <a:p>
            <a:pPr algn="r">
              <a:buNone/>
            </a:pPr>
            <a:r>
              <a:rPr lang="en-US" sz="100">
                <a:effectLst/>
              </a:rPr>
              <a:t> </a:t>
            </a:r>
            <a:endParaRPr lang="en-US"/>
          </a:p>
        </p:txBody>
      </p:sp>
      <p:sp>
        <p:nvSpPr>
          <p:cNvPr id="13437" name="Rectangle 13436">
            <a:extLst>
              <a:ext uri="{FF2B5EF4-FFF2-40B4-BE49-F238E27FC236}">
                <a16:creationId xmlns:a16="http://schemas.microsoft.com/office/drawing/2014/main" id="{42AE2217-891D-8FC0-F14D-5DFD3A09CBD5}"/>
              </a:ext>
            </a:extLst>
          </p:cNvPr>
          <p:cNvSpPr/>
          <p:nvPr/>
        </p:nvSpPr>
        <p:spPr>
          <a:xfrm>
            <a:off x="594360" y="1783080"/>
            <a:ext cx="10881360" cy="960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201134"/>
                </a:solidFill>
                <a:effectLst/>
                <a:latin typeface="Arial" panose="020B0604020202020204" pitchFamily="34" charset="0"/>
              </a:rPr>
              <a:t>A familiar colleague requests a large client export outside their assigned work. What is best?</a:t>
            </a:r>
          </a:p>
          <a:p>
            <a:pPr algn="l">
              <a:buNone/>
            </a:pPr>
            <a:r>
              <a:rPr lang="en-US" sz="100">
                <a:effectLst/>
              </a:rPr>
              <a:t> </a:t>
            </a:r>
            <a:endParaRPr lang="en-US"/>
          </a:p>
        </p:txBody>
      </p:sp>
      <p:sp>
        <p:nvSpPr>
          <p:cNvPr id="13486" name="Rectangle 13485">
            <a:extLst>
              <a:ext uri="{FF2B5EF4-FFF2-40B4-BE49-F238E27FC236}">
                <a16:creationId xmlns:a16="http://schemas.microsoft.com/office/drawing/2014/main" id="{A63B1679-6BB9-B6A2-209E-8E7640BF5628}"/>
              </a:ext>
            </a:extLst>
          </p:cNvPr>
          <p:cNvSpPr/>
          <p:nvPr/>
        </p:nvSpPr>
        <p:spPr>
          <a:xfrm>
            <a:off x="594360" y="28529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536" name="Rectangle 13535">
            <a:extLst>
              <a:ext uri="{FF2B5EF4-FFF2-40B4-BE49-F238E27FC236}">
                <a16:creationId xmlns:a16="http://schemas.microsoft.com/office/drawing/2014/main" id="{352E99DF-A521-AC7C-D418-87CA3A80A236}"/>
              </a:ext>
            </a:extLst>
          </p:cNvPr>
          <p:cNvSpPr/>
          <p:nvPr/>
        </p:nvSpPr>
        <p:spPr>
          <a:xfrm>
            <a:off x="795528" y="28666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A. Assume familiarity is sufficient authorization.</a:t>
            </a:r>
          </a:p>
          <a:p>
            <a:pPr algn="l">
              <a:buNone/>
            </a:pPr>
            <a:r>
              <a:rPr lang="en-US" sz="100">
                <a:effectLst/>
              </a:rPr>
              <a:t> </a:t>
            </a:r>
            <a:endParaRPr lang="en-US"/>
          </a:p>
        </p:txBody>
      </p:sp>
      <p:sp>
        <p:nvSpPr>
          <p:cNvPr id="13587" name="Rectangle 13586">
            <a:extLst>
              <a:ext uri="{FF2B5EF4-FFF2-40B4-BE49-F238E27FC236}">
                <a16:creationId xmlns:a16="http://schemas.microsoft.com/office/drawing/2014/main" id="{2E3C238E-3240-5455-161D-660557F98FBE}"/>
              </a:ext>
            </a:extLst>
          </p:cNvPr>
          <p:cNvSpPr/>
          <p:nvPr/>
        </p:nvSpPr>
        <p:spPr>
          <a:xfrm>
            <a:off x="594360" y="35387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639" name="Rectangle 13638">
            <a:extLst>
              <a:ext uri="{FF2B5EF4-FFF2-40B4-BE49-F238E27FC236}">
                <a16:creationId xmlns:a16="http://schemas.microsoft.com/office/drawing/2014/main" id="{A1577D26-4E16-D642-6708-ADF6A7CAC6F1}"/>
              </a:ext>
            </a:extLst>
          </p:cNvPr>
          <p:cNvSpPr/>
          <p:nvPr/>
        </p:nvSpPr>
        <p:spPr>
          <a:xfrm>
            <a:off x="795528" y="35524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B. Accuse them publicly of stealing.</a:t>
            </a:r>
          </a:p>
          <a:p>
            <a:pPr algn="l">
              <a:buNone/>
            </a:pPr>
            <a:r>
              <a:rPr lang="en-US" sz="100">
                <a:effectLst/>
              </a:rPr>
              <a:t> </a:t>
            </a:r>
            <a:endParaRPr lang="en-US"/>
          </a:p>
        </p:txBody>
      </p:sp>
      <p:sp>
        <p:nvSpPr>
          <p:cNvPr id="13692" name="Rectangle 13691">
            <a:extLst>
              <a:ext uri="{FF2B5EF4-FFF2-40B4-BE49-F238E27FC236}">
                <a16:creationId xmlns:a16="http://schemas.microsoft.com/office/drawing/2014/main" id="{FCB5E3EA-BE3E-C746-6BAB-1B44DD0611A0}"/>
              </a:ext>
            </a:extLst>
          </p:cNvPr>
          <p:cNvSpPr/>
          <p:nvPr/>
        </p:nvSpPr>
        <p:spPr>
          <a:xfrm>
            <a:off x="594360" y="42245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746" name="Rectangle 13745">
            <a:extLst>
              <a:ext uri="{FF2B5EF4-FFF2-40B4-BE49-F238E27FC236}">
                <a16:creationId xmlns:a16="http://schemas.microsoft.com/office/drawing/2014/main" id="{ED0AD061-8DD0-D582-477F-E32CBF4C54C3}"/>
              </a:ext>
            </a:extLst>
          </p:cNvPr>
          <p:cNvSpPr/>
          <p:nvPr/>
        </p:nvSpPr>
        <p:spPr>
          <a:xfrm>
            <a:off x="795528" y="42382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C. Ignore it because they are an employee.</a:t>
            </a:r>
          </a:p>
          <a:p>
            <a:pPr algn="l">
              <a:buNone/>
            </a:pPr>
            <a:r>
              <a:rPr lang="en-US" sz="100">
                <a:effectLst/>
              </a:rPr>
              <a:t> </a:t>
            </a:r>
            <a:endParaRPr lang="en-US"/>
          </a:p>
        </p:txBody>
      </p:sp>
      <p:sp>
        <p:nvSpPr>
          <p:cNvPr id="13801" name="Rectangle 13800">
            <a:extLst>
              <a:ext uri="{FF2B5EF4-FFF2-40B4-BE49-F238E27FC236}">
                <a16:creationId xmlns:a16="http://schemas.microsoft.com/office/drawing/2014/main" id="{A94B610A-EF11-96A7-E17C-9244E71F93E3}"/>
              </a:ext>
            </a:extLst>
          </p:cNvPr>
          <p:cNvSpPr/>
          <p:nvPr/>
        </p:nvSpPr>
        <p:spPr>
          <a:xfrm>
            <a:off x="594360" y="49103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857" name="Rectangle 13856">
            <a:extLst>
              <a:ext uri="{FF2B5EF4-FFF2-40B4-BE49-F238E27FC236}">
                <a16:creationId xmlns:a16="http://schemas.microsoft.com/office/drawing/2014/main" id="{407719C9-32F0-0013-8698-FA404EF7E875}"/>
              </a:ext>
            </a:extLst>
          </p:cNvPr>
          <p:cNvSpPr/>
          <p:nvPr/>
        </p:nvSpPr>
        <p:spPr>
          <a:xfrm>
            <a:off x="795528" y="49240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D. Pause the transfer and report factual concerns through the approved route.</a:t>
            </a:r>
          </a:p>
          <a:p>
            <a:pPr algn="l">
              <a:buNone/>
            </a:pPr>
            <a:r>
              <a:rPr lang="en-US" sz="100">
                <a:effectLst/>
              </a:rPr>
              <a:t> </a:t>
            </a:r>
            <a:endParaRPr lang="en-US"/>
          </a:p>
        </p:txBody>
      </p:sp>
      <p:pic>
        <p:nvPicPr>
          <p:cNvPr id="20015" name="synozur-logo" descr="Synozur Alliance official logo">
            <a:extLst>
              <a:ext uri="{FF2B5EF4-FFF2-40B4-BE49-F238E27FC236}">
                <a16:creationId xmlns:a16="http://schemas.microsoft.com/office/drawing/2014/main" id="{9ED70DAA-EBF4-5997-6A30-E0BBC8019521}"/>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260768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3914" name="Rectangle 13913">
            <a:extLst>
              <a:ext uri="{FF2B5EF4-FFF2-40B4-BE49-F238E27FC236}">
                <a16:creationId xmlns:a16="http://schemas.microsoft.com/office/drawing/2014/main" id="{07EF087F-9979-C065-EA94-B9F7B0D95F94}"/>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KNOWLEDGE CHECK</a:t>
            </a:r>
          </a:p>
          <a:p>
            <a:pPr algn="l">
              <a:buNone/>
            </a:pPr>
            <a:r>
              <a:rPr lang="en-US" sz="100">
                <a:effectLst/>
              </a:rPr>
              <a:t> </a:t>
            </a:r>
            <a:endParaRPr lang="en-US"/>
          </a:p>
        </p:txBody>
      </p:sp>
      <p:sp>
        <p:nvSpPr>
          <p:cNvPr id="13972" name="Rectangle 13971">
            <a:extLst>
              <a:ext uri="{FF2B5EF4-FFF2-40B4-BE49-F238E27FC236}">
                <a16:creationId xmlns:a16="http://schemas.microsoft.com/office/drawing/2014/main" id="{FBDF3BBD-4256-A486-8B12-D5AC04C0EA6E}"/>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Review 05 | Choose one answer</a:t>
            </a:r>
          </a:p>
          <a:p>
            <a:pPr algn="l">
              <a:buNone/>
            </a:pPr>
            <a:r>
              <a:rPr lang="en-US" sz="100">
                <a:effectLst/>
              </a:rPr>
              <a:t> </a:t>
            </a:r>
            <a:endParaRPr lang="en-US"/>
          </a:p>
        </p:txBody>
      </p:sp>
      <p:sp>
        <p:nvSpPr>
          <p:cNvPr id="14031" name="Rectangle 14030">
            <a:extLst>
              <a:ext uri="{FF2B5EF4-FFF2-40B4-BE49-F238E27FC236}">
                <a16:creationId xmlns:a16="http://schemas.microsoft.com/office/drawing/2014/main" id="{2EE2BD55-44C8-55C4-BD4E-62F6EC0A58AB}"/>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SYN-SEC-2026-Q05  |  Suggested assessment item; correct answer and rationale in administrator notes.</a:t>
            </a:r>
          </a:p>
          <a:p>
            <a:pPr algn="l">
              <a:buNone/>
            </a:pPr>
            <a:r>
              <a:rPr lang="en-US" sz="100">
                <a:effectLst/>
              </a:rPr>
              <a:t> </a:t>
            </a:r>
            <a:endParaRPr lang="en-US"/>
          </a:p>
        </p:txBody>
      </p:sp>
      <p:sp>
        <p:nvSpPr>
          <p:cNvPr id="14091" name="Rectangle 14090">
            <a:extLst>
              <a:ext uri="{FF2B5EF4-FFF2-40B4-BE49-F238E27FC236}">
                <a16:creationId xmlns:a16="http://schemas.microsoft.com/office/drawing/2014/main" id="{C54B5FE7-3D6D-3880-4A40-3F79C159D0B9}"/>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4152" name="Rectangle 14151">
            <a:extLst>
              <a:ext uri="{FF2B5EF4-FFF2-40B4-BE49-F238E27FC236}">
                <a16:creationId xmlns:a16="http://schemas.microsoft.com/office/drawing/2014/main" id="{2D457F90-B616-6E15-4A20-0F389B76B942}"/>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16</a:t>
            </a:r>
          </a:p>
          <a:p>
            <a:pPr algn="r">
              <a:buNone/>
            </a:pPr>
            <a:r>
              <a:rPr lang="en-US" sz="100">
                <a:effectLst/>
              </a:rPr>
              <a:t> </a:t>
            </a:r>
            <a:endParaRPr lang="en-US"/>
          </a:p>
        </p:txBody>
      </p:sp>
      <p:sp>
        <p:nvSpPr>
          <p:cNvPr id="14214" name="Rectangle 14213">
            <a:extLst>
              <a:ext uri="{FF2B5EF4-FFF2-40B4-BE49-F238E27FC236}">
                <a16:creationId xmlns:a16="http://schemas.microsoft.com/office/drawing/2014/main" id="{62C959C3-9557-9D27-1FB9-E3D72D3512FA}"/>
              </a:ext>
            </a:extLst>
          </p:cNvPr>
          <p:cNvSpPr/>
          <p:nvPr/>
        </p:nvSpPr>
        <p:spPr>
          <a:xfrm>
            <a:off x="594360" y="1783080"/>
            <a:ext cx="10881360" cy="960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201134"/>
                </a:solidFill>
                <a:effectLst/>
                <a:latin typeface="Arial" panose="020B0604020202020204" pitchFamily="34" charset="0"/>
              </a:rPr>
              <a:t>Does completing this awareness course demonstrate all NIST controls are implemented?</a:t>
            </a:r>
          </a:p>
          <a:p>
            <a:pPr algn="l">
              <a:buNone/>
            </a:pPr>
            <a:r>
              <a:rPr lang="en-US" sz="100">
                <a:effectLst/>
              </a:rPr>
              <a:t> </a:t>
            </a:r>
            <a:endParaRPr lang="en-US"/>
          </a:p>
        </p:txBody>
      </p:sp>
      <p:sp>
        <p:nvSpPr>
          <p:cNvPr id="14277" name="Rectangle 14276">
            <a:extLst>
              <a:ext uri="{FF2B5EF4-FFF2-40B4-BE49-F238E27FC236}">
                <a16:creationId xmlns:a16="http://schemas.microsoft.com/office/drawing/2014/main" id="{F61A69F6-28F5-8A9A-1663-692AC0B4764A}"/>
              </a:ext>
            </a:extLst>
          </p:cNvPr>
          <p:cNvSpPr/>
          <p:nvPr/>
        </p:nvSpPr>
        <p:spPr>
          <a:xfrm>
            <a:off x="594360" y="28529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341" name="Rectangle 14340">
            <a:extLst>
              <a:ext uri="{FF2B5EF4-FFF2-40B4-BE49-F238E27FC236}">
                <a16:creationId xmlns:a16="http://schemas.microsoft.com/office/drawing/2014/main" id="{2B953F64-4E46-79FA-1396-1C7070BB5168}"/>
              </a:ext>
            </a:extLst>
          </p:cNvPr>
          <p:cNvSpPr/>
          <p:nvPr/>
        </p:nvSpPr>
        <p:spPr>
          <a:xfrm>
            <a:off x="795528" y="28666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A. Yes, the attestation is the certification.</a:t>
            </a:r>
          </a:p>
          <a:p>
            <a:pPr algn="l">
              <a:buNone/>
            </a:pPr>
            <a:r>
              <a:rPr lang="en-US" sz="100">
                <a:effectLst/>
              </a:rPr>
              <a:t> </a:t>
            </a:r>
            <a:endParaRPr lang="en-US"/>
          </a:p>
        </p:txBody>
      </p:sp>
      <p:sp>
        <p:nvSpPr>
          <p:cNvPr id="14406" name="Rectangle 14405">
            <a:extLst>
              <a:ext uri="{FF2B5EF4-FFF2-40B4-BE49-F238E27FC236}">
                <a16:creationId xmlns:a16="http://schemas.microsoft.com/office/drawing/2014/main" id="{709A9549-B7D8-4741-26D4-5FD7F558165D}"/>
              </a:ext>
            </a:extLst>
          </p:cNvPr>
          <p:cNvSpPr/>
          <p:nvPr/>
        </p:nvSpPr>
        <p:spPr>
          <a:xfrm>
            <a:off x="594360" y="35387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472" name="Rectangle 14471">
            <a:extLst>
              <a:ext uri="{FF2B5EF4-FFF2-40B4-BE49-F238E27FC236}">
                <a16:creationId xmlns:a16="http://schemas.microsoft.com/office/drawing/2014/main" id="{B30E04EE-86F6-31CB-D4CC-BD9F2F64FCF8}"/>
              </a:ext>
            </a:extLst>
          </p:cNvPr>
          <p:cNvSpPr/>
          <p:nvPr/>
        </p:nvSpPr>
        <p:spPr>
          <a:xfrm>
            <a:off x="795528" y="35524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B. No; it is one training record within a broader assessment.</a:t>
            </a:r>
          </a:p>
          <a:p>
            <a:pPr algn="l">
              <a:buNone/>
            </a:pPr>
            <a:r>
              <a:rPr lang="en-US" sz="100">
                <a:effectLst/>
              </a:rPr>
              <a:t> </a:t>
            </a:r>
            <a:endParaRPr lang="en-US"/>
          </a:p>
        </p:txBody>
      </p:sp>
      <p:sp>
        <p:nvSpPr>
          <p:cNvPr id="14539" name="Rectangle 14538">
            <a:extLst>
              <a:ext uri="{FF2B5EF4-FFF2-40B4-BE49-F238E27FC236}">
                <a16:creationId xmlns:a16="http://schemas.microsoft.com/office/drawing/2014/main" id="{E46FD8DA-F40B-DFC9-5680-CB44D79A8249}"/>
              </a:ext>
            </a:extLst>
          </p:cNvPr>
          <p:cNvSpPr/>
          <p:nvPr/>
        </p:nvSpPr>
        <p:spPr>
          <a:xfrm>
            <a:off x="594360" y="42245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607" name="Rectangle 14606">
            <a:extLst>
              <a:ext uri="{FF2B5EF4-FFF2-40B4-BE49-F238E27FC236}">
                <a16:creationId xmlns:a16="http://schemas.microsoft.com/office/drawing/2014/main" id="{25269D28-804A-519F-40F2-08235134159C}"/>
              </a:ext>
            </a:extLst>
          </p:cNvPr>
          <p:cNvSpPr/>
          <p:nvPr/>
        </p:nvSpPr>
        <p:spPr>
          <a:xfrm>
            <a:off x="795528" y="42382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C. Yes, if all review answers are correct.</a:t>
            </a:r>
          </a:p>
          <a:p>
            <a:pPr algn="l">
              <a:buNone/>
            </a:pPr>
            <a:r>
              <a:rPr lang="en-US" sz="100">
                <a:effectLst/>
              </a:rPr>
              <a:t> </a:t>
            </a:r>
            <a:endParaRPr lang="en-US"/>
          </a:p>
        </p:txBody>
      </p:sp>
      <p:sp>
        <p:nvSpPr>
          <p:cNvPr id="14676" name="Rectangle 14675">
            <a:extLst>
              <a:ext uri="{FF2B5EF4-FFF2-40B4-BE49-F238E27FC236}">
                <a16:creationId xmlns:a16="http://schemas.microsoft.com/office/drawing/2014/main" id="{A6A17555-8CBC-A787-B5FD-E8D53E49A023}"/>
              </a:ext>
            </a:extLst>
          </p:cNvPr>
          <p:cNvSpPr/>
          <p:nvPr/>
        </p:nvSpPr>
        <p:spPr>
          <a:xfrm>
            <a:off x="594360" y="49103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746" name="Rectangle 14745">
            <a:extLst>
              <a:ext uri="{FF2B5EF4-FFF2-40B4-BE49-F238E27FC236}">
                <a16:creationId xmlns:a16="http://schemas.microsoft.com/office/drawing/2014/main" id="{A8742382-A69E-EBE1-0D6A-97CCF5E75F8A}"/>
              </a:ext>
            </a:extLst>
          </p:cNvPr>
          <p:cNvSpPr/>
          <p:nvPr/>
        </p:nvSpPr>
        <p:spPr>
          <a:xfrm>
            <a:off x="795528" y="49240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D. Yes, if a manager approves completion.</a:t>
            </a:r>
          </a:p>
          <a:p>
            <a:pPr algn="l">
              <a:buNone/>
            </a:pPr>
            <a:r>
              <a:rPr lang="en-US" sz="100">
                <a:effectLst/>
              </a:rPr>
              <a:t> </a:t>
            </a:r>
            <a:endParaRPr lang="en-US"/>
          </a:p>
        </p:txBody>
      </p:sp>
      <p:pic>
        <p:nvPicPr>
          <p:cNvPr id="20016" name="synozur-logo" descr="Synozur Alliance official logo">
            <a:extLst>
              <a:ext uri="{FF2B5EF4-FFF2-40B4-BE49-F238E27FC236}">
                <a16:creationId xmlns:a16="http://schemas.microsoft.com/office/drawing/2014/main" id="{C3C1C542-6C65-EBE7-8A4A-9C0B6C28EB3C}"/>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35410577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4817" name="Rectangle 14816">
            <a:extLst>
              <a:ext uri="{FF2B5EF4-FFF2-40B4-BE49-F238E27FC236}">
                <a16:creationId xmlns:a16="http://schemas.microsoft.com/office/drawing/2014/main" id="{04AFE884-47B9-C387-1A43-EE3AE2EA6970}"/>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ACKNOWLEDGEMENT | PROPOSED WORDING</a:t>
            </a:r>
          </a:p>
          <a:p>
            <a:pPr algn="l">
              <a:buNone/>
            </a:pPr>
            <a:r>
              <a:rPr lang="en-US" sz="100">
                <a:effectLst/>
              </a:rPr>
              <a:t> </a:t>
            </a:r>
            <a:endParaRPr lang="en-US"/>
          </a:p>
        </p:txBody>
      </p:sp>
      <p:sp>
        <p:nvSpPr>
          <p:cNvPr id="14889" name="Rectangle 14888">
            <a:extLst>
              <a:ext uri="{FF2B5EF4-FFF2-40B4-BE49-F238E27FC236}">
                <a16:creationId xmlns:a16="http://schemas.microsoft.com/office/drawing/2014/main" id="{EC940C68-9456-D881-39ED-88BD382B16B6}"/>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Record your annual attestation</a:t>
            </a:r>
          </a:p>
          <a:p>
            <a:pPr algn="l">
              <a:buNone/>
            </a:pPr>
            <a:r>
              <a:rPr lang="en-US" sz="100">
                <a:effectLst/>
              </a:rPr>
              <a:t> </a:t>
            </a:r>
            <a:endParaRPr lang="en-US"/>
          </a:p>
        </p:txBody>
      </p:sp>
      <p:sp>
        <p:nvSpPr>
          <p:cNvPr id="14962" name="Rectangle 14961">
            <a:extLst>
              <a:ext uri="{FF2B5EF4-FFF2-40B4-BE49-F238E27FC236}">
                <a16:creationId xmlns:a16="http://schemas.microsoft.com/office/drawing/2014/main" id="{52D43ABA-EB2E-857A-A037-0C0E6C94A186}"/>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Individual acknowledgement is separate from the review score and from any organizational assessment.</a:t>
            </a:r>
          </a:p>
          <a:p>
            <a:pPr algn="l">
              <a:buNone/>
            </a:pPr>
            <a:r>
              <a:rPr lang="en-US" sz="100">
                <a:effectLst/>
              </a:rPr>
              <a:t> </a:t>
            </a:r>
            <a:endParaRPr lang="en-US"/>
          </a:p>
        </p:txBody>
      </p:sp>
      <p:sp>
        <p:nvSpPr>
          <p:cNvPr id="15036" name="Rectangle 15035">
            <a:extLst>
              <a:ext uri="{FF2B5EF4-FFF2-40B4-BE49-F238E27FC236}">
                <a16:creationId xmlns:a16="http://schemas.microsoft.com/office/drawing/2014/main" id="{348FC7BA-2D9B-FFD8-BBB9-8ACEF2C25BBB}"/>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5111" name="Rectangle 15110">
            <a:extLst>
              <a:ext uri="{FF2B5EF4-FFF2-40B4-BE49-F238E27FC236}">
                <a16:creationId xmlns:a16="http://schemas.microsoft.com/office/drawing/2014/main" id="{EEEC1282-4C67-F3EE-DB62-76D2A4A5E4B9}"/>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17</a:t>
            </a:r>
          </a:p>
          <a:p>
            <a:pPr algn="r">
              <a:buNone/>
            </a:pPr>
            <a:r>
              <a:rPr lang="en-US" sz="100">
                <a:effectLst/>
              </a:rPr>
              <a:t> </a:t>
            </a:r>
            <a:endParaRPr lang="en-US"/>
          </a:p>
        </p:txBody>
      </p:sp>
      <p:sp>
        <p:nvSpPr>
          <p:cNvPr id="15187" name="Rectangle 15186">
            <a:extLst>
              <a:ext uri="{FF2B5EF4-FFF2-40B4-BE49-F238E27FC236}">
                <a16:creationId xmlns:a16="http://schemas.microsoft.com/office/drawing/2014/main" id="{EC4EE747-6F95-FEE7-8DDC-B9105AA3EBF4}"/>
              </a:ext>
            </a:extLst>
          </p:cNvPr>
          <p:cNvSpPr/>
          <p:nvPr/>
        </p:nvSpPr>
        <p:spPr>
          <a:xfrm>
            <a:off x="594360" y="1975104"/>
            <a:ext cx="10972800" cy="2304288"/>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264" name="Rectangle 15263">
            <a:extLst>
              <a:ext uri="{FF2B5EF4-FFF2-40B4-BE49-F238E27FC236}">
                <a16:creationId xmlns:a16="http://schemas.microsoft.com/office/drawing/2014/main" id="{A858B861-4046-4C04-BDC5-0B94765C32CE}"/>
              </a:ext>
            </a:extLst>
          </p:cNvPr>
          <p:cNvSpPr/>
          <p:nvPr/>
        </p:nvSpPr>
        <p:spPr>
          <a:xfrm>
            <a:off x="914400" y="2221992"/>
            <a:ext cx="10332720" cy="17647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a:solidFill>
                  <a:srgbClr val="201134"/>
                </a:solidFill>
                <a:effectLst/>
                <a:latin typeface="Arial" panose="020B0604020202020204" pitchFamily="34" charset="0"/>
              </a:rPr>
              <a:t>I completed this course and reviewed the applicable information security policies. I understand my responsibilities to protect accounts, devices, and information, use approved tools, and promptly report suspected incidents. I will follow those requirements and seek clarification when needed.</a:t>
            </a:r>
          </a:p>
          <a:p>
            <a:pPr algn="l">
              <a:buNone/>
            </a:pPr>
            <a:r>
              <a:rPr lang="en-US" sz="100">
                <a:effectLst/>
              </a:rPr>
              <a:t> </a:t>
            </a:r>
            <a:endParaRPr lang="en-US"/>
          </a:p>
        </p:txBody>
      </p:sp>
      <p:sp>
        <p:nvSpPr>
          <p:cNvPr id="15342" name="Rectangle 15341">
            <a:extLst>
              <a:ext uri="{FF2B5EF4-FFF2-40B4-BE49-F238E27FC236}">
                <a16:creationId xmlns:a16="http://schemas.microsoft.com/office/drawing/2014/main" id="{BB350253-FFE4-49F1-1BCB-F7EA01084F02}"/>
              </a:ext>
            </a:extLst>
          </p:cNvPr>
          <p:cNvSpPr/>
          <p:nvPr/>
        </p:nvSpPr>
        <p:spPr>
          <a:xfrm>
            <a:off x="594360" y="4553712"/>
            <a:ext cx="10515600" cy="4663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Record: your name / work identity, course version, completion date, and response.</a:t>
            </a:r>
          </a:p>
          <a:p>
            <a:pPr algn="l">
              <a:buNone/>
            </a:pPr>
            <a:r>
              <a:rPr lang="en-US" sz="100">
                <a:effectLst/>
              </a:rPr>
              <a:t> </a:t>
            </a:r>
            <a:endParaRPr lang="en-US"/>
          </a:p>
        </p:txBody>
      </p:sp>
      <p:sp>
        <p:nvSpPr>
          <p:cNvPr id="15421" name="Rectangle 15420">
            <a:extLst>
              <a:ext uri="{FF2B5EF4-FFF2-40B4-BE49-F238E27FC236}">
                <a16:creationId xmlns:a16="http://schemas.microsoft.com/office/drawing/2014/main" id="{4A1E7AF2-2E17-0AB2-EFA3-E74CFDB10962}"/>
              </a:ext>
            </a:extLst>
          </p:cNvPr>
          <p:cNvSpPr/>
          <p:nvPr/>
        </p:nvSpPr>
        <p:spPr>
          <a:xfrm>
            <a:off x="594360" y="5166360"/>
            <a:ext cx="10515600" cy="44805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810FFB"/>
                </a:solidFill>
                <a:effectLst/>
                <a:latin typeface="Arial" panose="020B0604020202020204" pitchFamily="34" charset="0"/>
              </a:rPr>
              <a:t>Responses:  I acknowledge    |    I need clarification before acknowledging</a:t>
            </a:r>
          </a:p>
          <a:p>
            <a:pPr algn="l">
              <a:buNone/>
            </a:pPr>
            <a:r>
              <a:rPr lang="en-US" sz="100">
                <a:effectLst/>
              </a:rPr>
              <a:t> </a:t>
            </a:r>
            <a:endParaRPr lang="en-US"/>
          </a:p>
        </p:txBody>
      </p:sp>
      <p:pic>
        <p:nvPicPr>
          <p:cNvPr id="20017" name="synozur-logo" descr="Synozur Alliance official logo">
            <a:extLst>
              <a:ext uri="{FF2B5EF4-FFF2-40B4-BE49-F238E27FC236}">
                <a16:creationId xmlns:a16="http://schemas.microsoft.com/office/drawing/2014/main" id="{CCB84CFE-F210-B843-43C5-FB0CDE582AB8}"/>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42879815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5501" name="Rectangle 15500">
            <a:extLst>
              <a:ext uri="{FF2B5EF4-FFF2-40B4-BE49-F238E27FC236}">
                <a16:creationId xmlns:a16="http://schemas.microsoft.com/office/drawing/2014/main" id="{3179C55D-1445-E107-AB8B-DA4BDB3D8EC9}"/>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ADMINISTRATOR APPENDIX | EXCLUDE FROM LEARNER FLOW</a:t>
            </a:r>
          </a:p>
          <a:p>
            <a:pPr algn="l">
              <a:buNone/>
            </a:pPr>
            <a:r>
              <a:rPr lang="en-US" sz="100">
                <a:effectLst/>
              </a:rPr>
              <a:t> </a:t>
            </a:r>
            <a:endParaRPr lang="en-US"/>
          </a:p>
        </p:txBody>
      </p:sp>
      <p:sp>
        <p:nvSpPr>
          <p:cNvPr id="15582" name="Rectangle 15581">
            <a:extLst>
              <a:ext uri="{FF2B5EF4-FFF2-40B4-BE49-F238E27FC236}">
                <a16:creationId xmlns:a16="http://schemas.microsoft.com/office/drawing/2014/main" id="{E0B3B1AF-7E49-9E07-114F-E5985C90FC6B}"/>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Approve the launch before assigning</a:t>
            </a:r>
          </a:p>
          <a:p>
            <a:pPr algn="l">
              <a:buNone/>
            </a:pPr>
            <a:r>
              <a:rPr lang="en-US" sz="100">
                <a:effectLst/>
              </a:rPr>
              <a:t> </a:t>
            </a:r>
            <a:endParaRPr lang="en-US"/>
          </a:p>
        </p:txBody>
      </p:sp>
      <p:sp>
        <p:nvSpPr>
          <p:cNvPr id="15664" name="Rectangle 15663">
            <a:extLst>
              <a:ext uri="{FF2B5EF4-FFF2-40B4-BE49-F238E27FC236}">
                <a16:creationId xmlns:a16="http://schemas.microsoft.com/office/drawing/2014/main" id="{A95E3D1D-65CB-62C8-0BEB-3A34B4045B28}"/>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Proposed release checklist; Orion import and attestation behavior are not verified.</a:t>
            </a:r>
          </a:p>
          <a:p>
            <a:pPr algn="l">
              <a:buNone/>
            </a:pPr>
            <a:r>
              <a:rPr lang="en-US" sz="100">
                <a:effectLst/>
              </a:rPr>
              <a:t> </a:t>
            </a:r>
            <a:endParaRPr lang="en-US"/>
          </a:p>
        </p:txBody>
      </p:sp>
      <p:sp>
        <p:nvSpPr>
          <p:cNvPr id="15747" name="Rectangle 15746">
            <a:extLst>
              <a:ext uri="{FF2B5EF4-FFF2-40B4-BE49-F238E27FC236}">
                <a16:creationId xmlns:a16="http://schemas.microsoft.com/office/drawing/2014/main" id="{171F07FD-C644-FFB5-9FA8-21C1F112A4D0}"/>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5831" name="Rectangle 15830">
            <a:extLst>
              <a:ext uri="{FF2B5EF4-FFF2-40B4-BE49-F238E27FC236}">
                <a16:creationId xmlns:a16="http://schemas.microsoft.com/office/drawing/2014/main" id="{B0F05E2A-9B03-5BCE-6BAF-6AF041B6A7CD}"/>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18</a:t>
            </a:r>
          </a:p>
          <a:p>
            <a:pPr algn="r">
              <a:buNone/>
            </a:pPr>
            <a:r>
              <a:rPr lang="en-US" sz="100">
                <a:effectLst/>
              </a:rPr>
              <a:t> </a:t>
            </a:r>
            <a:endParaRPr lang="en-US"/>
          </a:p>
        </p:txBody>
      </p:sp>
      <p:sp>
        <p:nvSpPr>
          <p:cNvPr id="15916" name="Rectangle 15915">
            <a:extLst>
              <a:ext uri="{FF2B5EF4-FFF2-40B4-BE49-F238E27FC236}">
                <a16:creationId xmlns:a16="http://schemas.microsoft.com/office/drawing/2014/main" id="{29EA23D1-3E12-A8CC-97B4-42CDCB996CE0}"/>
              </a:ext>
            </a:extLst>
          </p:cNvPr>
          <p:cNvSpPr/>
          <p:nvPr/>
        </p:nvSpPr>
        <p:spPr>
          <a:xfrm>
            <a:off x="594360" y="2011680"/>
            <a:ext cx="3502152" cy="3575304"/>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002" name="Rectangle 16001">
            <a:extLst>
              <a:ext uri="{FF2B5EF4-FFF2-40B4-BE49-F238E27FC236}">
                <a16:creationId xmlns:a16="http://schemas.microsoft.com/office/drawing/2014/main" id="{D1E101EF-9269-D903-BF27-B48AC0E94612}"/>
              </a:ext>
            </a:extLst>
          </p:cNvPr>
          <p:cNvSpPr/>
          <p:nvPr/>
        </p:nvSpPr>
        <p:spPr>
          <a:xfrm>
            <a:off x="813816"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01</a:t>
            </a:r>
          </a:p>
          <a:p>
            <a:pPr algn="l">
              <a:buNone/>
            </a:pPr>
            <a:r>
              <a:rPr lang="en-US" sz="100">
                <a:effectLst/>
              </a:rPr>
              <a:t> </a:t>
            </a:r>
            <a:endParaRPr lang="en-US"/>
          </a:p>
        </p:txBody>
      </p:sp>
      <p:sp>
        <p:nvSpPr>
          <p:cNvPr id="16089" name="Rectangle 16088">
            <a:extLst>
              <a:ext uri="{FF2B5EF4-FFF2-40B4-BE49-F238E27FC236}">
                <a16:creationId xmlns:a16="http://schemas.microsoft.com/office/drawing/2014/main" id="{8F680C08-F40A-DFBE-971A-28C480CABC5A}"/>
              </a:ext>
            </a:extLst>
          </p:cNvPr>
          <p:cNvSpPr/>
          <p:nvPr/>
        </p:nvSpPr>
        <p:spPr>
          <a:xfrm>
            <a:off x="813816"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Approve the content</a:t>
            </a:r>
          </a:p>
          <a:p>
            <a:pPr algn="l">
              <a:buNone/>
            </a:pPr>
            <a:r>
              <a:rPr lang="en-US" sz="100">
                <a:effectLst/>
              </a:rPr>
              <a:t> </a:t>
            </a:r>
            <a:endParaRPr lang="en-US"/>
          </a:p>
        </p:txBody>
      </p:sp>
      <p:sp>
        <p:nvSpPr>
          <p:cNvPr id="16177" name="Rectangle 16176">
            <a:extLst>
              <a:ext uri="{FF2B5EF4-FFF2-40B4-BE49-F238E27FC236}">
                <a16:creationId xmlns:a16="http://schemas.microsoft.com/office/drawing/2014/main" id="{697571D5-1D25-8B81-942D-0CB222450357}"/>
              </a:ext>
            </a:extLst>
          </p:cNvPr>
          <p:cNvSpPr/>
          <p:nvPr/>
        </p:nvSpPr>
        <p:spPr>
          <a:xfrm>
            <a:off x="813816" y="3656897"/>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Confirm policy versions, NIST scope, contacts, conduct rules, and the final attestation.</a:t>
            </a:r>
          </a:p>
          <a:p>
            <a:pPr algn="l">
              <a:buNone/>
            </a:pPr>
            <a:r>
              <a:rPr lang="en-US" sz="100">
                <a:effectLst/>
              </a:rPr>
              <a:t> </a:t>
            </a:r>
            <a:endParaRPr lang="en-US"/>
          </a:p>
        </p:txBody>
      </p:sp>
      <p:sp>
        <p:nvSpPr>
          <p:cNvPr id="16266" name="Rectangle 16265">
            <a:extLst>
              <a:ext uri="{FF2B5EF4-FFF2-40B4-BE49-F238E27FC236}">
                <a16:creationId xmlns:a16="http://schemas.microsoft.com/office/drawing/2014/main" id="{247A5067-ED61-F79D-5EAB-3261DC074969}"/>
              </a:ext>
            </a:extLst>
          </p:cNvPr>
          <p:cNvSpPr/>
          <p:nvPr/>
        </p:nvSpPr>
        <p:spPr>
          <a:xfrm>
            <a:off x="4325112" y="2011680"/>
            <a:ext cx="3502152" cy="3575304"/>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356" name="Rectangle 16355">
            <a:extLst>
              <a:ext uri="{FF2B5EF4-FFF2-40B4-BE49-F238E27FC236}">
                <a16:creationId xmlns:a16="http://schemas.microsoft.com/office/drawing/2014/main" id="{14CD0188-F960-D187-C83A-0987EA40B3BA}"/>
              </a:ext>
            </a:extLst>
          </p:cNvPr>
          <p:cNvSpPr/>
          <p:nvPr/>
        </p:nvSpPr>
        <p:spPr>
          <a:xfrm>
            <a:off x="4544568"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02</a:t>
            </a:r>
          </a:p>
          <a:p>
            <a:pPr algn="l">
              <a:buNone/>
            </a:pPr>
            <a:r>
              <a:rPr lang="en-US" sz="100">
                <a:effectLst/>
              </a:rPr>
              <a:t> </a:t>
            </a:r>
            <a:endParaRPr lang="en-US"/>
          </a:p>
        </p:txBody>
      </p:sp>
      <p:sp>
        <p:nvSpPr>
          <p:cNvPr id="16447" name="Rectangle 16446">
            <a:extLst>
              <a:ext uri="{FF2B5EF4-FFF2-40B4-BE49-F238E27FC236}">
                <a16:creationId xmlns:a16="http://schemas.microsoft.com/office/drawing/2014/main" id="{BDB4D1C1-14B9-AEEC-D0E7-D6011D75E232}"/>
              </a:ext>
            </a:extLst>
          </p:cNvPr>
          <p:cNvSpPr/>
          <p:nvPr/>
        </p:nvSpPr>
        <p:spPr>
          <a:xfrm>
            <a:off x="4544568"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Test the import</a:t>
            </a:r>
          </a:p>
          <a:p>
            <a:pPr algn="l">
              <a:buNone/>
            </a:pPr>
            <a:r>
              <a:rPr lang="en-US" sz="100">
                <a:effectLst/>
              </a:rPr>
              <a:t> </a:t>
            </a:r>
            <a:endParaRPr lang="en-US"/>
          </a:p>
        </p:txBody>
      </p:sp>
      <p:sp>
        <p:nvSpPr>
          <p:cNvPr id="16539" name="Rectangle 16538">
            <a:extLst>
              <a:ext uri="{FF2B5EF4-FFF2-40B4-BE49-F238E27FC236}">
                <a16:creationId xmlns:a16="http://schemas.microsoft.com/office/drawing/2014/main" id="{28A25FAD-E40F-9DB8-D130-81A525515344}"/>
              </a:ext>
            </a:extLst>
          </p:cNvPr>
          <p:cNvSpPr/>
          <p:nvPr/>
        </p:nvSpPr>
        <p:spPr>
          <a:xfrm>
            <a:off x="4544568" y="3656897"/>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Check slide order, text extraction, note visibility, choices, grading, and acknowledgement capture.</a:t>
            </a:r>
          </a:p>
          <a:p>
            <a:pPr algn="l">
              <a:buNone/>
            </a:pPr>
            <a:r>
              <a:rPr lang="en-US" sz="100">
                <a:effectLst/>
              </a:rPr>
              <a:t> </a:t>
            </a:r>
            <a:endParaRPr lang="en-US"/>
          </a:p>
        </p:txBody>
      </p:sp>
      <p:sp>
        <p:nvSpPr>
          <p:cNvPr id="16632" name="Rectangle 16631">
            <a:extLst>
              <a:ext uri="{FF2B5EF4-FFF2-40B4-BE49-F238E27FC236}">
                <a16:creationId xmlns:a16="http://schemas.microsoft.com/office/drawing/2014/main" id="{92BCB47D-9C13-031A-50D1-38F23D99FAFC}"/>
              </a:ext>
            </a:extLst>
          </p:cNvPr>
          <p:cNvSpPr/>
          <p:nvPr/>
        </p:nvSpPr>
        <p:spPr>
          <a:xfrm>
            <a:off x="8055864" y="2011680"/>
            <a:ext cx="3502152" cy="3575304"/>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726" name="Rectangle 16725">
            <a:extLst>
              <a:ext uri="{FF2B5EF4-FFF2-40B4-BE49-F238E27FC236}">
                <a16:creationId xmlns:a16="http://schemas.microsoft.com/office/drawing/2014/main" id="{2252935B-34F7-5BF2-F67C-38E30831422B}"/>
              </a:ext>
            </a:extLst>
          </p:cNvPr>
          <p:cNvSpPr/>
          <p:nvPr/>
        </p:nvSpPr>
        <p:spPr>
          <a:xfrm>
            <a:off x="8275320"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03</a:t>
            </a:r>
          </a:p>
          <a:p>
            <a:pPr algn="l">
              <a:buNone/>
            </a:pPr>
            <a:r>
              <a:rPr lang="en-US" sz="100">
                <a:effectLst/>
              </a:rPr>
              <a:t> </a:t>
            </a:r>
            <a:endParaRPr lang="en-US"/>
          </a:p>
        </p:txBody>
      </p:sp>
      <p:sp>
        <p:nvSpPr>
          <p:cNvPr id="16821" name="Rectangle 16820">
            <a:extLst>
              <a:ext uri="{FF2B5EF4-FFF2-40B4-BE49-F238E27FC236}">
                <a16:creationId xmlns:a16="http://schemas.microsoft.com/office/drawing/2014/main" id="{8B68AC2B-AD69-6825-6970-DCCE1050C1DB}"/>
              </a:ext>
            </a:extLst>
          </p:cNvPr>
          <p:cNvSpPr/>
          <p:nvPr/>
        </p:nvSpPr>
        <p:spPr>
          <a:xfrm>
            <a:off x="8275320"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Retain the evidence</a:t>
            </a:r>
          </a:p>
          <a:p>
            <a:pPr algn="l">
              <a:buNone/>
            </a:pPr>
            <a:r>
              <a:rPr lang="en-US" sz="100">
                <a:effectLst/>
              </a:rPr>
              <a:t> </a:t>
            </a:r>
            <a:endParaRPr lang="en-US"/>
          </a:p>
        </p:txBody>
      </p:sp>
      <p:sp>
        <p:nvSpPr>
          <p:cNvPr id="16917" name="Rectangle 16916">
            <a:extLst>
              <a:ext uri="{FF2B5EF4-FFF2-40B4-BE49-F238E27FC236}">
                <a16:creationId xmlns:a16="http://schemas.microsoft.com/office/drawing/2014/main" id="{A248F355-CD47-CDF3-314E-D28AC53A9A74}"/>
              </a:ext>
            </a:extLst>
          </p:cNvPr>
          <p:cNvSpPr/>
          <p:nvPr/>
        </p:nvSpPr>
        <p:spPr>
          <a:xfrm>
            <a:off x="8275320" y="3776472"/>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Keep approved course version, learner identity, results, remediation, attestation, and exception follow-up.</a:t>
            </a:r>
          </a:p>
          <a:p>
            <a:pPr algn="l">
              <a:buNone/>
            </a:pPr>
            <a:r>
              <a:rPr lang="en-US" sz="100">
                <a:effectLst/>
              </a:rPr>
              <a:t> </a:t>
            </a:r>
            <a:endParaRPr lang="en-US"/>
          </a:p>
        </p:txBody>
      </p:sp>
      <p:pic>
        <p:nvPicPr>
          <p:cNvPr id="20018" name="synozur-logo" descr="Synozur Alliance official logo">
            <a:extLst>
              <a:ext uri="{FF2B5EF4-FFF2-40B4-BE49-F238E27FC236}">
                <a16:creationId xmlns:a16="http://schemas.microsoft.com/office/drawing/2014/main" id="{483F7F75-0366-9E5D-E97D-EAD4CC57025C}"/>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19987767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7014" name="Rectangle 17013">
            <a:extLst>
              <a:ext uri="{FF2B5EF4-FFF2-40B4-BE49-F238E27FC236}">
                <a16:creationId xmlns:a16="http://schemas.microsoft.com/office/drawing/2014/main" id="{8D4176B5-35FF-41B1-0859-9B91C4955449}"/>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ADMINISTRATOR APPENDIX | INDICATIVE MAPPING</a:t>
            </a:r>
          </a:p>
          <a:p>
            <a:pPr algn="l">
              <a:buNone/>
            </a:pPr>
            <a:r>
              <a:rPr lang="en-US" sz="100">
                <a:effectLst/>
              </a:rPr>
              <a:t> </a:t>
            </a:r>
            <a:endParaRPr lang="en-US"/>
          </a:p>
        </p:txBody>
      </p:sp>
      <p:sp>
        <p:nvSpPr>
          <p:cNvPr id="17112" name="Rectangle 17111">
            <a:extLst>
              <a:ext uri="{FF2B5EF4-FFF2-40B4-BE49-F238E27FC236}">
                <a16:creationId xmlns:a16="http://schemas.microsoft.com/office/drawing/2014/main" id="{A16C575B-20C2-5A6D-F36B-928682668C65}"/>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How this training supports readiness</a:t>
            </a:r>
          </a:p>
          <a:p>
            <a:pPr algn="l">
              <a:buNone/>
            </a:pPr>
            <a:r>
              <a:rPr lang="en-US" sz="100">
                <a:effectLst/>
              </a:rPr>
              <a:t> </a:t>
            </a:r>
            <a:endParaRPr lang="en-US"/>
          </a:p>
        </p:txBody>
      </p:sp>
      <p:sp>
        <p:nvSpPr>
          <p:cNvPr id="17211" name="Rectangle 17210">
            <a:extLst>
              <a:ext uri="{FF2B5EF4-FFF2-40B4-BE49-F238E27FC236}">
                <a16:creationId xmlns:a16="http://schemas.microsoft.com/office/drawing/2014/main" id="{B9DDB570-F7DB-9401-C037-FF29D34E5332}"/>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Educational alignment only; no claim that controls are fully implemented or assessed.</a:t>
            </a:r>
          </a:p>
          <a:p>
            <a:pPr algn="l">
              <a:buNone/>
            </a:pPr>
            <a:r>
              <a:rPr lang="en-US" sz="100">
                <a:effectLst/>
              </a:rPr>
              <a:t> </a:t>
            </a:r>
            <a:endParaRPr lang="en-US"/>
          </a:p>
        </p:txBody>
      </p:sp>
      <p:sp>
        <p:nvSpPr>
          <p:cNvPr id="17311" name="Rectangle 17310">
            <a:extLst>
              <a:ext uri="{FF2B5EF4-FFF2-40B4-BE49-F238E27FC236}">
                <a16:creationId xmlns:a16="http://schemas.microsoft.com/office/drawing/2014/main" id="{9EDC5D9F-C810-CA7F-7958-AB5F9789143F}"/>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7412" name="Rectangle 17411">
            <a:extLst>
              <a:ext uri="{FF2B5EF4-FFF2-40B4-BE49-F238E27FC236}">
                <a16:creationId xmlns:a16="http://schemas.microsoft.com/office/drawing/2014/main" id="{ACEF0EFB-650C-50D8-15FD-A3209CEBCD52}"/>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19</a:t>
            </a:r>
          </a:p>
          <a:p>
            <a:pPr algn="r">
              <a:buNone/>
            </a:pPr>
            <a:r>
              <a:rPr lang="en-US" sz="100">
                <a:effectLst/>
              </a:rPr>
              <a:t> </a:t>
            </a:r>
            <a:endParaRPr lang="en-US"/>
          </a:p>
        </p:txBody>
      </p:sp>
      <p:sp>
        <p:nvSpPr>
          <p:cNvPr id="17514" name="Rectangle 17513">
            <a:extLst>
              <a:ext uri="{FF2B5EF4-FFF2-40B4-BE49-F238E27FC236}">
                <a16:creationId xmlns:a16="http://schemas.microsoft.com/office/drawing/2014/main" id="{65B9EC8B-7865-9B1A-FDA0-D0A4D17ACA4E}"/>
              </a:ext>
            </a:extLst>
          </p:cNvPr>
          <p:cNvSpPr/>
          <p:nvPr/>
        </p:nvSpPr>
        <p:spPr>
          <a:xfrm>
            <a:off x="594360" y="2011680"/>
            <a:ext cx="10972800" cy="1005840"/>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617" name="Rectangle 17616">
            <a:extLst>
              <a:ext uri="{FF2B5EF4-FFF2-40B4-BE49-F238E27FC236}">
                <a16:creationId xmlns:a16="http://schemas.microsoft.com/office/drawing/2014/main" id="{0A0B0667-8254-F964-2284-2CDC257C7E8D}"/>
              </a:ext>
            </a:extLst>
          </p:cNvPr>
          <p:cNvSpPr/>
          <p:nvPr/>
        </p:nvSpPr>
        <p:spPr>
          <a:xfrm>
            <a:off x="822960" y="2121408"/>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General awareness</a:t>
            </a:r>
          </a:p>
          <a:p>
            <a:pPr algn="l">
              <a:buNone/>
            </a:pPr>
            <a:r>
              <a:rPr lang="en-US" sz="100">
                <a:effectLst/>
              </a:rPr>
              <a:t> </a:t>
            </a:r>
            <a:endParaRPr lang="en-US"/>
          </a:p>
        </p:txBody>
      </p:sp>
      <p:sp>
        <p:nvSpPr>
          <p:cNvPr id="17721" name="Rectangle 17720">
            <a:extLst>
              <a:ext uri="{FF2B5EF4-FFF2-40B4-BE49-F238E27FC236}">
                <a16:creationId xmlns:a16="http://schemas.microsoft.com/office/drawing/2014/main" id="{12A52B56-7DA5-4E73-6C6E-DB3403651F96}"/>
              </a:ext>
            </a:extLst>
          </p:cNvPr>
          <p:cNvSpPr/>
          <p:nvPr/>
        </p:nvSpPr>
        <p:spPr>
          <a:xfrm>
            <a:off x="4343400" y="2121408"/>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CSF 2.0 PR.AT-01</a:t>
            </a:r>
          </a:p>
          <a:p>
            <a:pPr algn="l">
              <a:buNone/>
            </a:pPr>
            <a:r>
              <a:rPr lang="en-US" sz="1900">
                <a:solidFill>
                  <a:srgbClr val="201134"/>
                </a:solidFill>
                <a:effectLst/>
                <a:latin typeface="Arial" panose="020B0604020202020204" pitchFamily="34" charset="0"/>
              </a:rPr>
              <a:t>Recognition, safe actions, and reporting.</a:t>
            </a:r>
            <a:endParaRPr lang="en-US"/>
          </a:p>
        </p:txBody>
      </p:sp>
      <p:sp>
        <p:nvSpPr>
          <p:cNvPr id="17826" name="Rectangle 17825">
            <a:extLst>
              <a:ext uri="{FF2B5EF4-FFF2-40B4-BE49-F238E27FC236}">
                <a16:creationId xmlns:a16="http://schemas.microsoft.com/office/drawing/2014/main" id="{B9AE61D0-E00C-3B18-F3D6-A1C95E8D2C9A}"/>
              </a:ext>
            </a:extLst>
          </p:cNvPr>
          <p:cNvSpPr/>
          <p:nvPr/>
        </p:nvSpPr>
        <p:spPr>
          <a:xfrm>
            <a:off x="594360" y="3209544"/>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932" name="Rectangle 17931">
            <a:extLst>
              <a:ext uri="{FF2B5EF4-FFF2-40B4-BE49-F238E27FC236}">
                <a16:creationId xmlns:a16="http://schemas.microsoft.com/office/drawing/2014/main" id="{43B82182-8FBB-3FF7-08E1-7A5398EA2161}"/>
              </a:ext>
            </a:extLst>
          </p:cNvPr>
          <p:cNvSpPr/>
          <p:nvPr/>
        </p:nvSpPr>
        <p:spPr>
          <a:xfrm>
            <a:off x="822960" y="3319272"/>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Roles and governance</a:t>
            </a:r>
          </a:p>
          <a:p>
            <a:pPr algn="l">
              <a:buNone/>
            </a:pPr>
            <a:r>
              <a:rPr lang="en-US" sz="100">
                <a:effectLst/>
              </a:rPr>
              <a:t> </a:t>
            </a:r>
            <a:endParaRPr lang="en-US"/>
          </a:p>
        </p:txBody>
      </p:sp>
      <p:sp>
        <p:nvSpPr>
          <p:cNvPr id="18039" name="Rectangle 18038">
            <a:extLst>
              <a:ext uri="{FF2B5EF4-FFF2-40B4-BE49-F238E27FC236}">
                <a16:creationId xmlns:a16="http://schemas.microsoft.com/office/drawing/2014/main" id="{336506F5-DCFA-50F3-9B97-0E769D8AC4E8}"/>
              </a:ext>
            </a:extLst>
          </p:cNvPr>
          <p:cNvSpPr/>
          <p:nvPr/>
        </p:nvSpPr>
        <p:spPr>
          <a:xfrm>
            <a:off x="4343400" y="3319272"/>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CSF 2.0 PR.AT-02; GV.PO-01</a:t>
            </a:r>
          </a:p>
          <a:p>
            <a:pPr algn="l">
              <a:buNone/>
            </a:pPr>
            <a:r>
              <a:rPr lang="en-US" sz="1900">
                <a:solidFill>
                  <a:srgbClr val="201134"/>
                </a:solidFill>
                <a:effectLst/>
                <a:latin typeface="Arial" panose="020B0604020202020204" pitchFamily="34" charset="0"/>
              </a:rPr>
              <a:t>Role-based follow-up and policy acknowledgement.</a:t>
            </a:r>
            <a:endParaRPr lang="en-US"/>
          </a:p>
        </p:txBody>
      </p:sp>
      <p:sp>
        <p:nvSpPr>
          <p:cNvPr id="18147" name="Rectangle 18146">
            <a:extLst>
              <a:ext uri="{FF2B5EF4-FFF2-40B4-BE49-F238E27FC236}">
                <a16:creationId xmlns:a16="http://schemas.microsoft.com/office/drawing/2014/main" id="{0DD2E1E8-74AB-1584-A215-7871E495EA82}"/>
              </a:ext>
            </a:extLst>
          </p:cNvPr>
          <p:cNvSpPr/>
          <p:nvPr/>
        </p:nvSpPr>
        <p:spPr>
          <a:xfrm>
            <a:off x="594360" y="4407408"/>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256" name="Rectangle 18255">
            <a:extLst>
              <a:ext uri="{FF2B5EF4-FFF2-40B4-BE49-F238E27FC236}">
                <a16:creationId xmlns:a16="http://schemas.microsoft.com/office/drawing/2014/main" id="{59C9C0EA-BC25-4C69-4F9B-C71D48766846}"/>
              </a:ext>
            </a:extLst>
          </p:cNvPr>
          <p:cNvSpPr/>
          <p:nvPr/>
        </p:nvSpPr>
        <p:spPr>
          <a:xfrm>
            <a:off x="822960" y="4517136"/>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Conditional CUI scope</a:t>
            </a:r>
          </a:p>
          <a:p>
            <a:pPr algn="l">
              <a:buNone/>
            </a:pPr>
            <a:r>
              <a:rPr lang="en-US" sz="100">
                <a:effectLst/>
              </a:rPr>
              <a:t> </a:t>
            </a:r>
            <a:endParaRPr lang="en-US"/>
          </a:p>
        </p:txBody>
      </p:sp>
      <p:sp>
        <p:nvSpPr>
          <p:cNvPr id="18366" name="Rectangle 18365">
            <a:extLst>
              <a:ext uri="{FF2B5EF4-FFF2-40B4-BE49-F238E27FC236}">
                <a16:creationId xmlns:a16="http://schemas.microsoft.com/office/drawing/2014/main" id="{A8E0CA84-BC8D-FC1C-275F-2A4F56541EC7}"/>
              </a:ext>
            </a:extLst>
          </p:cNvPr>
          <p:cNvSpPr/>
          <p:nvPr/>
        </p:nvSpPr>
        <p:spPr>
          <a:xfrm>
            <a:off x="4343400" y="4517136"/>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SP 800-171r2: 3.2.1-3.2.3</a:t>
            </a:r>
          </a:p>
          <a:p>
            <a:pPr algn="l">
              <a:buNone/>
            </a:pPr>
            <a:r>
              <a:rPr lang="en-US" sz="1900">
                <a:solidFill>
                  <a:srgbClr val="201134"/>
                </a:solidFill>
                <a:effectLst/>
                <a:latin typeface="Arial" panose="020B0604020202020204" pitchFamily="34" charset="0"/>
              </a:rPr>
              <a:t>Rev. 3: 03.02.01 and 03.02.02</a:t>
            </a:r>
          </a:p>
          <a:p>
            <a:pPr algn="l">
              <a:buNone/>
            </a:pPr>
            <a:r>
              <a:rPr lang="en-US" sz="1900">
                <a:solidFill>
                  <a:srgbClr val="201134"/>
                </a:solidFill>
                <a:effectLst/>
                <a:latin typeface="Arial" panose="020B0604020202020204" pitchFamily="34" charset="0"/>
              </a:rPr>
              <a:t>Confirm the governing revision and contract.</a:t>
            </a:r>
            <a:endParaRPr lang="en-US"/>
          </a:p>
        </p:txBody>
      </p:sp>
      <p:pic>
        <p:nvPicPr>
          <p:cNvPr id="20019" name="synozur-logo" descr="Synozur Alliance official logo">
            <a:extLst>
              <a:ext uri="{FF2B5EF4-FFF2-40B4-BE49-F238E27FC236}">
                <a16:creationId xmlns:a16="http://schemas.microsoft.com/office/drawing/2014/main" id="{416CCB03-3034-ED7F-159F-FD6635AF7C54}"/>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15762291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8477" name="Rectangle 18476">
            <a:extLst>
              <a:ext uri="{FF2B5EF4-FFF2-40B4-BE49-F238E27FC236}">
                <a16:creationId xmlns:a16="http://schemas.microsoft.com/office/drawing/2014/main" id="{0270E6AB-3C45-98A4-6B0C-1F84C4ED71D6}"/>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REFERENCE APPENDIX</a:t>
            </a:r>
          </a:p>
          <a:p>
            <a:pPr algn="l">
              <a:buNone/>
            </a:pPr>
            <a:r>
              <a:rPr lang="en-US" sz="100">
                <a:effectLst/>
              </a:rPr>
              <a:t> </a:t>
            </a:r>
            <a:endParaRPr lang="en-US"/>
          </a:p>
        </p:txBody>
      </p:sp>
      <p:sp>
        <p:nvSpPr>
          <p:cNvPr id="18589" name="Rectangle 18588">
            <a:extLst>
              <a:ext uri="{FF2B5EF4-FFF2-40B4-BE49-F238E27FC236}">
                <a16:creationId xmlns:a16="http://schemas.microsoft.com/office/drawing/2014/main" id="{FAAD5D4D-ED3F-D789-F008-DDDF01917072}"/>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References and policy precedence</a:t>
            </a:r>
          </a:p>
          <a:p>
            <a:pPr algn="l">
              <a:buNone/>
            </a:pPr>
            <a:r>
              <a:rPr lang="en-US" sz="100">
                <a:effectLst/>
              </a:rPr>
              <a:t> </a:t>
            </a:r>
            <a:endParaRPr lang="en-US"/>
          </a:p>
        </p:txBody>
      </p:sp>
      <p:sp>
        <p:nvSpPr>
          <p:cNvPr id="18702" name="Rectangle 18701">
            <a:extLst>
              <a:ext uri="{FF2B5EF4-FFF2-40B4-BE49-F238E27FC236}">
                <a16:creationId xmlns:a16="http://schemas.microsoft.com/office/drawing/2014/main" id="{6E4AEB45-DE9A-0C71-C644-F9837818B635}"/>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Reader-facing source titles and full URLs are in the speaker notes.</a:t>
            </a:r>
          </a:p>
          <a:p>
            <a:pPr algn="l">
              <a:buNone/>
            </a:pPr>
            <a:r>
              <a:rPr lang="en-US" sz="100">
                <a:effectLst/>
              </a:rPr>
              <a:t> </a:t>
            </a:r>
            <a:endParaRPr lang="en-US"/>
          </a:p>
        </p:txBody>
      </p:sp>
      <p:sp>
        <p:nvSpPr>
          <p:cNvPr id="18816" name="Rectangle 18815">
            <a:extLst>
              <a:ext uri="{FF2B5EF4-FFF2-40B4-BE49-F238E27FC236}">
                <a16:creationId xmlns:a16="http://schemas.microsoft.com/office/drawing/2014/main" id="{3BD7B74F-AB4E-BC1E-8827-D2AD9C105458}"/>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8931" name="Rectangle 18930">
            <a:extLst>
              <a:ext uri="{FF2B5EF4-FFF2-40B4-BE49-F238E27FC236}">
                <a16:creationId xmlns:a16="http://schemas.microsoft.com/office/drawing/2014/main" id="{9929A2EC-502A-D2E5-3296-A870890F3D64}"/>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20</a:t>
            </a:r>
          </a:p>
          <a:p>
            <a:pPr algn="r">
              <a:buNone/>
            </a:pPr>
            <a:r>
              <a:rPr lang="en-US" sz="100">
                <a:effectLst/>
              </a:rPr>
              <a:t> </a:t>
            </a:r>
            <a:endParaRPr lang="en-US"/>
          </a:p>
        </p:txBody>
      </p:sp>
      <p:sp>
        <p:nvSpPr>
          <p:cNvPr id="19047" name="Rectangle 19046">
            <a:extLst>
              <a:ext uri="{FF2B5EF4-FFF2-40B4-BE49-F238E27FC236}">
                <a16:creationId xmlns:a16="http://schemas.microsoft.com/office/drawing/2014/main" id="{1E5E4EAD-5477-BBBF-B756-3E10B770A0A3}"/>
              </a:ext>
            </a:extLst>
          </p:cNvPr>
          <p:cNvSpPr/>
          <p:nvPr/>
        </p:nvSpPr>
        <p:spPr>
          <a:xfrm>
            <a:off x="594360" y="1938528"/>
            <a:ext cx="108813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b="1">
                <a:solidFill>
                  <a:srgbClr val="810FFB"/>
                </a:solidFill>
                <a:effectLst/>
                <a:latin typeface="Arial" panose="020B0604020202020204" pitchFamily="34" charset="0"/>
              </a:rPr>
              <a:t>IT Policy</a:t>
            </a:r>
          </a:p>
          <a:p>
            <a:pPr algn="l">
              <a:buNone/>
            </a:pPr>
            <a:r>
              <a:rPr lang="en-US" sz="100">
                <a:effectLst/>
              </a:rPr>
              <a:t> </a:t>
            </a:r>
            <a:endParaRPr lang="en-US"/>
          </a:p>
        </p:txBody>
      </p:sp>
      <p:sp>
        <p:nvSpPr>
          <p:cNvPr id="19164" name="Rectangle 19163">
            <a:extLst>
              <a:ext uri="{FF2B5EF4-FFF2-40B4-BE49-F238E27FC236}">
                <a16:creationId xmlns:a16="http://schemas.microsoft.com/office/drawing/2014/main" id="{EA4CE47F-CA4F-CB4E-3A11-87D3F384F9C7}"/>
              </a:ext>
            </a:extLst>
          </p:cNvPr>
          <p:cNvSpPr/>
          <p:nvPr/>
        </p:nvSpPr>
        <p:spPr>
          <a:xfrm>
            <a:off x="594360" y="2304288"/>
            <a:ext cx="10881360"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201134"/>
                </a:solidFill>
                <a:effectLst/>
                <a:latin typeface="Arial" panose="020B0604020202020204" pitchFamily="34" charset="0"/>
              </a:rPr>
              <a:t>Rev. 17 February 2026 | Security, authorized tools, AI, and IT support.</a:t>
            </a:r>
          </a:p>
          <a:p>
            <a:pPr algn="l">
              <a:buNone/>
            </a:pPr>
            <a:r>
              <a:rPr lang="en-US" sz="100">
                <a:effectLst/>
              </a:rPr>
              <a:t> </a:t>
            </a:r>
            <a:endParaRPr lang="en-US"/>
          </a:p>
        </p:txBody>
      </p:sp>
      <p:sp>
        <p:nvSpPr>
          <p:cNvPr id="19282" name="Rectangle 19281">
            <a:extLst>
              <a:ext uri="{FF2B5EF4-FFF2-40B4-BE49-F238E27FC236}">
                <a16:creationId xmlns:a16="http://schemas.microsoft.com/office/drawing/2014/main" id="{FD666251-1125-31C9-32AB-DA89C1532865}"/>
              </a:ext>
            </a:extLst>
          </p:cNvPr>
          <p:cNvSpPr/>
          <p:nvPr/>
        </p:nvSpPr>
        <p:spPr>
          <a:xfrm>
            <a:off x="594360" y="2724912"/>
            <a:ext cx="108813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b="1">
                <a:solidFill>
                  <a:srgbClr val="810FFB"/>
                </a:solidFill>
                <a:effectLst/>
                <a:latin typeface="Arial" panose="020B0604020202020204" pitchFamily="34" charset="0"/>
              </a:rPr>
              <a:t>Security Policy</a:t>
            </a:r>
          </a:p>
          <a:p>
            <a:pPr algn="l">
              <a:buNone/>
            </a:pPr>
            <a:r>
              <a:rPr lang="en-US" sz="100">
                <a:effectLst/>
              </a:rPr>
              <a:t> </a:t>
            </a:r>
            <a:endParaRPr lang="en-US"/>
          </a:p>
        </p:txBody>
      </p:sp>
      <p:sp>
        <p:nvSpPr>
          <p:cNvPr id="19401" name="Rectangle 19400">
            <a:extLst>
              <a:ext uri="{FF2B5EF4-FFF2-40B4-BE49-F238E27FC236}">
                <a16:creationId xmlns:a16="http://schemas.microsoft.com/office/drawing/2014/main" id="{8E8D1EF4-780F-BD85-F111-489CEA29BF96}"/>
              </a:ext>
            </a:extLst>
          </p:cNvPr>
          <p:cNvSpPr/>
          <p:nvPr/>
        </p:nvSpPr>
        <p:spPr>
          <a:xfrm>
            <a:off x="594360" y="3090672"/>
            <a:ext cx="10881360"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201134"/>
                </a:solidFill>
                <a:effectLst/>
                <a:latin typeface="Arial" panose="020B0604020202020204" pitchFamily="34" charset="0"/>
              </a:rPr>
              <a:t>Governance and Security Policies | Access, retention, incidents, devices, and training.</a:t>
            </a:r>
          </a:p>
          <a:p>
            <a:pPr algn="l">
              <a:buNone/>
            </a:pPr>
            <a:r>
              <a:rPr lang="en-US" sz="100">
                <a:effectLst/>
              </a:rPr>
              <a:t> </a:t>
            </a:r>
            <a:endParaRPr lang="en-US"/>
          </a:p>
        </p:txBody>
      </p:sp>
      <p:sp>
        <p:nvSpPr>
          <p:cNvPr id="19521" name="Rectangle 19520">
            <a:extLst>
              <a:ext uri="{FF2B5EF4-FFF2-40B4-BE49-F238E27FC236}">
                <a16:creationId xmlns:a16="http://schemas.microsoft.com/office/drawing/2014/main" id="{6BC19063-87CE-56B6-012E-86C6322F7844}"/>
              </a:ext>
            </a:extLst>
          </p:cNvPr>
          <p:cNvSpPr/>
          <p:nvPr/>
        </p:nvSpPr>
        <p:spPr>
          <a:xfrm>
            <a:off x="594360" y="3511296"/>
            <a:ext cx="108813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b="1">
                <a:solidFill>
                  <a:srgbClr val="810FFB"/>
                </a:solidFill>
                <a:effectLst/>
                <a:latin typeface="Arial" panose="020B0604020202020204" pitchFamily="34" charset="0"/>
              </a:rPr>
              <a:t>NIST CSF 2.0</a:t>
            </a:r>
          </a:p>
          <a:p>
            <a:pPr algn="l">
              <a:buNone/>
            </a:pPr>
            <a:r>
              <a:rPr lang="en-US" sz="100">
                <a:effectLst/>
              </a:rPr>
              <a:t> </a:t>
            </a:r>
            <a:endParaRPr lang="en-US"/>
          </a:p>
        </p:txBody>
      </p:sp>
      <p:sp>
        <p:nvSpPr>
          <p:cNvPr id="19642" name="Rectangle 19641">
            <a:extLst>
              <a:ext uri="{FF2B5EF4-FFF2-40B4-BE49-F238E27FC236}">
                <a16:creationId xmlns:a16="http://schemas.microsoft.com/office/drawing/2014/main" id="{834D34F0-292C-4C37-968F-8D59AAC064A0}"/>
              </a:ext>
            </a:extLst>
          </p:cNvPr>
          <p:cNvSpPr/>
          <p:nvPr/>
        </p:nvSpPr>
        <p:spPr>
          <a:xfrm>
            <a:off x="594360" y="3877056"/>
            <a:ext cx="10881360"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201134"/>
                </a:solidFill>
                <a:effectLst/>
                <a:latin typeface="Arial" panose="020B0604020202020204" pitchFamily="34" charset="0"/>
              </a:rPr>
              <a:t>Awareness, governance, policy, and workforce responsibilities.</a:t>
            </a:r>
          </a:p>
          <a:p>
            <a:pPr algn="l">
              <a:buNone/>
            </a:pPr>
            <a:r>
              <a:rPr lang="en-US" sz="100">
                <a:effectLst/>
              </a:rPr>
              <a:t> </a:t>
            </a:r>
            <a:endParaRPr lang="en-US"/>
          </a:p>
        </p:txBody>
      </p:sp>
      <p:sp>
        <p:nvSpPr>
          <p:cNvPr id="19764" name="Rectangle 19763">
            <a:extLst>
              <a:ext uri="{FF2B5EF4-FFF2-40B4-BE49-F238E27FC236}">
                <a16:creationId xmlns:a16="http://schemas.microsoft.com/office/drawing/2014/main" id="{31984140-653D-FE0B-EB10-164D444B7739}"/>
              </a:ext>
            </a:extLst>
          </p:cNvPr>
          <p:cNvSpPr/>
          <p:nvPr/>
        </p:nvSpPr>
        <p:spPr>
          <a:xfrm>
            <a:off x="594360" y="4297680"/>
            <a:ext cx="108813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b="1">
                <a:solidFill>
                  <a:srgbClr val="810FFB"/>
                </a:solidFill>
                <a:effectLst/>
                <a:latin typeface="Arial" panose="020B0604020202020204" pitchFamily="34" charset="0"/>
              </a:rPr>
              <a:t>NIST SP 800-171</a:t>
            </a:r>
          </a:p>
          <a:p>
            <a:pPr algn="l">
              <a:buNone/>
            </a:pPr>
            <a:r>
              <a:rPr lang="en-US" sz="100">
                <a:effectLst/>
              </a:rPr>
              <a:t> </a:t>
            </a:r>
            <a:endParaRPr lang="en-US"/>
          </a:p>
        </p:txBody>
      </p:sp>
      <p:sp>
        <p:nvSpPr>
          <p:cNvPr id="19887" name="Rectangle 19886">
            <a:extLst>
              <a:ext uri="{FF2B5EF4-FFF2-40B4-BE49-F238E27FC236}">
                <a16:creationId xmlns:a16="http://schemas.microsoft.com/office/drawing/2014/main" id="{609AF10D-7D7D-7CA9-511E-96B96200FA89}"/>
              </a:ext>
            </a:extLst>
          </p:cNvPr>
          <p:cNvSpPr/>
          <p:nvPr/>
        </p:nvSpPr>
        <p:spPr>
          <a:xfrm>
            <a:off x="594360" y="4663440"/>
            <a:ext cx="10881360"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201134"/>
                </a:solidFill>
                <a:effectLst/>
                <a:latin typeface="Arial" panose="020B0604020202020204" pitchFamily="34" charset="0"/>
              </a:rPr>
              <a:t>Relevant training references only; governing revision and CUI scope require confirmation.</a:t>
            </a:r>
          </a:p>
          <a:p>
            <a:pPr algn="l">
              <a:buNone/>
            </a:pPr>
            <a:r>
              <a:rPr lang="en-US" sz="100">
                <a:effectLst/>
              </a:rPr>
              <a:t> </a:t>
            </a:r>
            <a:endParaRPr lang="en-US"/>
          </a:p>
        </p:txBody>
      </p:sp>
      <p:sp>
        <p:nvSpPr>
          <p:cNvPr id="20011" name="Rectangle 20010">
            <a:extLst>
              <a:ext uri="{FF2B5EF4-FFF2-40B4-BE49-F238E27FC236}">
                <a16:creationId xmlns:a16="http://schemas.microsoft.com/office/drawing/2014/main" id="{1003B5DA-6344-5194-BC30-4663B43830DA}"/>
              </a:ext>
            </a:extLst>
          </p:cNvPr>
          <p:cNvSpPr/>
          <p:nvPr/>
        </p:nvSpPr>
        <p:spPr>
          <a:xfrm>
            <a:off x="594360" y="5285232"/>
            <a:ext cx="10789920"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201134"/>
                </a:solidFill>
                <a:effectLst/>
                <a:latin typeface="Arial" panose="020B0604020202020204" pitchFamily="34" charset="0"/>
              </a:rPr>
              <a:t>If guidance conflicts, pause and ask the responsible owner. Do not waive requirements yourself.</a:t>
            </a:r>
          </a:p>
          <a:p>
            <a:pPr algn="l">
              <a:buNone/>
            </a:pPr>
            <a:r>
              <a:rPr lang="en-US" sz="100">
                <a:effectLst/>
              </a:rPr>
              <a:t> </a:t>
            </a:r>
            <a:endParaRPr lang="en-US"/>
          </a:p>
        </p:txBody>
      </p:sp>
      <p:pic>
        <p:nvPicPr>
          <p:cNvPr id="20020" name="synozur-logo" descr="Synozur Alliance official logo">
            <a:extLst>
              <a:ext uri="{FF2B5EF4-FFF2-40B4-BE49-F238E27FC236}">
                <a16:creationId xmlns:a16="http://schemas.microsoft.com/office/drawing/2014/main" id="{65F8BAC9-9CF1-81DF-5A75-D84FB9CCD232}"/>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31977439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20</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revision>1</cp:revision>
  <dcterms:created xsi:type="dcterms:W3CDTF">2026-09-23T20:14:31Z</dcterms:created>
  <dcterms:modified xsi:type="dcterms:W3CDTF">2026-09-23T20:37:41Z</dcterms:modified>
  <cp:category/>
</cp:coreProperties>
</file>