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457" r:id="rId3"/>
    <p:sldId id="659" r:id="rId4"/>
    <p:sldId id="862" r:id="rId5"/>
    <p:sldId id="1066" r:id="rId6"/>
    <p:sldId id="1271" r:id="rId7"/>
    <p:sldId id="1477" r:id="rId8"/>
    <p:sldId id="1684" r:id="rId9"/>
    <p:sldId id="1892" r:id="rId10"/>
    <p:sldId id="2101" r:id="rId11"/>
    <p:sldId id="2311" r:id="rId12"/>
    <p:sldId id="2522" r:id="rId13"/>
    <p:sldId id="2734" r:id="rId14"/>
    <p:sldId id="2947" r:id="rId15"/>
    <p:sldId id="3161" r:id="rId16"/>
    <p:sldId id="3376" r:id="rId17"/>
    <p:sldId id="3592" r:id="rId18"/>
    <p:sldId id="3809" r:id="rId19"/>
    <p:sldId id="4027" r:id="rId20"/>
    <p:sldId id="424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1D7806-BF5B-4F45-9A7E-D381A4061C1F}" v="2" dt="2026-09-23T20:15:11.139"/>
    <p1510:client id="{D504B99D-9ED2-4ABB-BEEA-EE7F5E39E1CA}" v="6" dt="2026-09-23T20:24:13.5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D504B99D-9ED2-4ABB-BEEA-EE7F5E39E1CA}"/>
    <pc:docChg chg="addSld modSld">
      <pc:chgData name="" userId="" providerId="" clId="Web-{D504B99D-9ED2-4ABB-BEEA-EE7F5E39E1CA}" dt="2026-09-23T20:24:13.555" v="10" actId="34807"/>
      <pc:docMkLst>
        <pc:docMk/>
      </pc:docMkLst>
      <pc:sldChg chg="addSp delSp modSp mod setBg modNotesTx">
        <pc:chgData name="" userId="" providerId="" clId="Web-{D504B99D-9ED2-4ABB-BEEA-EE7F5E39E1CA}" dt="2026-09-23T20:23:51.445" v="6" actId="34807"/>
        <pc:sldMkLst>
          <pc:docMk/>
          <pc:sldMk cId="0" sldId="256"/>
        </pc:sldMkLst>
        <pc:spChg chg="del">
          <ac:chgData name="" userId="" providerId="" clId="Web-{D504B99D-9ED2-4ABB-BEEA-EE7F5E39E1CA}" dt="2026-09-23T20:23:48.023" v="5" actId="34807"/>
          <ac:spMkLst>
            <pc:docMk/>
            <pc:sldMk cId="0" sldId="256"/>
            <ac:spMk id="2" creationId="{F1E13F62-DCE8-4854-9C7B-AA066B01011B}"/>
          </ac:spMkLst>
        </pc:spChg>
        <pc:spChg chg="del">
          <ac:chgData name="" userId="" providerId="" clId="Web-{D504B99D-9ED2-4ABB-BEEA-EE7F5E39E1CA}" dt="2026-09-23T20:23:48.023" v="5" actId="34807"/>
          <ac:spMkLst>
            <pc:docMk/>
            <pc:sldMk cId="0" sldId="256"/>
            <ac:spMk id="4" creationId="{564CD852-6E88-39D4-C82A-CCBE53D5CD0B}"/>
          </ac:spMkLst>
        </pc:spChg>
        <pc:spChg chg="add mod">
          <ac:chgData name="" userId="" providerId="" clId="Web-{D504B99D-9ED2-4ABB-BEEA-EE7F5E39E1CA}" dt="2026-09-23T20:23:43.570" v="3" actId="34807"/>
          <ac:spMkLst>
            <pc:docMk/>
            <pc:sldMk cId="0" sldId="256"/>
            <ac:spMk id="6" creationId="{AC359F73-9B3C-2718-A386-6CF099F22ECB}"/>
          </ac:spMkLst>
        </pc:spChg>
        <pc:spChg chg="add mod">
          <ac:chgData name="" userId="" providerId="" clId="Web-{D504B99D-9ED2-4ABB-BEEA-EE7F5E39E1CA}" dt="2026-09-23T20:23:43.570" v="3" actId="34807"/>
          <ac:spMkLst>
            <pc:docMk/>
            <pc:sldMk cId="0" sldId="256"/>
            <ac:spMk id="8" creationId="{1980988B-2A01-8839-892B-2739D2943401}"/>
          </ac:spMkLst>
        </pc:spChg>
        <pc:spChg chg="add mod">
          <ac:chgData name="" userId="" providerId="" clId="Web-{D504B99D-9ED2-4ABB-BEEA-EE7F5E39E1CA}" dt="2026-09-23T20:23:43.570" v="3" actId="34807"/>
          <ac:spMkLst>
            <pc:docMk/>
            <pc:sldMk cId="0" sldId="256"/>
            <ac:spMk id="15" creationId="{F1287765-C8D9-B536-4D86-7E17BF40DBC0}"/>
          </ac:spMkLst>
        </pc:spChg>
        <pc:spChg chg="add mod">
          <ac:chgData name="" userId="" providerId="" clId="Web-{D504B99D-9ED2-4ABB-BEEA-EE7F5E39E1CA}" dt="2026-09-23T20:23:43.570" v="3" actId="34807"/>
          <ac:spMkLst>
            <pc:docMk/>
            <pc:sldMk cId="0" sldId="256"/>
            <ac:spMk id="20" creationId="{3A38AE4D-D2A4-9173-8647-4454C600DAD8}"/>
          </ac:spMkLst>
        </pc:spChg>
        <pc:spChg chg="add mod">
          <ac:chgData name="" userId="" providerId="" clId="Web-{D504B99D-9ED2-4ABB-BEEA-EE7F5E39E1CA}" dt="2026-09-23T20:23:51.445" v="6" actId="34807"/>
          <ac:spMkLst>
            <pc:docMk/>
            <pc:sldMk cId="0" sldId="256"/>
            <ac:spMk id="26" creationId="{31307D41-5E04-332F-74ED-8D9335B96BE9}"/>
          </ac:spMkLst>
        </pc:spChg>
        <pc:spChg chg="add mod">
          <ac:chgData name="" userId="" providerId="" clId="Web-{D504B99D-9ED2-4ABB-BEEA-EE7F5E39E1CA}" dt="2026-09-23T20:23:43.570" v="3" actId="34807"/>
          <ac:spMkLst>
            <pc:docMk/>
            <pc:sldMk cId="0" sldId="256"/>
            <ac:spMk id="33" creationId="{477CCE60-3DD6-71AE-7F19-E7BA44046EAE}"/>
          </ac:spMkLst>
        </pc:spChg>
        <pc:spChg chg="add mod">
          <ac:chgData name="" userId="" providerId="" clId="Web-{D504B99D-9ED2-4ABB-BEEA-EE7F5E39E1CA}" dt="2026-09-23T20:23:51.445" v="6" actId="34807"/>
          <ac:spMkLst>
            <pc:docMk/>
            <pc:sldMk cId="0" sldId="256"/>
            <ac:spMk id="41" creationId="{1787E47A-AC84-D899-64D4-BB12406E5097}"/>
          </ac:spMkLst>
        </pc:spChg>
        <pc:spChg chg="add mod">
          <ac:chgData name="" userId="" providerId="" clId="Web-{D504B99D-9ED2-4ABB-BEEA-EE7F5E39E1CA}" dt="2026-09-23T20:23:43.570" v="3" actId="34807"/>
          <ac:spMkLst>
            <pc:docMk/>
            <pc:sldMk cId="0" sldId="256"/>
            <ac:spMk id="50" creationId="{A34ADEC0-5CAF-B5EB-868C-AF0E56F3CC49}"/>
          </ac:spMkLst>
        </pc:spChg>
        <pc:spChg chg="add mod">
          <ac:chgData name="" userId="" providerId="" clId="Web-{D504B99D-9ED2-4ABB-BEEA-EE7F5E39E1CA}" dt="2026-09-23T20:23:51.445" v="6" actId="34807"/>
          <ac:spMkLst>
            <pc:docMk/>
            <pc:sldMk cId="0" sldId="256"/>
            <ac:spMk id="60" creationId="{D21EBCE4-6395-72F3-23BB-7B7425108933}"/>
          </ac:spMkLst>
        </pc:spChg>
        <pc:spChg chg="add mod">
          <ac:chgData name="" userId="" providerId="" clId="Web-{D504B99D-9ED2-4ABB-BEEA-EE7F5E39E1CA}" dt="2026-09-23T20:23:43.570" v="3" actId="34807"/>
          <ac:spMkLst>
            <pc:docMk/>
            <pc:sldMk cId="0" sldId="256"/>
            <ac:spMk id="71" creationId="{A785ADC6-B9D8-AEF1-57CE-D3AA9A69CF44}"/>
          </ac:spMkLst>
        </pc:spChg>
        <pc:picChg chg="add mod">
          <ac:chgData name="" userId="" providerId="" clId="Web-{D504B99D-9ED2-4ABB-BEEA-EE7F5E39E1CA}" dt="2026-09-23T20:23:42.726" v="2" actId="34807"/>
          <ac:picMkLst>
            <pc:docMk/>
            <pc:sldMk cId="0" sldId="256"/>
            <ac:picMk id="5" creationId="{D4E44966-4FE7-ECE1-B0ED-E0ED6EDCD22E}"/>
          </ac:picMkLst>
        </pc:picChg>
      </pc:sldChg>
      <pc:sldChg chg="addSp modSp add mod setBg modNotesTx">
        <pc:chgData name="" userId="" providerId="" clId="Web-{D504B99D-9ED2-4ABB-BEEA-EE7F5E39E1CA}" dt="2026-09-23T20:23:48.023" v="5" actId="34807"/>
        <pc:sldMkLst>
          <pc:docMk/>
          <pc:sldMk cId="2703691433" sldId="457"/>
        </pc:sldMkLst>
        <pc:spChg chg="add mod">
          <ac:chgData name="" userId="" providerId="" clId="Web-{D504B99D-9ED2-4ABB-BEEA-EE7F5E39E1CA}" dt="2026-09-23T20:23:43.570" v="3" actId="34807"/>
          <ac:spMkLst>
            <pc:docMk/>
            <pc:sldMk cId="2703691433" sldId="457"/>
            <ac:spMk id="96" creationId="{C2D05815-2D02-DA41-5CD2-7561778C2DB1}"/>
          </ac:spMkLst>
        </pc:spChg>
        <pc:spChg chg="add mod">
          <ac:chgData name="" userId="" providerId="" clId="Web-{D504B99D-9ED2-4ABB-BEEA-EE7F5E39E1CA}" dt="2026-09-23T20:23:43.570" v="3" actId="34807"/>
          <ac:spMkLst>
            <pc:docMk/>
            <pc:sldMk cId="2703691433" sldId="457"/>
            <ac:spMk id="110" creationId="{9C897EAA-954E-632C-2431-4C6B96DA04DE}"/>
          </ac:spMkLst>
        </pc:spChg>
        <pc:spChg chg="add mod">
          <ac:chgData name="" userId="" providerId="" clId="Web-{D504B99D-9ED2-4ABB-BEEA-EE7F5E39E1CA}" dt="2026-09-23T20:23:43.570" v="3" actId="34807"/>
          <ac:spMkLst>
            <pc:docMk/>
            <pc:sldMk cId="2703691433" sldId="457"/>
            <ac:spMk id="125" creationId="{BC9D6229-B5B9-2049-FF0F-40FA7DAA4775}"/>
          </ac:spMkLst>
        </pc:spChg>
        <pc:spChg chg="add mod">
          <ac:chgData name="" userId="" providerId="" clId="Web-{D504B99D-9ED2-4ABB-BEEA-EE7F5E39E1CA}" dt="2026-09-23T20:23:43.570" v="3" actId="34807"/>
          <ac:spMkLst>
            <pc:docMk/>
            <pc:sldMk cId="2703691433" sldId="457"/>
            <ac:spMk id="141" creationId="{30CBE0DA-C0F3-52B8-9A3F-8392AB391838}"/>
          </ac:spMkLst>
        </pc:spChg>
        <pc:spChg chg="add mod">
          <ac:chgData name="" userId="" providerId="" clId="Web-{D504B99D-9ED2-4ABB-BEEA-EE7F5E39E1CA}" dt="2026-09-23T20:23:43.570" v="3" actId="34807"/>
          <ac:spMkLst>
            <pc:docMk/>
            <pc:sldMk cId="2703691433" sldId="457"/>
            <ac:spMk id="176" creationId="{79EB2D65-4ADA-531D-9A7C-E06A5DC9F341}"/>
          </ac:spMkLst>
        </pc:spChg>
        <pc:spChg chg="add mod">
          <ac:chgData name="" userId="" providerId="" clId="Web-{D504B99D-9ED2-4ABB-BEEA-EE7F5E39E1CA}" dt="2026-09-23T20:23:43.570" v="3" actId="34807"/>
          <ac:spMkLst>
            <pc:docMk/>
            <pc:sldMk cId="2703691433" sldId="457"/>
            <ac:spMk id="195" creationId="{91DFE366-5ED2-8121-1AF7-7CADB13F2C5A}"/>
          </ac:spMkLst>
        </pc:spChg>
        <pc:spChg chg="add mod">
          <ac:chgData name="" userId="" providerId="" clId="Web-{D504B99D-9ED2-4ABB-BEEA-EE7F5E39E1CA}" dt="2026-09-23T20:23:43.570" v="3" actId="34807"/>
          <ac:spMkLst>
            <pc:docMk/>
            <pc:sldMk cId="2703691433" sldId="457"/>
            <ac:spMk id="215" creationId="{CA14DE92-8706-8177-08CC-8B5B7AA47214}"/>
          </ac:spMkLst>
        </pc:spChg>
        <pc:spChg chg="add mod">
          <ac:chgData name="" userId="" providerId="" clId="Web-{D504B99D-9ED2-4ABB-BEEA-EE7F5E39E1CA}" dt="2026-09-23T20:23:43.570" v="3" actId="34807"/>
          <ac:spMkLst>
            <pc:docMk/>
            <pc:sldMk cId="2703691433" sldId="457"/>
            <ac:spMk id="281" creationId="{CA6F3499-B4DC-6EFF-49EA-9362E271632B}"/>
          </ac:spMkLst>
        </pc:spChg>
        <pc:spChg chg="add mod">
          <ac:chgData name="" userId="" providerId="" clId="Web-{D504B99D-9ED2-4ABB-BEEA-EE7F5E39E1CA}" dt="2026-09-23T20:23:43.570" v="3" actId="34807"/>
          <ac:spMkLst>
            <pc:docMk/>
            <pc:sldMk cId="2703691433" sldId="457"/>
            <ac:spMk id="305" creationId="{EE3161FB-0C0D-A63A-AC0A-0F1C59885ABA}"/>
          </ac:spMkLst>
        </pc:spChg>
        <pc:spChg chg="add mod">
          <ac:chgData name="" userId="" providerId="" clId="Web-{D504B99D-9ED2-4ABB-BEEA-EE7F5E39E1CA}" dt="2026-09-23T20:23:43.570" v="3" actId="34807"/>
          <ac:spMkLst>
            <pc:docMk/>
            <pc:sldMk cId="2703691433" sldId="457"/>
            <ac:spMk id="330" creationId="{734C2BE7-1BBC-5B5C-712E-EF77500525F5}"/>
          </ac:spMkLst>
        </pc:spChg>
        <pc:picChg chg="add mod">
          <ac:chgData name="" userId="" providerId="" clId="Web-{D504B99D-9ED2-4ABB-BEEA-EE7F5E39E1CA}" dt="2026-09-23T20:23:45.726" v="4" actId="34807"/>
          <ac:picMkLst>
            <pc:docMk/>
            <pc:sldMk cId="2703691433" sldId="457"/>
            <ac:picMk id="12252" creationId="{F59F848F-EABE-9D3E-7EC1-EBDDF300E2D7}"/>
          </ac:picMkLst>
        </pc:picChg>
      </pc:sldChg>
      <pc:sldChg chg="addSp modSp add mod setBg modNotesTx">
        <pc:chgData name="" userId="" providerId="" clId="Web-{D504B99D-9ED2-4ABB-BEEA-EE7F5E39E1CA}" dt="2026-09-23T20:23:48.023" v="5" actId="34807"/>
        <pc:sldMkLst>
          <pc:docMk/>
          <pc:sldMk cId="662948802" sldId="659"/>
        </pc:sldMkLst>
        <pc:spChg chg="add mod">
          <ac:chgData name="" userId="" providerId="" clId="Web-{D504B99D-9ED2-4ABB-BEEA-EE7F5E39E1CA}" dt="2026-09-23T20:23:43.570" v="3" actId="34807"/>
          <ac:spMkLst>
            <pc:docMk/>
            <pc:sldMk cId="662948802" sldId="659"/>
            <ac:spMk id="411" creationId="{F9F8F9F3-91F7-75C3-1D47-AC6E9EEB6AD1}"/>
          </ac:spMkLst>
        </pc:spChg>
        <pc:spChg chg="add mod">
          <ac:chgData name="" userId="" providerId="" clId="Web-{D504B99D-9ED2-4ABB-BEEA-EE7F5E39E1CA}" dt="2026-09-23T20:23:43.570" v="3" actId="34807"/>
          <ac:spMkLst>
            <pc:docMk/>
            <pc:sldMk cId="662948802" sldId="659"/>
            <ac:spMk id="440" creationId="{711F3242-0733-7B26-9A9A-B50FFD6F5E63}"/>
          </ac:spMkLst>
        </pc:spChg>
        <pc:spChg chg="add mod">
          <ac:chgData name="" userId="" providerId="" clId="Web-{D504B99D-9ED2-4ABB-BEEA-EE7F5E39E1CA}" dt="2026-09-23T20:23:43.570" v="3" actId="34807"/>
          <ac:spMkLst>
            <pc:docMk/>
            <pc:sldMk cId="662948802" sldId="659"/>
            <ac:spMk id="501" creationId="{9E9297E1-E255-FA6E-E148-D52874BE3D49}"/>
          </ac:spMkLst>
        </pc:spChg>
        <pc:spChg chg="add mod">
          <ac:chgData name="" userId="" providerId="" clId="Web-{D504B99D-9ED2-4ABB-BEEA-EE7F5E39E1CA}" dt="2026-09-23T20:23:43.570" v="3" actId="34807"/>
          <ac:spMkLst>
            <pc:docMk/>
            <pc:sldMk cId="662948802" sldId="659"/>
            <ac:spMk id="533" creationId="{750AA581-6870-5196-61AC-3F259F3A496E}"/>
          </ac:spMkLst>
        </pc:spChg>
        <pc:spChg chg="add mod">
          <ac:chgData name="" userId="" providerId="" clId="Web-{D504B99D-9ED2-4ABB-BEEA-EE7F5E39E1CA}" dt="2026-09-23T20:23:43.570" v="3" actId="34807"/>
          <ac:spMkLst>
            <pc:docMk/>
            <pc:sldMk cId="662948802" sldId="659"/>
            <ac:spMk id="566" creationId="{BCB4F8E9-FD86-73B8-E37E-A656EE2CF999}"/>
          </ac:spMkLst>
        </pc:spChg>
        <pc:spChg chg="add mod">
          <ac:chgData name="" userId="" providerId="" clId="Web-{D504B99D-9ED2-4ABB-BEEA-EE7F5E39E1CA}" dt="2026-09-23T20:23:43.570" v="3" actId="34807"/>
          <ac:spMkLst>
            <pc:docMk/>
            <pc:sldMk cId="662948802" sldId="659"/>
            <ac:spMk id="600" creationId="{C05ED1C8-1AD2-6ED3-32FC-AE3A69347DF2}"/>
          </ac:spMkLst>
        </pc:spChg>
        <pc:spChg chg="add mod">
          <ac:chgData name="" userId="" providerId="" clId="Web-{D504B99D-9ED2-4ABB-BEEA-EE7F5E39E1CA}" dt="2026-09-23T20:23:43.570" v="3" actId="34807"/>
          <ac:spMkLst>
            <pc:docMk/>
            <pc:sldMk cId="662948802" sldId="659"/>
            <ac:spMk id="671" creationId="{3EF88317-1C79-0EC8-E316-9DD3BDE10A5F}"/>
          </ac:spMkLst>
        </pc:spChg>
        <pc:spChg chg="add mod">
          <ac:chgData name="" userId="" providerId="" clId="Web-{D504B99D-9ED2-4ABB-BEEA-EE7F5E39E1CA}" dt="2026-09-23T20:23:43.570" v="3" actId="34807"/>
          <ac:spMkLst>
            <pc:docMk/>
            <pc:sldMk cId="662948802" sldId="659"/>
            <ac:spMk id="785" creationId="{2BC086C5-D505-5AE3-B910-1CD6CB1DB42C}"/>
          </ac:spMkLst>
        </pc:spChg>
        <pc:spChg chg="add mod">
          <ac:chgData name="" userId="" providerId="" clId="Web-{D504B99D-9ED2-4ABB-BEEA-EE7F5E39E1CA}" dt="2026-09-23T20:23:43.570" v="3" actId="34807"/>
          <ac:spMkLst>
            <pc:docMk/>
            <pc:sldMk cId="662948802" sldId="659"/>
            <ac:spMk id="825" creationId="{18B9FD7D-BCA9-FDE3-A0D3-BD8B5D1BBF3F}"/>
          </ac:spMkLst>
        </pc:spChg>
        <pc:spChg chg="add mod">
          <ac:chgData name="" userId="" providerId="" clId="Web-{D504B99D-9ED2-4ABB-BEEA-EE7F5E39E1CA}" dt="2026-09-23T20:23:43.570" v="3" actId="34807"/>
          <ac:spMkLst>
            <pc:docMk/>
            <pc:sldMk cId="662948802" sldId="659"/>
            <ac:spMk id="908" creationId="{FF59682C-B04D-7D41-B792-BE0E7C2CC5AD}"/>
          </ac:spMkLst>
        </pc:spChg>
        <pc:picChg chg="add mod">
          <ac:chgData name="" userId="" providerId="" clId="Web-{D504B99D-9ED2-4ABB-BEEA-EE7F5E39E1CA}" dt="2026-09-23T20:23:45.726" v="4" actId="34807"/>
          <ac:picMkLst>
            <pc:docMk/>
            <pc:sldMk cId="662948802" sldId="659"/>
            <ac:picMk id="12253" creationId="{92D7D4B2-DFF7-9202-F8E7-AFEFA806FDF8}"/>
          </ac:picMkLst>
        </pc:picChg>
      </pc:sldChg>
      <pc:sldChg chg="addSp modSp add mod setBg modNotesTx">
        <pc:chgData name="" userId="" providerId="" clId="Web-{D504B99D-9ED2-4ABB-BEEA-EE7F5E39E1CA}" dt="2026-09-23T20:23:48.023" v="5" actId="34807"/>
        <pc:sldMkLst>
          <pc:docMk/>
          <pc:sldMk cId="2032707091" sldId="862"/>
        </pc:sldMkLst>
        <pc:spChg chg="add mod">
          <ac:chgData name="" userId="" providerId="" clId="Web-{D504B99D-9ED2-4ABB-BEEA-EE7F5E39E1CA}" dt="2026-09-23T20:23:43.570" v="3" actId="34807"/>
          <ac:spMkLst>
            <pc:docMk/>
            <pc:sldMk cId="2032707091" sldId="862"/>
            <ac:spMk id="951" creationId="{A0FC0C96-FD7C-E6BA-3C48-D60BF9FDF4DC}"/>
          </ac:spMkLst>
        </pc:spChg>
        <pc:spChg chg="add mod">
          <ac:chgData name="" userId="" providerId="" clId="Web-{D504B99D-9ED2-4ABB-BEEA-EE7F5E39E1CA}" dt="2026-09-23T20:23:43.570" v="3" actId="34807"/>
          <ac:spMkLst>
            <pc:docMk/>
            <pc:sldMk cId="2032707091" sldId="862"/>
            <ac:spMk id="1040" creationId="{E02524AC-7157-8482-F1E2-CCFE01BA1CDD}"/>
          </ac:spMkLst>
        </pc:spChg>
        <pc:spChg chg="add mod">
          <ac:chgData name="" userId="" providerId="" clId="Web-{D504B99D-9ED2-4ABB-BEEA-EE7F5E39E1CA}" dt="2026-09-23T20:23:43.570" v="3" actId="34807"/>
          <ac:spMkLst>
            <pc:docMk/>
            <pc:sldMk cId="2032707091" sldId="862"/>
            <ac:spMk id="1086" creationId="{3B472F5F-E568-BF54-FF7B-4EE6E3F944D8}"/>
          </ac:spMkLst>
        </pc:spChg>
        <pc:spChg chg="add mod">
          <ac:chgData name="" userId="" providerId="" clId="Web-{D504B99D-9ED2-4ABB-BEEA-EE7F5E39E1CA}" dt="2026-09-23T20:23:43.570" v="3" actId="34807"/>
          <ac:spMkLst>
            <pc:docMk/>
            <pc:sldMk cId="2032707091" sldId="862"/>
            <ac:spMk id="1181" creationId="{65D15262-1307-7D17-6201-769089654D7D}"/>
          </ac:spMkLst>
        </pc:spChg>
        <pc:spChg chg="add mod">
          <ac:chgData name="" userId="" providerId="" clId="Web-{D504B99D-9ED2-4ABB-BEEA-EE7F5E39E1CA}" dt="2026-09-23T20:23:43.570" v="3" actId="34807"/>
          <ac:spMkLst>
            <pc:docMk/>
            <pc:sldMk cId="2032707091" sldId="862"/>
            <ac:spMk id="1280" creationId="{6BBAEBEF-D618-74E7-FD9D-BFE9D2F60DD5}"/>
          </ac:spMkLst>
        </pc:spChg>
        <pc:spChg chg="add mod">
          <ac:chgData name="" userId="" providerId="" clId="Web-{D504B99D-9ED2-4ABB-BEEA-EE7F5E39E1CA}" dt="2026-09-23T20:23:43.570" v="3" actId="34807"/>
          <ac:spMkLst>
            <pc:docMk/>
            <pc:sldMk cId="2032707091" sldId="862"/>
            <ac:spMk id="1331" creationId="{03B3A51A-9FB4-E18D-C2BF-DBA86D15BDB7}"/>
          </ac:spMkLst>
        </pc:spChg>
        <pc:spChg chg="add mod">
          <ac:chgData name="" userId="" providerId="" clId="Web-{D504B99D-9ED2-4ABB-BEEA-EE7F5E39E1CA}" dt="2026-09-23T20:23:43.570" v="3" actId="34807"/>
          <ac:spMkLst>
            <pc:docMk/>
            <pc:sldMk cId="2032707091" sldId="862"/>
            <ac:spMk id="1383" creationId="{1C01677B-AB0E-59C3-479E-9685CF5A23AC}"/>
          </ac:spMkLst>
        </pc:spChg>
        <pc:spChg chg="add mod">
          <ac:chgData name="" userId="" providerId="" clId="Web-{D504B99D-9ED2-4ABB-BEEA-EE7F5E39E1CA}" dt="2026-09-23T20:23:43.570" v="3" actId="34807"/>
          <ac:spMkLst>
            <pc:docMk/>
            <pc:sldMk cId="2032707091" sldId="862"/>
            <ac:spMk id="1436" creationId="{2E4AAA39-0C49-14D0-BEE3-29D369CFF054}"/>
          </ac:spMkLst>
        </pc:spChg>
        <pc:spChg chg="add mod">
          <ac:chgData name="" userId="" providerId="" clId="Web-{D504B99D-9ED2-4ABB-BEEA-EE7F5E39E1CA}" dt="2026-09-23T20:23:43.570" v="3" actId="34807"/>
          <ac:spMkLst>
            <pc:docMk/>
            <pc:sldMk cId="2032707091" sldId="862"/>
            <ac:spMk id="1490" creationId="{E1F3C20C-9897-D585-6832-720C278D19B8}"/>
          </ac:spMkLst>
        </pc:spChg>
        <pc:spChg chg="add mod">
          <ac:chgData name="" userId="" providerId="" clId="Web-{D504B99D-9ED2-4ABB-BEEA-EE7F5E39E1CA}" dt="2026-09-23T20:23:43.570" v="3" actId="34807"/>
          <ac:spMkLst>
            <pc:docMk/>
            <pc:sldMk cId="2032707091" sldId="862"/>
            <ac:spMk id="1601" creationId="{3E5C8484-669C-9CAE-B7A3-8167A7E70705}"/>
          </ac:spMkLst>
        </pc:spChg>
        <pc:picChg chg="add mod">
          <ac:chgData name="" userId="" providerId="" clId="Web-{D504B99D-9ED2-4ABB-BEEA-EE7F5E39E1CA}" dt="2026-09-23T20:23:45.726" v="4" actId="34807"/>
          <ac:picMkLst>
            <pc:docMk/>
            <pc:sldMk cId="2032707091" sldId="862"/>
            <ac:picMk id="12254" creationId="{29486340-B51B-DE1B-05F5-6D49F7DAAD96}"/>
          </ac:picMkLst>
        </pc:picChg>
      </pc:sldChg>
      <pc:sldChg chg="addSp modSp add mod setBg modNotesTx">
        <pc:chgData name="" userId="" providerId="" clId="Web-{D504B99D-9ED2-4ABB-BEEA-EE7F5E39E1CA}" dt="2026-09-23T20:23:48.023" v="5" actId="34807"/>
        <pc:sldMkLst>
          <pc:docMk/>
          <pc:sldMk cId="2053265032" sldId="1066"/>
        </pc:sldMkLst>
        <pc:spChg chg="add mod">
          <ac:chgData name="" userId="" providerId="" clId="Web-{D504B99D-9ED2-4ABB-BEEA-EE7F5E39E1CA}" dt="2026-09-23T20:23:43.570" v="3" actId="34807"/>
          <ac:spMkLst>
            <pc:docMk/>
            <pc:sldMk cId="2053265032" sldId="1066"/>
            <ac:spMk id="1658" creationId="{337E114C-430F-2CEE-6A92-3C506F1FF971}"/>
          </ac:spMkLst>
        </pc:spChg>
        <pc:spChg chg="add mod">
          <ac:chgData name="" userId="" providerId="" clId="Web-{D504B99D-9ED2-4ABB-BEEA-EE7F5E39E1CA}" dt="2026-09-23T20:23:43.570" v="3" actId="34807"/>
          <ac:spMkLst>
            <pc:docMk/>
            <pc:sldMk cId="2053265032" sldId="1066"/>
            <ac:spMk id="1716" creationId="{8DE09E58-3F85-2B38-CE65-793BEC3AEFA9}"/>
          </ac:spMkLst>
        </pc:spChg>
        <pc:spChg chg="add mod">
          <ac:chgData name="" userId="" providerId="" clId="Web-{D504B99D-9ED2-4ABB-BEEA-EE7F5E39E1CA}" dt="2026-09-23T20:23:43.570" v="3" actId="34807"/>
          <ac:spMkLst>
            <pc:docMk/>
            <pc:sldMk cId="2053265032" sldId="1066"/>
            <ac:spMk id="1775" creationId="{6A8E2215-5321-A75E-C300-9355E0477DD4}"/>
          </ac:spMkLst>
        </pc:spChg>
        <pc:spChg chg="add mod">
          <ac:chgData name="" userId="" providerId="" clId="Web-{D504B99D-9ED2-4ABB-BEEA-EE7F5E39E1CA}" dt="2026-09-23T20:23:43.570" v="3" actId="34807"/>
          <ac:spMkLst>
            <pc:docMk/>
            <pc:sldMk cId="2053265032" sldId="1066"/>
            <ac:spMk id="1896" creationId="{7A40BFAC-27FD-0599-B023-369A3A710C5F}"/>
          </ac:spMkLst>
        </pc:spChg>
        <pc:spChg chg="add mod">
          <ac:chgData name="" userId="" providerId="" clId="Web-{D504B99D-9ED2-4ABB-BEEA-EE7F5E39E1CA}" dt="2026-09-23T20:23:43.570" v="3" actId="34807"/>
          <ac:spMkLst>
            <pc:docMk/>
            <pc:sldMk cId="2053265032" sldId="1066"/>
            <ac:spMk id="1958" creationId="{A3C421BF-5717-5ED0-2DD8-DA4771ED6151}"/>
          </ac:spMkLst>
        </pc:spChg>
        <pc:spChg chg="add mod">
          <ac:chgData name="" userId="" providerId="" clId="Web-{D504B99D-9ED2-4ABB-BEEA-EE7F5E39E1CA}" dt="2026-09-23T20:23:43.570" v="3" actId="34807"/>
          <ac:spMkLst>
            <pc:docMk/>
            <pc:sldMk cId="2053265032" sldId="1066"/>
            <ac:spMk id="2150" creationId="{23B7267F-323B-7FE4-6047-8E2AA1B69E0F}"/>
          </ac:spMkLst>
        </pc:spChg>
        <pc:spChg chg="add mod">
          <ac:chgData name="" userId="" providerId="" clId="Web-{D504B99D-9ED2-4ABB-BEEA-EE7F5E39E1CA}" dt="2026-09-23T20:23:43.570" v="3" actId="34807"/>
          <ac:spMkLst>
            <pc:docMk/>
            <pc:sldMk cId="2053265032" sldId="1066"/>
            <ac:spMk id="2283" creationId="{EBA80ADE-58CB-2F2D-E469-123C0DEAA9C6}"/>
          </ac:spMkLst>
        </pc:spChg>
        <pc:spChg chg="add mod">
          <ac:chgData name="" userId="" providerId="" clId="Web-{D504B99D-9ED2-4ABB-BEEA-EE7F5E39E1CA}" dt="2026-09-23T20:23:43.570" v="3" actId="34807"/>
          <ac:spMkLst>
            <pc:docMk/>
            <pc:sldMk cId="2053265032" sldId="1066"/>
            <ac:spMk id="2351" creationId="{6198A740-DFC3-B8AF-D1B2-600E814B48EE}"/>
          </ac:spMkLst>
        </pc:spChg>
        <pc:spChg chg="add mod">
          <ac:chgData name="" userId="" providerId="" clId="Web-{D504B99D-9ED2-4ABB-BEEA-EE7F5E39E1CA}" dt="2026-09-23T20:23:43.570" v="3" actId="34807"/>
          <ac:spMkLst>
            <pc:docMk/>
            <pc:sldMk cId="2053265032" sldId="1066"/>
            <ac:spMk id="2420" creationId="{49A7F822-56C7-F533-3325-B2041CB4CA0F}"/>
          </ac:spMkLst>
        </pc:spChg>
        <pc:spChg chg="add mod">
          <ac:chgData name="" userId="" providerId="" clId="Web-{D504B99D-9ED2-4ABB-BEEA-EE7F5E39E1CA}" dt="2026-09-23T20:23:43.570" v="3" actId="34807"/>
          <ac:spMkLst>
            <pc:docMk/>
            <pc:sldMk cId="2053265032" sldId="1066"/>
            <ac:spMk id="2490" creationId="{7182E913-5D05-E785-731A-31E1E7A5DEC3}"/>
          </ac:spMkLst>
        </pc:spChg>
        <pc:picChg chg="add mod">
          <ac:chgData name="" userId="" providerId="" clId="Web-{D504B99D-9ED2-4ABB-BEEA-EE7F5E39E1CA}" dt="2026-09-23T20:23:45.726" v="4" actId="34807"/>
          <ac:picMkLst>
            <pc:docMk/>
            <pc:sldMk cId="2053265032" sldId="1066"/>
            <ac:picMk id="12255" creationId="{FC41D051-C895-B60E-8BD0-4A042CF64C88}"/>
          </ac:picMkLst>
        </pc:picChg>
      </pc:sldChg>
      <pc:sldChg chg="addSp modSp add mod setBg modNotesTx">
        <pc:chgData name="" userId="" providerId="" clId="Web-{D504B99D-9ED2-4ABB-BEEA-EE7F5E39E1CA}" dt="2026-09-23T20:23:48.023" v="5" actId="34807"/>
        <pc:sldMkLst>
          <pc:docMk/>
          <pc:sldMk cId="1383920612" sldId="1271"/>
        </pc:sldMkLst>
        <pc:spChg chg="add mod">
          <ac:chgData name="" userId="" providerId="" clId="Web-{D504B99D-9ED2-4ABB-BEEA-EE7F5E39E1CA}" dt="2026-09-23T20:23:43.570" v="3" actId="34807"/>
          <ac:spMkLst>
            <pc:docMk/>
            <pc:sldMk cId="1383920612" sldId="1271"/>
            <ac:spMk id="2561" creationId="{3CCDA3EC-54A9-6B7F-9F2F-F55F7B248872}"/>
          </ac:spMkLst>
        </pc:spChg>
        <pc:spChg chg="add mod">
          <ac:chgData name="" userId="" providerId="" clId="Web-{D504B99D-9ED2-4ABB-BEEA-EE7F5E39E1CA}" dt="2026-09-23T20:23:43.570" v="3" actId="34807"/>
          <ac:spMkLst>
            <pc:docMk/>
            <pc:sldMk cId="1383920612" sldId="1271"/>
            <ac:spMk id="2633" creationId="{32143310-11ED-716A-51DC-3AAAD19FB8C1}"/>
          </ac:spMkLst>
        </pc:spChg>
        <pc:spChg chg="add mod">
          <ac:chgData name="" userId="" providerId="" clId="Web-{D504B99D-9ED2-4ABB-BEEA-EE7F5E39E1CA}" dt="2026-09-23T20:23:43.570" v="3" actId="34807"/>
          <ac:spMkLst>
            <pc:docMk/>
            <pc:sldMk cId="1383920612" sldId="1271"/>
            <ac:spMk id="2855" creationId="{C8D6707B-B917-8615-0EF5-044931636A88}"/>
          </ac:spMkLst>
        </pc:spChg>
        <pc:spChg chg="add mod">
          <ac:chgData name="" userId="" providerId="" clId="Web-{D504B99D-9ED2-4ABB-BEEA-EE7F5E39E1CA}" dt="2026-09-23T20:23:43.570" v="3" actId="34807"/>
          <ac:spMkLst>
            <pc:docMk/>
            <pc:sldMk cId="1383920612" sldId="1271"/>
            <ac:spMk id="2931" creationId="{FAFBC029-CC2B-804B-972E-88F1D2AE28A9}"/>
          </ac:spMkLst>
        </pc:spChg>
        <pc:spChg chg="add mod">
          <ac:chgData name="" userId="" providerId="" clId="Web-{D504B99D-9ED2-4ABB-BEEA-EE7F5E39E1CA}" dt="2026-09-23T20:23:43.570" v="3" actId="34807"/>
          <ac:spMkLst>
            <pc:docMk/>
            <pc:sldMk cId="1383920612" sldId="1271"/>
            <ac:spMk id="3008" creationId="{6FFD6A1A-429B-3D09-F01A-26A349E873EB}"/>
          </ac:spMkLst>
        </pc:spChg>
        <pc:spChg chg="add mod">
          <ac:chgData name="" userId="" providerId="" clId="Web-{D504B99D-9ED2-4ABB-BEEA-EE7F5E39E1CA}" dt="2026-09-23T20:23:43.570" v="3" actId="34807"/>
          <ac:spMkLst>
            <pc:docMk/>
            <pc:sldMk cId="1383920612" sldId="1271"/>
            <ac:spMk id="3165" creationId="{CB9323A2-7ABA-1F3F-1299-71953142D66E}"/>
          </ac:spMkLst>
        </pc:spChg>
        <pc:spChg chg="add mod">
          <ac:chgData name="" userId="" providerId="" clId="Web-{D504B99D-9ED2-4ABB-BEEA-EE7F5E39E1CA}" dt="2026-09-23T20:23:43.570" v="3" actId="34807"/>
          <ac:spMkLst>
            <pc:docMk/>
            <pc:sldMk cId="1383920612" sldId="1271"/>
            <ac:spMk id="3326" creationId="{C2179630-45DC-E0ED-3B18-485F4C2BD07A}"/>
          </ac:spMkLst>
        </pc:spChg>
        <pc:spChg chg="add mod">
          <ac:chgData name="" userId="" providerId="" clId="Web-{D504B99D-9ED2-4ABB-BEEA-EE7F5E39E1CA}" dt="2026-09-23T20:23:43.570" v="3" actId="34807"/>
          <ac:spMkLst>
            <pc:docMk/>
            <pc:sldMk cId="1383920612" sldId="1271"/>
            <ac:spMk id="3408" creationId="{2FA73EE7-2BAD-89FC-5F9E-38E49443D5CE}"/>
          </ac:spMkLst>
        </pc:spChg>
        <pc:spChg chg="add mod">
          <ac:chgData name="" userId="" providerId="" clId="Web-{D504B99D-9ED2-4ABB-BEEA-EE7F5E39E1CA}" dt="2026-09-23T20:23:43.570" v="3" actId="34807"/>
          <ac:spMkLst>
            <pc:docMk/>
            <pc:sldMk cId="1383920612" sldId="1271"/>
            <ac:spMk id="3575" creationId="{9EA68615-1946-8641-DEEF-C14F32D96F83}"/>
          </ac:spMkLst>
        </pc:spChg>
        <pc:spChg chg="add mod">
          <ac:chgData name="" userId="" providerId="" clId="Web-{D504B99D-9ED2-4ABB-BEEA-EE7F5E39E1CA}" dt="2026-09-23T20:23:43.570" v="3" actId="34807"/>
          <ac:spMkLst>
            <pc:docMk/>
            <pc:sldMk cId="1383920612" sldId="1271"/>
            <ac:spMk id="3746" creationId="{5CD91EAD-ABED-84B8-E184-8B533EC54EDD}"/>
          </ac:spMkLst>
        </pc:spChg>
        <pc:picChg chg="add mod">
          <ac:chgData name="" userId="" providerId="" clId="Web-{D504B99D-9ED2-4ABB-BEEA-EE7F5E39E1CA}" dt="2026-09-23T20:23:45.726" v="4" actId="34807"/>
          <ac:picMkLst>
            <pc:docMk/>
            <pc:sldMk cId="1383920612" sldId="1271"/>
            <ac:picMk id="12256" creationId="{4E260592-5B4A-7567-924A-CF748594E4E0}"/>
          </ac:picMkLst>
        </pc:picChg>
      </pc:sldChg>
      <pc:sldChg chg="addSp modSp add mod setBg modNotesTx">
        <pc:chgData name="" userId="" providerId="" clId="Web-{D504B99D-9ED2-4ABB-BEEA-EE7F5E39E1CA}" dt="2026-09-23T20:23:48.023" v="5" actId="34807"/>
        <pc:sldMkLst>
          <pc:docMk/>
          <pc:sldMk cId="1393516306" sldId="1477"/>
        </pc:sldMkLst>
        <pc:spChg chg="add mod">
          <ac:chgData name="" userId="" providerId="" clId="Web-{D504B99D-9ED2-4ABB-BEEA-EE7F5E39E1CA}" dt="2026-09-23T20:23:43.570" v="3" actId="34807"/>
          <ac:spMkLst>
            <pc:docMk/>
            <pc:sldMk cId="1393516306" sldId="1477"/>
            <ac:spMk id="3921" creationId="{FED67058-35F4-D83E-7625-1BF657994DF1}"/>
          </ac:spMkLst>
        </pc:spChg>
        <pc:spChg chg="add mod">
          <ac:chgData name="" userId="" providerId="" clId="Web-{D504B99D-9ED2-4ABB-BEEA-EE7F5E39E1CA}" dt="2026-09-23T20:23:43.570" v="3" actId="34807"/>
          <ac:spMkLst>
            <pc:docMk/>
            <pc:sldMk cId="1393516306" sldId="1477"/>
            <ac:spMk id="4100" creationId="{2D090124-D394-D136-3ADC-128473E64794}"/>
          </ac:spMkLst>
        </pc:spChg>
        <pc:spChg chg="add mod">
          <ac:chgData name="" userId="" providerId="" clId="Web-{D504B99D-9ED2-4ABB-BEEA-EE7F5E39E1CA}" dt="2026-09-23T20:23:43.570" v="3" actId="34807"/>
          <ac:spMkLst>
            <pc:docMk/>
            <pc:sldMk cId="1393516306" sldId="1477"/>
            <ac:spMk id="4283" creationId="{483634AA-953A-720B-0E39-904E2198E248}"/>
          </ac:spMkLst>
        </pc:spChg>
        <pc:spChg chg="add mod">
          <ac:chgData name="" userId="" providerId="" clId="Web-{D504B99D-9ED2-4ABB-BEEA-EE7F5E39E1CA}" dt="2026-09-23T20:23:43.570" v="3" actId="34807"/>
          <ac:spMkLst>
            <pc:docMk/>
            <pc:sldMk cId="1393516306" sldId="1477"/>
            <ac:spMk id="4376" creationId="{AECBE8CC-265D-0CF3-2804-30CF56ED136E}"/>
          </ac:spMkLst>
        </pc:spChg>
        <pc:spChg chg="add mod">
          <ac:chgData name="" userId="" providerId="" clId="Web-{D504B99D-9ED2-4ABB-BEEA-EE7F5E39E1CA}" dt="2026-09-23T20:23:43.570" v="3" actId="34807"/>
          <ac:spMkLst>
            <pc:docMk/>
            <pc:sldMk cId="1393516306" sldId="1477"/>
            <ac:spMk id="4470" creationId="{6E935613-12F3-397D-A5A9-2DDD971C3E79}"/>
          </ac:spMkLst>
        </pc:spChg>
        <pc:spChg chg="add mod">
          <ac:chgData name="" userId="" providerId="" clId="Web-{D504B99D-9ED2-4ABB-BEEA-EE7F5E39E1CA}" dt="2026-09-23T20:23:43.570" v="3" actId="34807"/>
          <ac:spMkLst>
            <pc:docMk/>
            <pc:sldMk cId="1393516306" sldId="1477"/>
            <ac:spMk id="4565" creationId="{8136840E-B6DC-3607-71F3-C25E13316D03}"/>
          </ac:spMkLst>
        </pc:spChg>
        <pc:spChg chg="add mod">
          <ac:chgData name="" userId="" providerId="" clId="Web-{D504B99D-9ED2-4ABB-BEEA-EE7F5E39E1CA}" dt="2026-09-23T20:23:43.570" v="3" actId="34807"/>
          <ac:spMkLst>
            <pc:docMk/>
            <pc:sldMk cId="1393516306" sldId="1477"/>
            <ac:spMk id="4661" creationId="{F6DD8C55-85B3-0C81-5AF2-A01CEAB5DF12}"/>
          </ac:spMkLst>
        </pc:spChg>
        <pc:spChg chg="add mod">
          <ac:chgData name="" userId="" providerId="" clId="Web-{D504B99D-9ED2-4ABB-BEEA-EE7F5E39E1CA}" dt="2026-09-23T20:23:43.570" v="3" actId="34807"/>
          <ac:spMkLst>
            <pc:docMk/>
            <pc:sldMk cId="1393516306" sldId="1477"/>
            <ac:spMk id="4758" creationId="{CD366453-E898-3EB5-CEE1-6F526DCA42F5}"/>
          </ac:spMkLst>
        </pc:spChg>
        <pc:spChg chg="add mod">
          <ac:chgData name="" userId="" providerId="" clId="Web-{D504B99D-9ED2-4ABB-BEEA-EE7F5E39E1CA}" dt="2026-09-23T20:23:43.570" v="3" actId="34807"/>
          <ac:spMkLst>
            <pc:docMk/>
            <pc:sldMk cId="1393516306" sldId="1477"/>
            <ac:spMk id="4856" creationId="{8FD503EC-A18E-4B3F-CBBA-AB2A89B59BC3}"/>
          </ac:spMkLst>
        </pc:spChg>
        <pc:spChg chg="add mod">
          <ac:chgData name="" userId="" providerId="" clId="Web-{D504B99D-9ED2-4ABB-BEEA-EE7F5E39E1CA}" dt="2026-09-23T20:23:43.570" v="3" actId="34807"/>
          <ac:spMkLst>
            <pc:docMk/>
            <pc:sldMk cId="1393516306" sldId="1477"/>
            <ac:spMk id="5156" creationId="{74AB2521-BB44-94AB-5026-F62A6EB937CC}"/>
          </ac:spMkLst>
        </pc:spChg>
        <pc:picChg chg="add mod">
          <ac:chgData name="" userId="" providerId="" clId="Web-{D504B99D-9ED2-4ABB-BEEA-EE7F5E39E1CA}" dt="2026-09-23T20:23:45.726" v="4" actId="34807"/>
          <ac:picMkLst>
            <pc:docMk/>
            <pc:sldMk cId="1393516306" sldId="1477"/>
            <ac:picMk id="12257" creationId="{7ECA20C0-3D84-F6B8-0554-1BFB272019E4}"/>
          </ac:picMkLst>
        </pc:picChg>
      </pc:sldChg>
      <pc:sldChg chg="addSp modSp add mod setBg modNotesTx">
        <pc:chgData name="" userId="" providerId="" clId="Web-{D504B99D-9ED2-4ABB-BEEA-EE7F5E39E1CA}" dt="2026-09-23T20:23:48.023" v="5" actId="34807"/>
        <pc:sldMkLst>
          <pc:docMk/>
          <pc:sldMk cId="4260692119" sldId="1684"/>
        </pc:sldMkLst>
        <pc:spChg chg="add mod">
          <ac:chgData name="" userId="" providerId="" clId="Web-{D504B99D-9ED2-4ABB-BEEA-EE7F5E39E1CA}" dt="2026-09-23T20:23:43.570" v="3" actId="34807"/>
          <ac:spMkLst>
            <pc:docMk/>
            <pc:sldMk cId="4260692119" sldId="1684"/>
            <ac:spMk id="5258" creationId="{B5D53CF6-3EB0-F388-D7A8-0D42DF740ACB}"/>
          </ac:spMkLst>
        </pc:spChg>
        <pc:spChg chg="add mod">
          <ac:chgData name="" userId="" providerId="" clId="Web-{D504B99D-9ED2-4ABB-BEEA-EE7F5E39E1CA}" dt="2026-09-23T20:23:43.570" v="3" actId="34807"/>
          <ac:spMkLst>
            <pc:docMk/>
            <pc:sldMk cId="4260692119" sldId="1684"/>
            <ac:spMk id="5465" creationId="{5A0B7857-8B11-703D-7D98-7865C2952DA0}"/>
          </ac:spMkLst>
        </pc:spChg>
        <pc:spChg chg="add mod">
          <ac:chgData name="" userId="" providerId="" clId="Web-{D504B99D-9ED2-4ABB-BEEA-EE7F5E39E1CA}" dt="2026-09-23T20:23:43.570" v="3" actId="34807"/>
          <ac:spMkLst>
            <pc:docMk/>
            <pc:sldMk cId="4260692119" sldId="1684"/>
            <ac:spMk id="5570" creationId="{79529C6E-5665-DE38-3491-0CDA057F18C6}"/>
          </ac:spMkLst>
        </pc:spChg>
        <pc:spChg chg="add mod">
          <ac:chgData name="" userId="" providerId="" clId="Web-{D504B99D-9ED2-4ABB-BEEA-EE7F5E39E1CA}" dt="2026-09-23T20:23:43.570" v="3" actId="34807"/>
          <ac:spMkLst>
            <pc:docMk/>
            <pc:sldMk cId="4260692119" sldId="1684"/>
            <ac:spMk id="5783" creationId="{4C163EB1-E0F1-1D33-ECFF-DB60309F7FB2}"/>
          </ac:spMkLst>
        </pc:spChg>
        <pc:spChg chg="add mod">
          <ac:chgData name="" userId="" providerId="" clId="Web-{D504B99D-9ED2-4ABB-BEEA-EE7F5E39E1CA}" dt="2026-09-23T20:23:43.570" v="3" actId="34807"/>
          <ac:spMkLst>
            <pc:docMk/>
            <pc:sldMk cId="4260692119" sldId="1684"/>
            <ac:spMk id="5891" creationId="{1786A39E-D7DF-FDF3-6541-E8CF57BDFEAE}"/>
          </ac:spMkLst>
        </pc:spChg>
        <pc:spChg chg="add mod">
          <ac:chgData name="" userId="" providerId="" clId="Web-{D504B99D-9ED2-4ABB-BEEA-EE7F5E39E1CA}" dt="2026-09-23T20:23:43.570" v="3" actId="34807"/>
          <ac:spMkLst>
            <pc:docMk/>
            <pc:sldMk cId="4260692119" sldId="1684"/>
            <ac:spMk id="6000" creationId="{7259C68F-975B-D10A-BE62-59F15648BD25}"/>
          </ac:spMkLst>
        </pc:spChg>
        <pc:spChg chg="add mod">
          <ac:chgData name="" userId="" providerId="" clId="Web-{D504B99D-9ED2-4ABB-BEEA-EE7F5E39E1CA}" dt="2026-09-23T20:23:43.570" v="3" actId="34807"/>
          <ac:spMkLst>
            <pc:docMk/>
            <pc:sldMk cId="4260692119" sldId="1684"/>
            <ac:spMk id="6110" creationId="{0EAA502C-A3B3-FF42-EED2-F58DC7C97C48}"/>
          </ac:spMkLst>
        </pc:spChg>
        <pc:spChg chg="add mod">
          <ac:chgData name="" userId="" providerId="" clId="Web-{D504B99D-9ED2-4ABB-BEEA-EE7F5E39E1CA}" dt="2026-09-23T20:23:43.570" v="3" actId="34807"/>
          <ac:spMkLst>
            <pc:docMk/>
            <pc:sldMk cId="4260692119" sldId="1684"/>
            <ac:spMk id="6333" creationId="{05DB075C-BD01-8FFD-A9E8-C614A22A9C89}"/>
          </ac:spMkLst>
        </pc:spChg>
        <pc:spChg chg="add mod">
          <ac:chgData name="" userId="" providerId="" clId="Web-{D504B99D-9ED2-4ABB-BEEA-EE7F5E39E1CA}" dt="2026-09-23T20:23:43.570" v="3" actId="34807"/>
          <ac:spMkLst>
            <pc:docMk/>
            <pc:sldMk cId="4260692119" sldId="1684"/>
            <ac:spMk id="6560" creationId="{87EC1D4C-0731-4E1E-9F32-F69A9771E866}"/>
          </ac:spMkLst>
        </pc:spChg>
        <pc:spChg chg="add mod">
          <ac:chgData name="" userId="" providerId="" clId="Web-{D504B99D-9ED2-4ABB-BEEA-EE7F5E39E1CA}" dt="2026-09-23T20:23:43.570" v="3" actId="34807"/>
          <ac:spMkLst>
            <pc:docMk/>
            <pc:sldMk cId="4260692119" sldId="1684"/>
            <ac:spMk id="6675" creationId="{65F46F0B-ACC6-980A-8478-C6A26F9F639D}"/>
          </ac:spMkLst>
        </pc:spChg>
        <pc:picChg chg="add mod">
          <ac:chgData name="" userId="" providerId="" clId="Web-{D504B99D-9ED2-4ABB-BEEA-EE7F5E39E1CA}" dt="2026-09-23T20:23:45.726" v="4" actId="34807"/>
          <ac:picMkLst>
            <pc:docMk/>
            <pc:sldMk cId="4260692119" sldId="1684"/>
            <ac:picMk id="12258" creationId="{81CB2806-D90D-B6FC-E847-8D90085AB025}"/>
          </ac:picMkLst>
        </pc:picChg>
      </pc:sldChg>
      <pc:sldChg chg="addSp modSp add mod setBg modNotesTx">
        <pc:chgData name="" userId="" providerId="" clId="Web-{D504B99D-9ED2-4ABB-BEEA-EE7F5E39E1CA}" dt="2026-09-23T20:23:48.023" v="5" actId="34807"/>
        <pc:sldMkLst>
          <pc:docMk/>
          <pc:sldMk cId="2100614969" sldId="1892"/>
        </pc:sldMkLst>
        <pc:spChg chg="add mod">
          <ac:chgData name="" userId="" providerId="" clId="Web-{D504B99D-9ED2-4ABB-BEEA-EE7F5E39E1CA}" dt="2026-09-23T20:23:43.570" v="3" actId="34807"/>
          <ac:spMkLst>
            <pc:docMk/>
            <pc:sldMk cId="2100614969" sldId="1892"/>
            <ac:spMk id="6791" creationId="{853635C1-23CA-0BBD-6956-12A3BA66EFF5}"/>
          </ac:spMkLst>
        </pc:spChg>
        <pc:spChg chg="add mod">
          <ac:chgData name="" userId="" providerId="" clId="Web-{D504B99D-9ED2-4ABB-BEEA-EE7F5E39E1CA}" dt="2026-09-23T20:23:43.570" v="3" actId="34807"/>
          <ac:spMkLst>
            <pc:docMk/>
            <pc:sldMk cId="2100614969" sldId="1892"/>
            <ac:spMk id="7026" creationId="{02856FCB-1183-7115-CEDD-02DAE3DB54A2}"/>
          </ac:spMkLst>
        </pc:spChg>
        <pc:spChg chg="add mod">
          <ac:chgData name="" userId="" providerId="" clId="Web-{D504B99D-9ED2-4ABB-BEEA-EE7F5E39E1CA}" dt="2026-09-23T20:23:43.570" v="3" actId="34807"/>
          <ac:spMkLst>
            <pc:docMk/>
            <pc:sldMk cId="2100614969" sldId="1892"/>
            <ac:spMk id="7265" creationId="{64859118-D03D-4C7F-1016-77236A467419}"/>
          </ac:spMkLst>
        </pc:spChg>
        <pc:spChg chg="add mod">
          <ac:chgData name="" userId="" providerId="" clId="Web-{D504B99D-9ED2-4ABB-BEEA-EE7F5E39E1CA}" dt="2026-09-23T20:23:43.570" v="3" actId="34807"/>
          <ac:spMkLst>
            <pc:docMk/>
            <pc:sldMk cId="2100614969" sldId="1892"/>
            <ac:spMk id="7386" creationId="{C346ACDF-5473-A694-5030-AE7B265754F6}"/>
          </ac:spMkLst>
        </pc:spChg>
        <pc:spChg chg="add mod">
          <ac:chgData name="" userId="" providerId="" clId="Web-{D504B99D-9ED2-4ABB-BEEA-EE7F5E39E1CA}" dt="2026-09-23T20:23:43.570" v="3" actId="34807"/>
          <ac:spMkLst>
            <pc:docMk/>
            <pc:sldMk cId="2100614969" sldId="1892"/>
            <ac:spMk id="7508" creationId="{75CD5566-F2FF-5906-C02C-EA9112229A48}"/>
          </ac:spMkLst>
        </pc:spChg>
        <pc:spChg chg="add mod">
          <ac:chgData name="" userId="" providerId="" clId="Web-{D504B99D-9ED2-4ABB-BEEA-EE7F5E39E1CA}" dt="2026-09-23T20:23:43.570" v="3" actId="34807"/>
          <ac:spMkLst>
            <pc:docMk/>
            <pc:sldMk cId="2100614969" sldId="1892"/>
            <ac:spMk id="7631" creationId="{AFFFAB08-8FC7-1E93-98DB-35B87B0B63CB}"/>
          </ac:spMkLst>
        </pc:spChg>
        <pc:spChg chg="add mod">
          <ac:chgData name="" userId="" providerId="" clId="Web-{D504B99D-9ED2-4ABB-BEEA-EE7F5E39E1CA}" dt="2026-09-23T20:23:43.570" v="3" actId="34807"/>
          <ac:spMkLst>
            <pc:docMk/>
            <pc:sldMk cId="2100614969" sldId="1892"/>
            <ac:spMk id="7880" creationId="{481415FC-480B-1ED4-33CC-C793151DCB44}"/>
          </ac:spMkLst>
        </pc:spChg>
        <pc:spChg chg="add mod">
          <ac:chgData name="" userId="" providerId="" clId="Web-{D504B99D-9ED2-4ABB-BEEA-EE7F5E39E1CA}" dt="2026-09-23T20:23:43.570" v="3" actId="34807"/>
          <ac:spMkLst>
            <pc:docMk/>
            <pc:sldMk cId="2100614969" sldId="1892"/>
            <ac:spMk id="8390" creationId="{DA16C8B7-8265-DC7D-2082-AA4C3601539D}"/>
          </ac:spMkLst>
        </pc:spChg>
        <pc:spChg chg="add mod">
          <ac:chgData name="" userId="" providerId="" clId="Web-{D504B99D-9ED2-4ABB-BEEA-EE7F5E39E1CA}" dt="2026-09-23T20:23:43.570" v="3" actId="34807"/>
          <ac:spMkLst>
            <pc:docMk/>
            <pc:sldMk cId="2100614969" sldId="1892"/>
            <ac:spMk id="8520" creationId="{EF788003-44CE-DCA1-BB6E-30DF349D800D}"/>
          </ac:spMkLst>
        </pc:spChg>
        <pc:spChg chg="add mod">
          <ac:chgData name="" userId="" providerId="" clId="Web-{D504B99D-9ED2-4ABB-BEEA-EE7F5E39E1CA}" dt="2026-09-23T20:23:43.570" v="3" actId="34807"/>
          <ac:spMkLst>
            <pc:docMk/>
            <pc:sldMk cId="2100614969" sldId="1892"/>
            <ac:spMk id="8783" creationId="{4539CFA1-5120-AB86-0EC8-A0CD234FCB37}"/>
          </ac:spMkLst>
        </pc:spChg>
        <pc:picChg chg="add mod">
          <ac:chgData name="" userId="" providerId="" clId="Web-{D504B99D-9ED2-4ABB-BEEA-EE7F5E39E1CA}" dt="2026-09-23T20:23:45.726" v="4" actId="34807"/>
          <ac:picMkLst>
            <pc:docMk/>
            <pc:sldMk cId="2100614969" sldId="1892"/>
            <ac:picMk id="12259" creationId="{C189A387-9EDE-4C3C-5F1E-7C409C62D4CF}"/>
          </ac:picMkLst>
        </pc:picChg>
      </pc:sldChg>
      <pc:sldChg chg="addSp modSp add mod setBg modNotesTx">
        <pc:chgData name="" userId="" providerId="" clId="Web-{D504B99D-9ED2-4ABB-BEEA-EE7F5E39E1CA}" dt="2026-09-23T20:23:48.023" v="5" actId="34807"/>
        <pc:sldMkLst>
          <pc:docMk/>
          <pc:sldMk cId="1230982632" sldId="2101"/>
        </pc:sldMkLst>
        <pc:spChg chg="add mod">
          <ac:chgData name="" userId="" providerId="" clId="Web-{D504B99D-9ED2-4ABB-BEEA-EE7F5E39E1CA}" dt="2026-09-23T20:23:43.570" v="3" actId="34807"/>
          <ac:spMkLst>
            <pc:docMk/>
            <pc:sldMk cId="1230982632" sldId="2101"/>
            <ac:spMk id="8916" creationId="{73B134B4-DB2A-60D5-31AA-93873BF6AD0D}"/>
          </ac:spMkLst>
        </pc:spChg>
        <pc:spChg chg="add mod">
          <ac:chgData name="" userId="" providerId="" clId="Web-{D504B99D-9ED2-4ABB-BEEA-EE7F5E39E1CA}" dt="2026-09-23T20:23:43.570" v="3" actId="34807"/>
          <ac:spMkLst>
            <pc:docMk/>
            <pc:sldMk cId="1230982632" sldId="2101"/>
            <ac:spMk id="9185" creationId="{24744A9F-720D-5E3B-D47A-4CBD3BF065BB}"/>
          </ac:spMkLst>
        </pc:spChg>
        <pc:spChg chg="add mod">
          <ac:chgData name="" userId="" providerId="" clId="Web-{D504B99D-9ED2-4ABB-BEEA-EE7F5E39E1CA}" dt="2026-09-23T20:23:43.570" v="3" actId="34807"/>
          <ac:spMkLst>
            <pc:docMk/>
            <pc:sldMk cId="1230982632" sldId="2101"/>
            <ac:spMk id="9321" creationId="{0420B3DD-D6BD-C764-33F7-F9A7ABE934E4}"/>
          </ac:spMkLst>
        </pc:spChg>
        <pc:spChg chg="add mod">
          <ac:chgData name="" userId="" providerId="" clId="Web-{D504B99D-9ED2-4ABB-BEEA-EE7F5E39E1CA}" dt="2026-09-23T20:23:43.570" v="3" actId="34807"/>
          <ac:spMkLst>
            <pc:docMk/>
            <pc:sldMk cId="1230982632" sldId="2101"/>
            <ac:spMk id="9458" creationId="{62B64F18-7CA4-3EDB-88F5-B60433A24C77}"/>
          </ac:spMkLst>
        </pc:spChg>
        <pc:spChg chg="add mod">
          <ac:chgData name="" userId="" providerId="" clId="Web-{D504B99D-9ED2-4ABB-BEEA-EE7F5E39E1CA}" dt="2026-09-23T20:23:43.570" v="3" actId="34807"/>
          <ac:spMkLst>
            <pc:docMk/>
            <pc:sldMk cId="1230982632" sldId="2101"/>
            <ac:spMk id="9596" creationId="{8F9CDE72-4203-A824-A1B8-9BE5E07F255A}"/>
          </ac:spMkLst>
        </pc:spChg>
        <pc:spChg chg="add mod">
          <ac:chgData name="" userId="" providerId="" clId="Web-{D504B99D-9ED2-4ABB-BEEA-EE7F5E39E1CA}" dt="2026-09-23T20:23:43.570" v="3" actId="34807"/>
          <ac:spMkLst>
            <pc:docMk/>
            <pc:sldMk cId="1230982632" sldId="2101"/>
            <ac:spMk id="9875" creationId="{C232868A-5A50-019F-80FE-D2C524632AE4}"/>
          </ac:spMkLst>
        </pc:spChg>
        <pc:spChg chg="add mod">
          <ac:chgData name="" userId="" providerId="" clId="Web-{D504B99D-9ED2-4ABB-BEEA-EE7F5E39E1CA}" dt="2026-09-23T20:23:43.570" v="3" actId="34807"/>
          <ac:spMkLst>
            <pc:docMk/>
            <pc:sldMk cId="1230982632" sldId="2101"/>
            <ac:spMk id="10016" creationId="{3F777FA0-AB2D-43CE-D81B-0C0E49BA8374}"/>
          </ac:spMkLst>
        </pc:spChg>
        <pc:spChg chg="add mod">
          <ac:chgData name="" userId="" providerId="" clId="Web-{D504B99D-9ED2-4ABB-BEEA-EE7F5E39E1CA}" dt="2026-09-23T20:23:43.570" v="3" actId="34807"/>
          <ac:spMkLst>
            <pc:docMk/>
            <pc:sldMk cId="1230982632" sldId="2101"/>
            <ac:spMk id="10301" creationId="{994CF3A8-339D-2873-2542-4366DBE3F779}"/>
          </ac:spMkLst>
        </pc:spChg>
        <pc:spChg chg="add mod">
          <ac:chgData name="" userId="" providerId="" clId="Web-{D504B99D-9ED2-4ABB-BEEA-EE7F5E39E1CA}" dt="2026-09-23T20:23:43.570" v="3" actId="34807"/>
          <ac:spMkLst>
            <pc:docMk/>
            <pc:sldMk cId="1230982632" sldId="2101"/>
            <ac:spMk id="10445" creationId="{4050CEA7-567C-5101-E2A8-FBEEE04C0743}"/>
          </ac:spMkLst>
        </pc:spChg>
        <pc:spChg chg="add mod">
          <ac:chgData name="" userId="" providerId="" clId="Web-{D504B99D-9ED2-4ABB-BEEA-EE7F5E39E1CA}" dt="2026-09-23T20:23:43.570" v="3" actId="34807"/>
          <ac:spMkLst>
            <pc:docMk/>
            <pc:sldMk cId="1230982632" sldId="2101"/>
            <ac:spMk id="10590" creationId="{3B789BE9-9B01-34E9-6DC6-29EBC78620F2}"/>
          </ac:spMkLst>
        </pc:spChg>
        <pc:picChg chg="add mod">
          <ac:chgData name="" userId="" providerId="" clId="Web-{D504B99D-9ED2-4ABB-BEEA-EE7F5E39E1CA}" dt="2026-09-23T20:23:45.726" v="4" actId="34807"/>
          <ac:picMkLst>
            <pc:docMk/>
            <pc:sldMk cId="1230982632" sldId="2101"/>
            <ac:picMk id="12260" creationId="{76E128BE-E84C-A34B-DCC0-E3CAB2A14710}"/>
          </ac:picMkLst>
        </pc:picChg>
      </pc:sldChg>
      <pc:sldChg chg="addSp modSp add mod setBg modNotesTx">
        <pc:chgData name="" userId="" providerId="" clId="Web-{D504B99D-9ED2-4ABB-BEEA-EE7F5E39E1CA}" dt="2026-09-23T20:23:48.023" v="5" actId="34807"/>
        <pc:sldMkLst>
          <pc:docMk/>
          <pc:sldMk cId="3899887483" sldId="2311"/>
        </pc:sldMkLst>
        <pc:spChg chg="add mod">
          <ac:chgData name="" userId="" providerId="" clId="Web-{D504B99D-9ED2-4ABB-BEEA-EE7F5E39E1CA}" dt="2026-09-23T20:23:43.570" v="3" actId="34807"/>
          <ac:spMkLst>
            <pc:docMk/>
            <pc:sldMk cId="3899887483" sldId="2311"/>
            <ac:spMk id="10883" creationId="{9057AEB3-4F90-DAC7-0EFF-4F1F2CF6D5B8}"/>
          </ac:spMkLst>
        </pc:spChg>
        <pc:spChg chg="add mod">
          <ac:chgData name="" userId="" providerId="" clId="Web-{D504B99D-9ED2-4ABB-BEEA-EE7F5E39E1CA}" dt="2026-09-23T20:23:43.570" v="3" actId="34807"/>
          <ac:spMkLst>
            <pc:docMk/>
            <pc:sldMk cId="3899887483" sldId="2311"/>
            <ac:spMk id="11031" creationId="{5AF36CF2-7A00-E440-57FE-86FC9DF2BE37}"/>
          </ac:spMkLst>
        </pc:spChg>
        <pc:spChg chg="add mod">
          <ac:chgData name="" userId="" providerId="" clId="Web-{D504B99D-9ED2-4ABB-BEEA-EE7F5E39E1CA}" dt="2026-09-23T20:23:43.570" v="3" actId="34807"/>
          <ac:spMkLst>
            <pc:docMk/>
            <pc:sldMk cId="3899887483" sldId="2311"/>
            <ac:spMk id="11180" creationId="{8EB88561-396B-93DA-21F2-7F866FD83DBE}"/>
          </ac:spMkLst>
        </pc:spChg>
        <pc:spChg chg="add mod">
          <ac:chgData name="" userId="" providerId="" clId="Web-{D504B99D-9ED2-4ABB-BEEA-EE7F5E39E1CA}" dt="2026-09-23T20:23:43.570" v="3" actId="34807"/>
          <ac:spMkLst>
            <pc:docMk/>
            <pc:sldMk cId="3899887483" sldId="2311"/>
            <ac:spMk id="11330" creationId="{A5F2CBCB-4B3D-E09C-FA37-13DDD9E34323}"/>
          </ac:spMkLst>
        </pc:spChg>
        <pc:spChg chg="add mod">
          <ac:chgData name="" userId="" providerId="" clId="Web-{D504B99D-9ED2-4ABB-BEEA-EE7F5E39E1CA}" dt="2026-09-23T20:23:43.570" v="3" actId="34807"/>
          <ac:spMkLst>
            <pc:docMk/>
            <pc:sldMk cId="3899887483" sldId="2311"/>
            <ac:spMk id="11481" creationId="{9E50704E-FE4C-4DDE-A19D-879CA021E773}"/>
          </ac:spMkLst>
        </pc:spChg>
        <pc:spChg chg="add mod">
          <ac:chgData name="" userId="" providerId="" clId="Web-{D504B99D-9ED2-4ABB-BEEA-EE7F5E39E1CA}" dt="2026-09-23T20:23:43.570" v="3" actId="34807"/>
          <ac:spMkLst>
            <pc:docMk/>
            <pc:sldMk cId="3899887483" sldId="2311"/>
            <ac:spMk id="11633" creationId="{59C6E83C-5B04-6FE1-DDA9-3D8B3DD06C4E}"/>
          </ac:spMkLst>
        </pc:spChg>
        <pc:spChg chg="add mod">
          <ac:chgData name="" userId="" providerId="" clId="Web-{D504B99D-9ED2-4ABB-BEEA-EE7F5E39E1CA}" dt="2026-09-23T20:23:43.570" v="3" actId="34807"/>
          <ac:spMkLst>
            <pc:docMk/>
            <pc:sldMk cId="3899887483" sldId="2311"/>
            <ac:spMk id="11786" creationId="{85E5C950-6D8E-E5B1-0F27-291DD370617A}"/>
          </ac:spMkLst>
        </pc:spChg>
        <pc:spChg chg="add mod">
          <ac:chgData name="" userId="" providerId="" clId="Web-{D504B99D-9ED2-4ABB-BEEA-EE7F5E39E1CA}" dt="2026-09-23T20:23:43.570" v="3" actId="34807"/>
          <ac:spMkLst>
            <pc:docMk/>
            <pc:sldMk cId="3899887483" sldId="2311"/>
            <ac:spMk id="11940" creationId="{45C17504-F770-1E98-1BA4-2E8A58330BC2}"/>
          </ac:spMkLst>
        </pc:spChg>
        <pc:spChg chg="add mod">
          <ac:chgData name="" userId="" providerId="" clId="Web-{D504B99D-9ED2-4ABB-BEEA-EE7F5E39E1CA}" dt="2026-09-23T20:23:43.570" v="3" actId="34807"/>
          <ac:spMkLst>
            <pc:docMk/>
            <pc:sldMk cId="3899887483" sldId="2311"/>
            <ac:spMk id="12095" creationId="{16374909-35BD-760E-3DF2-21180B441EE2}"/>
          </ac:spMkLst>
        </pc:spChg>
        <pc:spChg chg="add mod">
          <ac:chgData name="" userId="" providerId="" clId="Web-{D504B99D-9ED2-4ABB-BEEA-EE7F5E39E1CA}" dt="2026-09-23T20:23:43.570" v="3" actId="34807"/>
          <ac:spMkLst>
            <pc:docMk/>
            <pc:sldMk cId="3899887483" sldId="2311"/>
            <ac:spMk id="12251" creationId="{A40FE54B-11A9-651E-84A9-32F14505EDAA}"/>
          </ac:spMkLst>
        </pc:spChg>
        <pc:picChg chg="add mod">
          <ac:chgData name="" userId="" providerId="" clId="Web-{D504B99D-9ED2-4ABB-BEEA-EE7F5E39E1CA}" dt="2026-09-23T20:23:45.726" v="4" actId="34807"/>
          <ac:picMkLst>
            <pc:docMk/>
            <pc:sldMk cId="3899887483" sldId="2311"/>
            <ac:picMk id="12261" creationId="{9880C5E6-978A-0EAB-490C-680EA9CA8452}"/>
          </ac:picMkLst>
        </pc:picChg>
      </pc:sldChg>
      <pc:sldChg chg="addSp modSp add mod setBg modNotesTx">
        <pc:chgData name="" userId="" providerId="" clId="Web-{D504B99D-9ED2-4ABB-BEEA-EE7F5E39E1CA}" dt="2026-09-23T20:24:11.430" v="9" actId="34807"/>
        <pc:sldMkLst>
          <pc:docMk/>
          <pc:sldMk cId="2551412231" sldId="2522"/>
        </pc:sldMkLst>
        <pc:spChg chg="add mod">
          <ac:chgData name="" userId="" providerId="" clId="Web-{D504B99D-9ED2-4ABB-BEEA-EE7F5E39E1CA}" dt="2026-09-23T20:24:07.446" v="7" actId="34807"/>
          <ac:spMkLst>
            <pc:docMk/>
            <pc:sldMk cId="2551412231" sldId="2522"/>
            <ac:spMk id="12262" creationId="{B4936034-56D8-08B6-BBBD-35B0509487E3}"/>
          </ac:spMkLst>
        </pc:spChg>
        <pc:spChg chg="add mod">
          <ac:chgData name="" userId="" providerId="" clId="Web-{D504B99D-9ED2-4ABB-BEEA-EE7F5E39E1CA}" dt="2026-09-23T20:24:07.446" v="7" actId="34807"/>
          <ac:spMkLst>
            <pc:docMk/>
            <pc:sldMk cId="2551412231" sldId="2522"/>
            <ac:spMk id="12264" creationId="{BF4748D8-CD17-9BDD-062F-CA331D0CAFED}"/>
          </ac:spMkLst>
        </pc:spChg>
        <pc:spChg chg="add mod">
          <ac:chgData name="" userId="" providerId="" clId="Web-{D504B99D-9ED2-4ABB-BEEA-EE7F5E39E1CA}" dt="2026-09-23T20:24:07.446" v="7" actId="34807"/>
          <ac:spMkLst>
            <pc:docMk/>
            <pc:sldMk cId="2551412231" sldId="2522"/>
            <ac:spMk id="12267" creationId="{13E413C0-4C8A-A0DC-937A-8276B239FD84}"/>
          </ac:spMkLst>
        </pc:spChg>
        <pc:spChg chg="add mod">
          <ac:chgData name="" userId="" providerId="" clId="Web-{D504B99D-9ED2-4ABB-BEEA-EE7F5E39E1CA}" dt="2026-09-23T20:24:07.446" v="7" actId="34807"/>
          <ac:spMkLst>
            <pc:docMk/>
            <pc:sldMk cId="2551412231" sldId="2522"/>
            <ac:spMk id="12271" creationId="{AAFD5384-CD78-6ADD-8E9A-4F245E08C194}"/>
          </ac:spMkLst>
        </pc:spChg>
        <pc:spChg chg="add mod">
          <ac:chgData name="" userId="" providerId="" clId="Web-{D504B99D-9ED2-4ABB-BEEA-EE7F5E39E1CA}" dt="2026-09-23T20:24:07.446" v="7" actId="34807"/>
          <ac:spMkLst>
            <pc:docMk/>
            <pc:sldMk cId="2551412231" sldId="2522"/>
            <ac:spMk id="12276" creationId="{12A5D40F-5E76-6055-53DA-6EBBF7AF4610}"/>
          </ac:spMkLst>
        </pc:spChg>
        <pc:spChg chg="add mod">
          <ac:chgData name="" userId="" providerId="" clId="Web-{D504B99D-9ED2-4ABB-BEEA-EE7F5E39E1CA}" dt="2026-09-23T20:24:07.446" v="7" actId="34807"/>
          <ac:spMkLst>
            <pc:docMk/>
            <pc:sldMk cId="2551412231" sldId="2522"/>
            <ac:spMk id="12297" creationId="{7C313FEF-A393-1417-7481-3E8136B9ACAE}"/>
          </ac:spMkLst>
        </pc:spChg>
        <pc:spChg chg="add mod">
          <ac:chgData name="" userId="" providerId="" clId="Web-{D504B99D-9ED2-4ABB-BEEA-EE7F5E39E1CA}" dt="2026-09-23T20:24:07.446" v="7" actId="34807"/>
          <ac:spMkLst>
            <pc:docMk/>
            <pc:sldMk cId="2551412231" sldId="2522"/>
            <ac:spMk id="12306" creationId="{E447D148-502E-ACAE-F796-1F4AD4FA510C}"/>
          </ac:spMkLst>
        </pc:spChg>
        <pc:spChg chg="add mod">
          <ac:chgData name="" userId="" providerId="" clId="Web-{D504B99D-9ED2-4ABB-BEEA-EE7F5E39E1CA}" dt="2026-09-23T20:24:07.446" v="7" actId="34807"/>
          <ac:spMkLst>
            <pc:docMk/>
            <pc:sldMk cId="2551412231" sldId="2522"/>
            <ac:spMk id="12327" creationId="{386E2A61-D948-A89A-D320-55335D3250FC}"/>
          </ac:spMkLst>
        </pc:spChg>
        <pc:spChg chg="add mod">
          <ac:chgData name="" userId="" providerId="" clId="Web-{D504B99D-9ED2-4ABB-BEEA-EE7F5E39E1CA}" dt="2026-09-23T20:24:07.446" v="7" actId="34807"/>
          <ac:spMkLst>
            <pc:docMk/>
            <pc:sldMk cId="2551412231" sldId="2522"/>
            <ac:spMk id="12339" creationId="{BCE0A60A-F042-FE23-7F65-4C6D93D05E10}"/>
          </ac:spMkLst>
        </pc:spChg>
        <pc:spChg chg="add mod">
          <ac:chgData name="" userId="" providerId="" clId="Web-{D504B99D-9ED2-4ABB-BEEA-EE7F5E39E1CA}" dt="2026-09-23T20:24:07.446" v="7" actId="34807"/>
          <ac:spMkLst>
            <pc:docMk/>
            <pc:sldMk cId="2551412231" sldId="2522"/>
            <ac:spMk id="12352" creationId="{C3B358B1-8EAC-F526-2768-A242B4D84527}"/>
          </ac:spMkLst>
        </pc:spChg>
        <pc:picChg chg="add mod">
          <ac:chgData name="" userId="" providerId="" clId="Web-{D504B99D-9ED2-4ABB-BEEA-EE7F5E39E1CA}" dt="2026-09-23T20:24:09.399" v="8" actId="34807"/>
          <ac:picMkLst>
            <pc:docMk/>
            <pc:sldMk cId="2551412231" sldId="2522"/>
            <ac:picMk id="20012" creationId="{8F0D7DC6-2137-23D7-2E76-D1C96A55B33F}"/>
          </ac:picMkLst>
        </pc:picChg>
      </pc:sldChg>
      <pc:sldChg chg="addSp modSp add mod setBg modNotesTx">
        <pc:chgData name="" userId="" providerId="" clId="Web-{D504B99D-9ED2-4ABB-BEEA-EE7F5E39E1CA}" dt="2026-09-23T20:24:11.430" v="9" actId="34807"/>
        <pc:sldMkLst>
          <pc:docMk/>
          <pc:sldMk cId="334060110" sldId="2734"/>
        </pc:sldMkLst>
        <pc:spChg chg="add mod">
          <ac:chgData name="" userId="" providerId="" clId="Web-{D504B99D-9ED2-4ABB-BEEA-EE7F5E39E1CA}" dt="2026-09-23T20:24:07.446" v="7" actId="34807"/>
          <ac:spMkLst>
            <pc:docMk/>
            <pc:sldMk cId="334060110" sldId="2734"/>
            <ac:spMk id="12381" creationId="{24130A42-16FE-319B-90F8-2EC14BAFB402}"/>
          </ac:spMkLst>
        </pc:spChg>
        <pc:spChg chg="add mod">
          <ac:chgData name="" userId="" providerId="" clId="Web-{D504B99D-9ED2-4ABB-BEEA-EE7F5E39E1CA}" dt="2026-09-23T20:24:07.446" v="7" actId="34807"/>
          <ac:spMkLst>
            <pc:docMk/>
            <pc:sldMk cId="334060110" sldId="2734"/>
            <ac:spMk id="12397" creationId="{9C4F6CBB-950D-070B-4CBB-66D5916C8B31}"/>
          </ac:spMkLst>
        </pc:spChg>
        <pc:spChg chg="add mod">
          <ac:chgData name="" userId="" providerId="" clId="Web-{D504B99D-9ED2-4ABB-BEEA-EE7F5E39E1CA}" dt="2026-09-23T20:24:07.446" v="7" actId="34807"/>
          <ac:spMkLst>
            <pc:docMk/>
            <pc:sldMk cId="334060110" sldId="2734"/>
            <ac:spMk id="12451" creationId="{B1ECC4B1-0B32-5DCE-FDFB-F4FC234B75B8}"/>
          </ac:spMkLst>
        </pc:spChg>
        <pc:spChg chg="add mod">
          <ac:chgData name="" userId="" providerId="" clId="Web-{D504B99D-9ED2-4ABB-BEEA-EE7F5E39E1CA}" dt="2026-09-23T20:24:07.446" v="7" actId="34807"/>
          <ac:spMkLst>
            <pc:docMk/>
            <pc:sldMk cId="334060110" sldId="2734"/>
            <ac:spMk id="12471" creationId="{4A63E93D-2E06-7469-6801-A32BA27EFD07}"/>
          </ac:spMkLst>
        </pc:spChg>
        <pc:spChg chg="add mod">
          <ac:chgData name="" userId="" providerId="" clId="Web-{D504B99D-9ED2-4ABB-BEEA-EE7F5E39E1CA}" dt="2026-09-23T20:24:07.446" v="7" actId="34807"/>
          <ac:spMkLst>
            <pc:docMk/>
            <pc:sldMk cId="334060110" sldId="2734"/>
            <ac:spMk id="12492" creationId="{BC8FDA85-1A9E-F97B-5E42-44F730219964}"/>
          </ac:spMkLst>
        </pc:spChg>
        <pc:spChg chg="add mod">
          <ac:chgData name="" userId="" providerId="" clId="Web-{D504B99D-9ED2-4ABB-BEEA-EE7F5E39E1CA}" dt="2026-09-23T20:24:07.446" v="7" actId="34807"/>
          <ac:spMkLst>
            <pc:docMk/>
            <pc:sldMk cId="334060110" sldId="2734"/>
            <ac:spMk id="12537" creationId="{B8C363E2-B63C-3975-56EA-5D3362E14954}"/>
          </ac:spMkLst>
        </pc:spChg>
        <pc:spChg chg="add mod">
          <ac:chgData name="" userId="" providerId="" clId="Web-{D504B99D-9ED2-4ABB-BEEA-EE7F5E39E1CA}" dt="2026-09-23T20:24:07.446" v="7" actId="34807"/>
          <ac:spMkLst>
            <pc:docMk/>
            <pc:sldMk cId="334060110" sldId="2734"/>
            <ac:spMk id="12586" creationId="{4C64F2B7-6E50-9BE1-840F-29413B238A6A}"/>
          </ac:spMkLst>
        </pc:spChg>
        <pc:spChg chg="add mod">
          <ac:chgData name="" userId="" providerId="" clId="Web-{D504B99D-9ED2-4ABB-BEEA-EE7F5E39E1CA}" dt="2026-09-23T20:24:07.446" v="7" actId="34807"/>
          <ac:spMkLst>
            <pc:docMk/>
            <pc:sldMk cId="334060110" sldId="2734"/>
            <ac:spMk id="12612" creationId="{289E0F01-C145-8217-25F2-5C11450707BD}"/>
          </ac:spMkLst>
        </pc:spChg>
        <pc:spChg chg="add mod">
          <ac:chgData name="" userId="" providerId="" clId="Web-{D504B99D-9ED2-4ABB-BEEA-EE7F5E39E1CA}" dt="2026-09-23T20:24:07.446" v="7" actId="34807"/>
          <ac:spMkLst>
            <pc:docMk/>
            <pc:sldMk cId="334060110" sldId="2734"/>
            <ac:spMk id="12639" creationId="{809A8627-A054-A036-C9EF-A3F8380988EB}"/>
          </ac:spMkLst>
        </pc:spChg>
        <pc:spChg chg="add mod">
          <ac:chgData name="" userId="" providerId="" clId="Web-{D504B99D-9ED2-4ABB-BEEA-EE7F5E39E1CA}" dt="2026-09-23T20:24:07.446" v="7" actId="34807"/>
          <ac:spMkLst>
            <pc:docMk/>
            <pc:sldMk cId="334060110" sldId="2734"/>
            <ac:spMk id="12667" creationId="{8488AE38-E616-2C89-AD06-04ADF913EB6E}"/>
          </ac:spMkLst>
        </pc:spChg>
        <pc:picChg chg="add mod">
          <ac:chgData name="" userId="" providerId="" clId="Web-{D504B99D-9ED2-4ABB-BEEA-EE7F5E39E1CA}" dt="2026-09-23T20:24:09.399" v="8" actId="34807"/>
          <ac:picMkLst>
            <pc:docMk/>
            <pc:sldMk cId="334060110" sldId="2734"/>
            <ac:picMk id="20013" creationId="{ED05758E-C486-CC4E-BF82-3F2C6ABEF18B}"/>
          </ac:picMkLst>
        </pc:picChg>
      </pc:sldChg>
      <pc:sldChg chg="addSp modSp add mod setBg modNotesTx">
        <pc:chgData name="" userId="" providerId="" clId="Web-{D504B99D-9ED2-4ABB-BEEA-EE7F5E39E1CA}" dt="2026-09-23T20:24:11.430" v="9" actId="34807"/>
        <pc:sldMkLst>
          <pc:docMk/>
          <pc:sldMk cId="2798419652" sldId="2947"/>
        </pc:sldMkLst>
        <pc:spChg chg="add mod">
          <ac:chgData name="" userId="" providerId="" clId="Web-{D504B99D-9ED2-4ABB-BEEA-EE7F5E39E1CA}" dt="2026-09-23T20:24:07.446" v="7" actId="34807"/>
          <ac:spMkLst>
            <pc:docMk/>
            <pc:sldMk cId="2798419652" sldId="2947"/>
            <ac:spMk id="12696" creationId="{62C531B9-4BE8-92EE-F1B0-3BD3A77641D4}"/>
          </ac:spMkLst>
        </pc:spChg>
        <pc:spChg chg="add mod">
          <ac:chgData name="" userId="" providerId="" clId="Web-{D504B99D-9ED2-4ABB-BEEA-EE7F5E39E1CA}" dt="2026-09-23T20:24:07.446" v="7" actId="34807"/>
          <ac:spMkLst>
            <pc:docMk/>
            <pc:sldMk cId="2798419652" sldId="2947"/>
            <ac:spMk id="12726" creationId="{D2A04C29-0C6A-97B6-5A40-7D40FDA96620}"/>
          </ac:spMkLst>
        </pc:spChg>
        <pc:spChg chg="add mod">
          <ac:chgData name="" userId="" providerId="" clId="Web-{D504B99D-9ED2-4ABB-BEEA-EE7F5E39E1CA}" dt="2026-09-23T20:24:07.446" v="7" actId="34807"/>
          <ac:spMkLst>
            <pc:docMk/>
            <pc:sldMk cId="2798419652" sldId="2947"/>
            <ac:spMk id="12757" creationId="{574EE164-EC5D-E5A3-9459-2010043845E0}"/>
          </ac:spMkLst>
        </pc:spChg>
        <pc:spChg chg="add mod">
          <ac:chgData name="" userId="" providerId="" clId="Web-{D504B99D-9ED2-4ABB-BEEA-EE7F5E39E1CA}" dt="2026-09-23T20:24:07.446" v="7" actId="34807"/>
          <ac:spMkLst>
            <pc:docMk/>
            <pc:sldMk cId="2798419652" sldId="2947"/>
            <ac:spMk id="12789" creationId="{A505BD7A-FE45-0040-5570-FFE820784CB7}"/>
          </ac:spMkLst>
        </pc:spChg>
        <pc:spChg chg="add mod">
          <ac:chgData name="" userId="" providerId="" clId="Web-{D504B99D-9ED2-4ABB-BEEA-EE7F5E39E1CA}" dt="2026-09-23T20:24:07.446" v="7" actId="34807"/>
          <ac:spMkLst>
            <pc:docMk/>
            <pc:sldMk cId="2798419652" sldId="2947"/>
            <ac:spMk id="12822" creationId="{D6A72C7F-FD44-14D7-4035-5A87BF4D873D}"/>
          </ac:spMkLst>
        </pc:spChg>
        <pc:spChg chg="add mod">
          <ac:chgData name="" userId="" providerId="" clId="Web-{D504B99D-9ED2-4ABB-BEEA-EE7F5E39E1CA}" dt="2026-09-23T20:24:07.446" v="7" actId="34807"/>
          <ac:spMkLst>
            <pc:docMk/>
            <pc:sldMk cId="2798419652" sldId="2947"/>
            <ac:spMk id="12856" creationId="{A8E54EF5-9B34-F2EF-0C88-0132EC6DC2D9}"/>
          </ac:spMkLst>
        </pc:spChg>
        <pc:spChg chg="add mod">
          <ac:chgData name="" userId="" providerId="" clId="Web-{D504B99D-9ED2-4ABB-BEEA-EE7F5E39E1CA}" dt="2026-09-23T20:24:07.446" v="7" actId="34807"/>
          <ac:spMkLst>
            <pc:docMk/>
            <pc:sldMk cId="2798419652" sldId="2947"/>
            <ac:spMk id="12891" creationId="{915BB0AB-E2AA-07FF-AE71-80D7ECF9E76D}"/>
          </ac:spMkLst>
        </pc:spChg>
        <pc:spChg chg="add mod">
          <ac:chgData name="" userId="" providerId="" clId="Web-{D504B99D-9ED2-4ABB-BEEA-EE7F5E39E1CA}" dt="2026-09-23T20:24:07.446" v="7" actId="34807"/>
          <ac:spMkLst>
            <pc:docMk/>
            <pc:sldMk cId="2798419652" sldId="2947"/>
            <ac:spMk id="12927" creationId="{241B7273-290C-7EE4-F25A-0532780E743E}"/>
          </ac:spMkLst>
        </pc:spChg>
        <pc:spChg chg="add mod">
          <ac:chgData name="" userId="" providerId="" clId="Web-{D504B99D-9ED2-4ABB-BEEA-EE7F5E39E1CA}" dt="2026-09-23T20:24:07.446" v="7" actId="34807"/>
          <ac:spMkLst>
            <pc:docMk/>
            <pc:sldMk cId="2798419652" sldId="2947"/>
            <ac:spMk id="12964" creationId="{21FCB08A-AFB5-5E59-BC3F-4B6F555F7B09}"/>
          </ac:spMkLst>
        </pc:spChg>
        <pc:spChg chg="add mod">
          <ac:chgData name="" userId="" providerId="" clId="Web-{D504B99D-9ED2-4ABB-BEEA-EE7F5E39E1CA}" dt="2026-09-23T20:24:07.446" v="7" actId="34807"/>
          <ac:spMkLst>
            <pc:docMk/>
            <pc:sldMk cId="2798419652" sldId="2947"/>
            <ac:spMk id="13041" creationId="{5BD9BB0E-26E2-052F-8F4D-2F4FD1BBA172}"/>
          </ac:spMkLst>
        </pc:spChg>
        <pc:picChg chg="add mod">
          <ac:chgData name="" userId="" providerId="" clId="Web-{D504B99D-9ED2-4ABB-BEEA-EE7F5E39E1CA}" dt="2026-09-23T20:24:09.399" v="8" actId="34807"/>
          <ac:picMkLst>
            <pc:docMk/>
            <pc:sldMk cId="2798419652" sldId="2947"/>
            <ac:picMk id="20014" creationId="{4676A8F7-39C8-E39E-03D9-0D8EB51F58D0}"/>
          </ac:picMkLst>
        </pc:picChg>
      </pc:sldChg>
      <pc:sldChg chg="addSp modSp add mod setBg modNotesTx">
        <pc:chgData name="" userId="" providerId="" clId="Web-{D504B99D-9ED2-4ABB-BEEA-EE7F5E39E1CA}" dt="2026-09-23T20:24:11.430" v="9" actId="34807"/>
        <pc:sldMkLst>
          <pc:docMk/>
          <pc:sldMk cId="4005070143" sldId="3161"/>
        </pc:sldMkLst>
        <pc:spChg chg="add mod">
          <ac:chgData name="" userId="" providerId="" clId="Web-{D504B99D-9ED2-4ABB-BEEA-EE7F5E39E1CA}" dt="2026-09-23T20:24:07.446" v="7" actId="34807"/>
          <ac:spMkLst>
            <pc:docMk/>
            <pc:sldMk cId="4005070143" sldId="3161"/>
            <ac:spMk id="13207" creationId="{9783C1D2-BD69-3F95-0E90-A96ADED74450}"/>
          </ac:spMkLst>
        </pc:spChg>
        <pc:spChg chg="add mod">
          <ac:chgData name="" userId="" providerId="" clId="Web-{D504B99D-9ED2-4ABB-BEEA-EE7F5E39E1CA}" dt="2026-09-23T20:24:07.446" v="7" actId="34807"/>
          <ac:spMkLst>
            <pc:docMk/>
            <pc:sldMk cId="4005070143" sldId="3161"/>
            <ac:spMk id="13251" creationId="{4AE66747-D332-65CC-135A-B66CDDA7F271}"/>
          </ac:spMkLst>
        </pc:spChg>
        <pc:spChg chg="add mod">
          <ac:chgData name="" userId="" providerId="" clId="Web-{D504B99D-9ED2-4ABB-BEEA-EE7F5E39E1CA}" dt="2026-09-23T20:24:07.446" v="7" actId="34807"/>
          <ac:spMkLst>
            <pc:docMk/>
            <pc:sldMk cId="4005070143" sldId="3161"/>
            <ac:spMk id="13296" creationId="{4E7F0857-C6AF-1971-72DB-ED74F3E7B3CB}"/>
          </ac:spMkLst>
        </pc:spChg>
        <pc:spChg chg="add mod">
          <ac:chgData name="" userId="" providerId="" clId="Web-{D504B99D-9ED2-4ABB-BEEA-EE7F5E39E1CA}" dt="2026-09-23T20:24:07.446" v="7" actId="34807"/>
          <ac:spMkLst>
            <pc:docMk/>
            <pc:sldMk cId="4005070143" sldId="3161"/>
            <ac:spMk id="13342" creationId="{978ADA52-0875-0771-9DAF-2249750F4F9E}"/>
          </ac:spMkLst>
        </pc:spChg>
        <pc:spChg chg="add mod">
          <ac:chgData name="" userId="" providerId="" clId="Web-{D504B99D-9ED2-4ABB-BEEA-EE7F5E39E1CA}" dt="2026-09-23T20:24:07.446" v="7" actId="34807"/>
          <ac:spMkLst>
            <pc:docMk/>
            <pc:sldMk cId="4005070143" sldId="3161"/>
            <ac:spMk id="13437" creationId="{3294A2F6-750A-44AD-7F42-20468466A13A}"/>
          </ac:spMkLst>
        </pc:spChg>
        <pc:spChg chg="add mod">
          <ac:chgData name="" userId="" providerId="" clId="Web-{D504B99D-9ED2-4ABB-BEEA-EE7F5E39E1CA}" dt="2026-09-23T20:24:07.446" v="7" actId="34807"/>
          <ac:spMkLst>
            <pc:docMk/>
            <pc:sldMk cId="4005070143" sldId="3161"/>
            <ac:spMk id="13486" creationId="{962AE4E8-4EDE-2F5F-6B76-E1A545463E2C}"/>
          </ac:spMkLst>
        </pc:spChg>
        <pc:spChg chg="add mod">
          <ac:chgData name="" userId="" providerId="" clId="Web-{D504B99D-9ED2-4ABB-BEEA-EE7F5E39E1CA}" dt="2026-09-23T20:24:07.446" v="7" actId="34807"/>
          <ac:spMkLst>
            <pc:docMk/>
            <pc:sldMk cId="4005070143" sldId="3161"/>
            <ac:spMk id="13587" creationId="{DDF02A0F-B7F3-1ABB-6CAA-F3E031E67084}"/>
          </ac:spMkLst>
        </pc:spChg>
        <pc:spChg chg="add mod">
          <ac:chgData name="" userId="" providerId="" clId="Web-{D504B99D-9ED2-4ABB-BEEA-EE7F5E39E1CA}" dt="2026-09-23T20:24:07.446" v="7" actId="34807"/>
          <ac:spMkLst>
            <pc:docMk/>
            <pc:sldMk cId="4005070143" sldId="3161"/>
            <ac:spMk id="13639" creationId="{46D7229D-3649-FF48-2647-3B623BD4CCAC}"/>
          </ac:spMkLst>
        </pc:spChg>
        <pc:spChg chg="add mod">
          <ac:chgData name="" userId="" providerId="" clId="Web-{D504B99D-9ED2-4ABB-BEEA-EE7F5E39E1CA}" dt="2026-09-23T20:24:07.446" v="7" actId="34807"/>
          <ac:spMkLst>
            <pc:docMk/>
            <pc:sldMk cId="4005070143" sldId="3161"/>
            <ac:spMk id="13692" creationId="{E93FEFF5-CD9D-5258-8308-03DC9C5230F0}"/>
          </ac:spMkLst>
        </pc:spChg>
        <pc:spChg chg="add mod">
          <ac:chgData name="" userId="" providerId="" clId="Web-{D504B99D-9ED2-4ABB-BEEA-EE7F5E39E1CA}" dt="2026-09-23T20:24:07.446" v="7" actId="34807"/>
          <ac:spMkLst>
            <pc:docMk/>
            <pc:sldMk cId="4005070143" sldId="3161"/>
            <ac:spMk id="13857" creationId="{ABA7791F-DD34-03C8-9E2F-987EFE23CDFB}"/>
          </ac:spMkLst>
        </pc:spChg>
        <pc:picChg chg="add mod">
          <ac:chgData name="" userId="" providerId="" clId="Web-{D504B99D-9ED2-4ABB-BEEA-EE7F5E39E1CA}" dt="2026-09-23T20:24:09.399" v="8" actId="34807"/>
          <ac:picMkLst>
            <pc:docMk/>
            <pc:sldMk cId="4005070143" sldId="3161"/>
            <ac:picMk id="20015" creationId="{88E3BE7F-026A-0D85-2802-D2E05712F376}"/>
          </ac:picMkLst>
        </pc:picChg>
      </pc:sldChg>
      <pc:sldChg chg="addSp modSp add mod setBg modNotesTx">
        <pc:chgData name="" userId="" providerId="" clId="Web-{D504B99D-9ED2-4ABB-BEEA-EE7F5E39E1CA}" dt="2026-09-23T20:24:11.430" v="9" actId="34807"/>
        <pc:sldMkLst>
          <pc:docMk/>
          <pc:sldMk cId="3332532652" sldId="3376"/>
        </pc:sldMkLst>
        <pc:spChg chg="add mod">
          <ac:chgData name="" userId="" providerId="" clId="Web-{D504B99D-9ED2-4ABB-BEEA-EE7F5E39E1CA}" dt="2026-09-23T20:24:07.446" v="7" actId="34807"/>
          <ac:spMkLst>
            <pc:docMk/>
            <pc:sldMk cId="3332532652" sldId="3376"/>
            <ac:spMk id="13972" creationId="{7CFBDEF6-A1D1-380B-9369-EC4C880053C3}"/>
          </ac:spMkLst>
        </pc:spChg>
        <pc:spChg chg="add mod">
          <ac:chgData name="" userId="" providerId="" clId="Web-{D504B99D-9ED2-4ABB-BEEA-EE7F5E39E1CA}" dt="2026-09-23T20:24:07.446" v="7" actId="34807"/>
          <ac:spMkLst>
            <pc:docMk/>
            <pc:sldMk cId="3332532652" sldId="3376"/>
            <ac:spMk id="14031" creationId="{EDE364FA-EA0F-4618-DD5A-58E8E94CBD57}"/>
          </ac:spMkLst>
        </pc:spChg>
        <pc:spChg chg="add mod">
          <ac:chgData name="" userId="" providerId="" clId="Web-{D504B99D-9ED2-4ABB-BEEA-EE7F5E39E1CA}" dt="2026-09-23T20:24:07.446" v="7" actId="34807"/>
          <ac:spMkLst>
            <pc:docMk/>
            <pc:sldMk cId="3332532652" sldId="3376"/>
            <ac:spMk id="14091" creationId="{E68400EA-E605-3FBA-7AC8-142CDEDA8D09}"/>
          </ac:spMkLst>
        </pc:spChg>
        <pc:spChg chg="add mod">
          <ac:chgData name="" userId="" providerId="" clId="Web-{D504B99D-9ED2-4ABB-BEEA-EE7F5E39E1CA}" dt="2026-09-23T20:24:07.446" v="7" actId="34807"/>
          <ac:spMkLst>
            <pc:docMk/>
            <pc:sldMk cId="3332532652" sldId="3376"/>
            <ac:spMk id="14152" creationId="{18F8E5C4-5843-46C1-8B56-DDBA3B7E5971}"/>
          </ac:spMkLst>
        </pc:spChg>
        <pc:spChg chg="add mod">
          <ac:chgData name="" userId="" providerId="" clId="Web-{D504B99D-9ED2-4ABB-BEEA-EE7F5E39E1CA}" dt="2026-09-23T20:24:07.446" v="7" actId="34807"/>
          <ac:spMkLst>
            <pc:docMk/>
            <pc:sldMk cId="3332532652" sldId="3376"/>
            <ac:spMk id="14214" creationId="{083F1E6F-F3C5-62F7-4FC6-4E5988B70F58}"/>
          </ac:spMkLst>
        </pc:spChg>
        <pc:spChg chg="add mod">
          <ac:chgData name="" userId="" providerId="" clId="Web-{D504B99D-9ED2-4ABB-BEEA-EE7F5E39E1CA}" dt="2026-09-23T20:24:07.446" v="7" actId="34807"/>
          <ac:spMkLst>
            <pc:docMk/>
            <pc:sldMk cId="3332532652" sldId="3376"/>
            <ac:spMk id="14277" creationId="{0CC6C714-8F2C-26DB-1587-8E6568DD4E72}"/>
          </ac:spMkLst>
        </pc:spChg>
        <pc:spChg chg="add mod">
          <ac:chgData name="" userId="" providerId="" clId="Web-{D504B99D-9ED2-4ABB-BEEA-EE7F5E39E1CA}" dt="2026-09-23T20:24:07.446" v="7" actId="34807"/>
          <ac:spMkLst>
            <pc:docMk/>
            <pc:sldMk cId="3332532652" sldId="3376"/>
            <ac:spMk id="14341" creationId="{4D26B0CC-07F1-986E-9D11-2D8DA5FC48B0}"/>
          </ac:spMkLst>
        </pc:spChg>
        <pc:spChg chg="add mod">
          <ac:chgData name="" userId="" providerId="" clId="Web-{D504B99D-9ED2-4ABB-BEEA-EE7F5E39E1CA}" dt="2026-09-23T20:24:07.446" v="7" actId="34807"/>
          <ac:spMkLst>
            <pc:docMk/>
            <pc:sldMk cId="3332532652" sldId="3376"/>
            <ac:spMk id="14406" creationId="{F027FA33-7D20-4F63-3668-D5DE9CD96913}"/>
          </ac:spMkLst>
        </pc:spChg>
        <pc:spChg chg="add mod">
          <ac:chgData name="" userId="" providerId="" clId="Web-{D504B99D-9ED2-4ABB-BEEA-EE7F5E39E1CA}" dt="2026-09-23T20:24:07.446" v="7" actId="34807"/>
          <ac:spMkLst>
            <pc:docMk/>
            <pc:sldMk cId="3332532652" sldId="3376"/>
            <ac:spMk id="14676" creationId="{1199D80B-9F48-172E-15CF-84C57FCE5D11}"/>
          </ac:spMkLst>
        </pc:spChg>
        <pc:spChg chg="add mod">
          <ac:chgData name="" userId="" providerId="" clId="Web-{D504B99D-9ED2-4ABB-BEEA-EE7F5E39E1CA}" dt="2026-09-23T20:24:07.446" v="7" actId="34807"/>
          <ac:spMkLst>
            <pc:docMk/>
            <pc:sldMk cId="3332532652" sldId="3376"/>
            <ac:spMk id="14746" creationId="{1C81E067-44B6-25EC-85D4-D30EE62E6F8E}"/>
          </ac:spMkLst>
        </pc:spChg>
        <pc:picChg chg="add mod">
          <ac:chgData name="" userId="" providerId="" clId="Web-{D504B99D-9ED2-4ABB-BEEA-EE7F5E39E1CA}" dt="2026-09-23T20:24:09.399" v="8" actId="34807"/>
          <ac:picMkLst>
            <pc:docMk/>
            <pc:sldMk cId="3332532652" sldId="3376"/>
            <ac:picMk id="20016" creationId="{42E24C8C-A726-FFBD-B059-C5CC84B267BF}"/>
          </ac:picMkLst>
        </pc:picChg>
      </pc:sldChg>
      <pc:sldChg chg="addSp modSp add mod setBg modNotesTx">
        <pc:chgData name="" userId="" providerId="" clId="Web-{D504B99D-9ED2-4ABB-BEEA-EE7F5E39E1CA}" dt="2026-09-23T20:24:11.430" v="9" actId="34807"/>
        <pc:sldMkLst>
          <pc:docMk/>
          <pc:sldMk cId="1994629436" sldId="3592"/>
        </pc:sldMkLst>
        <pc:spChg chg="add mod">
          <ac:chgData name="" userId="" providerId="" clId="Web-{D504B99D-9ED2-4ABB-BEEA-EE7F5E39E1CA}" dt="2026-09-23T20:24:07.446" v="7" actId="34807"/>
          <ac:spMkLst>
            <pc:docMk/>
            <pc:sldMk cId="1994629436" sldId="3592"/>
            <ac:spMk id="14817" creationId="{F0822347-7261-A30D-9520-5A61CC1FE958}"/>
          </ac:spMkLst>
        </pc:spChg>
        <pc:spChg chg="add mod">
          <ac:chgData name="" userId="" providerId="" clId="Web-{D504B99D-9ED2-4ABB-BEEA-EE7F5E39E1CA}" dt="2026-09-23T20:24:07.446" v="7" actId="34807"/>
          <ac:spMkLst>
            <pc:docMk/>
            <pc:sldMk cId="1994629436" sldId="3592"/>
            <ac:spMk id="14889" creationId="{F12A3937-5F8C-6365-A46C-45D176236F96}"/>
          </ac:spMkLst>
        </pc:spChg>
        <pc:spChg chg="add mod">
          <ac:chgData name="" userId="" providerId="" clId="Web-{D504B99D-9ED2-4ABB-BEEA-EE7F5E39E1CA}" dt="2026-09-23T20:24:07.446" v="7" actId="34807"/>
          <ac:spMkLst>
            <pc:docMk/>
            <pc:sldMk cId="1994629436" sldId="3592"/>
            <ac:spMk id="14962" creationId="{A6CA56FF-79C7-AB2D-EFF9-5B0AE50E61F9}"/>
          </ac:spMkLst>
        </pc:spChg>
        <pc:spChg chg="add mod">
          <ac:chgData name="" userId="" providerId="" clId="Web-{D504B99D-9ED2-4ABB-BEEA-EE7F5E39E1CA}" dt="2026-09-23T20:24:07.446" v="7" actId="34807"/>
          <ac:spMkLst>
            <pc:docMk/>
            <pc:sldMk cId="1994629436" sldId="3592"/>
            <ac:spMk id="15036" creationId="{1E6A0500-11ED-FC20-1DD6-87F1A954FCD9}"/>
          </ac:spMkLst>
        </pc:spChg>
        <pc:spChg chg="add mod">
          <ac:chgData name="" userId="" providerId="" clId="Web-{D504B99D-9ED2-4ABB-BEEA-EE7F5E39E1CA}" dt="2026-09-23T20:24:07.446" v="7" actId="34807"/>
          <ac:spMkLst>
            <pc:docMk/>
            <pc:sldMk cId="1994629436" sldId="3592"/>
            <ac:spMk id="15111" creationId="{D25E7ACF-EC7F-01B9-A9BB-A7E46A4A05EA}"/>
          </ac:spMkLst>
        </pc:spChg>
        <pc:spChg chg="add mod">
          <ac:chgData name="" userId="" providerId="" clId="Web-{D504B99D-9ED2-4ABB-BEEA-EE7F5E39E1CA}" dt="2026-09-23T20:24:07.446" v="7" actId="34807"/>
          <ac:spMkLst>
            <pc:docMk/>
            <pc:sldMk cId="1994629436" sldId="3592"/>
            <ac:spMk id="15187" creationId="{109E535A-8F79-7A4A-0A80-D023C4BC5167}"/>
          </ac:spMkLst>
        </pc:spChg>
        <pc:spChg chg="add mod">
          <ac:chgData name="" userId="" providerId="" clId="Web-{D504B99D-9ED2-4ABB-BEEA-EE7F5E39E1CA}" dt="2026-09-23T20:24:07.446" v="7" actId="34807"/>
          <ac:spMkLst>
            <pc:docMk/>
            <pc:sldMk cId="1994629436" sldId="3592"/>
            <ac:spMk id="15264" creationId="{19636EAE-A1CC-4047-C0BE-C606AB882548}"/>
          </ac:spMkLst>
        </pc:spChg>
        <pc:spChg chg="add mod">
          <ac:chgData name="" userId="" providerId="" clId="Web-{D504B99D-9ED2-4ABB-BEEA-EE7F5E39E1CA}" dt="2026-09-23T20:24:07.446" v="7" actId="34807"/>
          <ac:spMkLst>
            <pc:docMk/>
            <pc:sldMk cId="1994629436" sldId="3592"/>
            <ac:spMk id="15342" creationId="{75E8BA3A-C6CC-B8BA-8DB2-7A7946CDF0C6}"/>
          </ac:spMkLst>
        </pc:spChg>
        <pc:spChg chg="add mod">
          <ac:chgData name="" userId="" providerId="" clId="Web-{D504B99D-9ED2-4ABB-BEEA-EE7F5E39E1CA}" dt="2026-09-23T20:24:07.446" v="7" actId="34807"/>
          <ac:spMkLst>
            <pc:docMk/>
            <pc:sldMk cId="1994629436" sldId="3592"/>
            <ac:spMk id="15421" creationId="{66773319-3051-0DCE-A047-2A33897B002B}"/>
          </ac:spMkLst>
        </pc:spChg>
        <pc:picChg chg="add mod">
          <ac:chgData name="" userId="" providerId="" clId="Web-{D504B99D-9ED2-4ABB-BEEA-EE7F5E39E1CA}" dt="2026-09-23T20:24:09.399" v="8" actId="34807"/>
          <ac:picMkLst>
            <pc:docMk/>
            <pc:sldMk cId="1994629436" sldId="3592"/>
            <ac:picMk id="20017" creationId="{E3DCE929-7AE9-02C8-14C6-E7C425684801}"/>
          </ac:picMkLst>
        </pc:picChg>
      </pc:sldChg>
      <pc:sldChg chg="addSp modSp add mod setBg modNotesTx">
        <pc:chgData name="" userId="" providerId="" clId="Web-{D504B99D-9ED2-4ABB-BEEA-EE7F5E39E1CA}" dt="2026-09-23T20:24:11.430" v="9" actId="34807"/>
        <pc:sldMkLst>
          <pc:docMk/>
          <pc:sldMk cId="3485438308" sldId="3809"/>
        </pc:sldMkLst>
        <pc:spChg chg="add mod">
          <ac:chgData name="" userId="" providerId="" clId="Web-{D504B99D-9ED2-4ABB-BEEA-EE7F5E39E1CA}" dt="2026-09-23T20:24:07.446" v="7" actId="34807"/>
          <ac:spMkLst>
            <pc:docMk/>
            <pc:sldMk cId="3485438308" sldId="3809"/>
            <ac:spMk id="15664" creationId="{96C0CE06-0790-395F-F19E-0C080129F3EC}"/>
          </ac:spMkLst>
        </pc:spChg>
        <pc:spChg chg="add mod">
          <ac:chgData name="" userId="" providerId="" clId="Web-{D504B99D-9ED2-4ABB-BEEA-EE7F5E39E1CA}" dt="2026-09-23T20:24:07.446" v="7" actId="34807"/>
          <ac:spMkLst>
            <pc:docMk/>
            <pc:sldMk cId="3485438308" sldId="3809"/>
            <ac:spMk id="15747" creationId="{9969B7CB-5F9D-41B5-D128-F648688FB82B}"/>
          </ac:spMkLst>
        </pc:spChg>
        <pc:spChg chg="add mod">
          <ac:chgData name="" userId="" providerId="" clId="Web-{D504B99D-9ED2-4ABB-BEEA-EE7F5E39E1CA}" dt="2026-09-23T20:24:07.446" v="7" actId="34807"/>
          <ac:spMkLst>
            <pc:docMk/>
            <pc:sldMk cId="3485438308" sldId="3809"/>
            <ac:spMk id="15831" creationId="{045D6302-76E7-7126-2610-874121D7BA45}"/>
          </ac:spMkLst>
        </pc:spChg>
        <pc:spChg chg="add mod">
          <ac:chgData name="" userId="" providerId="" clId="Web-{D504B99D-9ED2-4ABB-BEEA-EE7F5E39E1CA}" dt="2026-09-23T20:24:07.446" v="7" actId="34807"/>
          <ac:spMkLst>
            <pc:docMk/>
            <pc:sldMk cId="3485438308" sldId="3809"/>
            <ac:spMk id="15916" creationId="{7AB70E4C-67C4-F52D-B2A3-089D3269FB35}"/>
          </ac:spMkLst>
        </pc:spChg>
        <pc:spChg chg="add mod">
          <ac:chgData name="" userId="" providerId="" clId="Web-{D504B99D-9ED2-4ABB-BEEA-EE7F5E39E1CA}" dt="2026-09-23T20:24:07.446" v="7" actId="34807"/>
          <ac:spMkLst>
            <pc:docMk/>
            <pc:sldMk cId="3485438308" sldId="3809"/>
            <ac:spMk id="16089" creationId="{E8DE6A0D-AFE7-6478-1E5B-A7C0CE2775CC}"/>
          </ac:spMkLst>
        </pc:spChg>
        <pc:spChg chg="add mod">
          <ac:chgData name="" userId="" providerId="" clId="Web-{D504B99D-9ED2-4ABB-BEEA-EE7F5E39E1CA}" dt="2026-09-23T20:24:07.446" v="7" actId="34807"/>
          <ac:spMkLst>
            <pc:docMk/>
            <pc:sldMk cId="3485438308" sldId="3809"/>
            <ac:spMk id="16266" creationId="{98485AAA-F0E9-3057-911E-805C29097773}"/>
          </ac:spMkLst>
        </pc:spChg>
        <pc:spChg chg="add mod">
          <ac:chgData name="" userId="" providerId="" clId="Web-{D504B99D-9ED2-4ABB-BEEA-EE7F5E39E1CA}" dt="2026-09-23T20:24:07.446" v="7" actId="34807"/>
          <ac:spMkLst>
            <pc:docMk/>
            <pc:sldMk cId="3485438308" sldId="3809"/>
            <ac:spMk id="16539" creationId="{CB0812F7-9435-A40B-E917-CDFFBDE093BC}"/>
          </ac:spMkLst>
        </pc:spChg>
        <pc:spChg chg="add mod">
          <ac:chgData name="" userId="" providerId="" clId="Web-{D504B99D-9ED2-4ABB-BEEA-EE7F5E39E1CA}" dt="2026-09-23T20:24:07.446" v="7" actId="34807"/>
          <ac:spMkLst>
            <pc:docMk/>
            <pc:sldMk cId="3485438308" sldId="3809"/>
            <ac:spMk id="16632" creationId="{AB82040E-03F2-F8E4-9B75-22646198F3F8}"/>
          </ac:spMkLst>
        </pc:spChg>
        <pc:spChg chg="add mod">
          <ac:chgData name="" userId="" providerId="" clId="Web-{D504B99D-9ED2-4ABB-BEEA-EE7F5E39E1CA}" dt="2026-09-23T20:24:07.446" v="7" actId="34807"/>
          <ac:spMkLst>
            <pc:docMk/>
            <pc:sldMk cId="3485438308" sldId="3809"/>
            <ac:spMk id="16821" creationId="{DB0D0BAE-62A8-F82B-7753-48ED56AF43F9}"/>
          </ac:spMkLst>
        </pc:spChg>
        <pc:spChg chg="add mod">
          <ac:chgData name="" userId="" providerId="" clId="Web-{D504B99D-9ED2-4ABB-BEEA-EE7F5E39E1CA}" dt="2026-09-23T20:24:07.446" v="7" actId="34807"/>
          <ac:spMkLst>
            <pc:docMk/>
            <pc:sldMk cId="3485438308" sldId="3809"/>
            <ac:spMk id="16917" creationId="{E417D4C0-AC4D-AA2A-47D2-E4D235297D58}"/>
          </ac:spMkLst>
        </pc:spChg>
        <pc:picChg chg="add mod">
          <ac:chgData name="" userId="" providerId="" clId="Web-{D504B99D-9ED2-4ABB-BEEA-EE7F5E39E1CA}" dt="2026-09-23T20:24:09.399" v="8" actId="34807"/>
          <ac:picMkLst>
            <pc:docMk/>
            <pc:sldMk cId="3485438308" sldId="3809"/>
            <ac:picMk id="20018" creationId="{A52AAAB4-8EA6-191F-8EAC-1B6C5FCA1FA0}"/>
          </ac:picMkLst>
        </pc:picChg>
      </pc:sldChg>
      <pc:sldChg chg="addSp modSp add mod setBg modNotesTx">
        <pc:chgData name="" userId="" providerId="" clId="Web-{D504B99D-9ED2-4ABB-BEEA-EE7F5E39E1CA}" dt="2026-09-23T20:24:11.430" v="9" actId="34807"/>
        <pc:sldMkLst>
          <pc:docMk/>
          <pc:sldMk cId="3203569189" sldId="4027"/>
        </pc:sldMkLst>
        <pc:spChg chg="add mod">
          <ac:chgData name="" userId="" providerId="" clId="Web-{D504B99D-9ED2-4ABB-BEEA-EE7F5E39E1CA}" dt="2026-09-23T20:24:07.446" v="7" actId="34807"/>
          <ac:spMkLst>
            <pc:docMk/>
            <pc:sldMk cId="3203569189" sldId="4027"/>
            <ac:spMk id="17112" creationId="{E930D10B-7B29-CC9E-7A03-C43F4B06B7DB}"/>
          </ac:spMkLst>
        </pc:spChg>
        <pc:spChg chg="add mod">
          <ac:chgData name="" userId="" providerId="" clId="Web-{D504B99D-9ED2-4ABB-BEEA-EE7F5E39E1CA}" dt="2026-09-23T20:24:07.446" v="7" actId="34807"/>
          <ac:spMkLst>
            <pc:docMk/>
            <pc:sldMk cId="3203569189" sldId="4027"/>
            <ac:spMk id="17211" creationId="{2C95A424-F16E-3BA5-F2E9-8D56C33FCD20}"/>
          </ac:spMkLst>
        </pc:spChg>
        <pc:spChg chg="add mod">
          <ac:chgData name="" userId="" providerId="" clId="Web-{D504B99D-9ED2-4ABB-BEEA-EE7F5E39E1CA}" dt="2026-09-23T20:24:07.446" v="7" actId="34807"/>
          <ac:spMkLst>
            <pc:docMk/>
            <pc:sldMk cId="3203569189" sldId="4027"/>
            <ac:spMk id="17412" creationId="{A141524E-48AF-7199-2FBB-D9AEE7873A6E}"/>
          </ac:spMkLst>
        </pc:spChg>
        <pc:spChg chg="add mod">
          <ac:chgData name="" userId="" providerId="" clId="Web-{D504B99D-9ED2-4ABB-BEEA-EE7F5E39E1CA}" dt="2026-09-23T20:24:07.446" v="7" actId="34807"/>
          <ac:spMkLst>
            <pc:docMk/>
            <pc:sldMk cId="3203569189" sldId="4027"/>
            <ac:spMk id="17514" creationId="{E1604B04-0116-5D30-D203-C837261DB9B8}"/>
          </ac:spMkLst>
        </pc:spChg>
        <pc:spChg chg="add mod">
          <ac:chgData name="" userId="" providerId="" clId="Web-{D504B99D-9ED2-4ABB-BEEA-EE7F5E39E1CA}" dt="2026-09-23T20:24:07.446" v="7" actId="34807"/>
          <ac:spMkLst>
            <pc:docMk/>
            <pc:sldMk cId="3203569189" sldId="4027"/>
            <ac:spMk id="17617" creationId="{8E4E46C0-29E2-1387-DE2A-1652BC7B7788}"/>
          </ac:spMkLst>
        </pc:spChg>
        <pc:spChg chg="add mod">
          <ac:chgData name="" userId="" providerId="" clId="Web-{D504B99D-9ED2-4ABB-BEEA-EE7F5E39E1CA}" dt="2026-09-23T20:24:07.446" v="7" actId="34807"/>
          <ac:spMkLst>
            <pc:docMk/>
            <pc:sldMk cId="3203569189" sldId="4027"/>
            <ac:spMk id="17721" creationId="{5D16450D-6545-34DD-4AD6-D5297A00C020}"/>
          </ac:spMkLst>
        </pc:spChg>
        <pc:spChg chg="add mod">
          <ac:chgData name="" userId="" providerId="" clId="Web-{D504B99D-9ED2-4ABB-BEEA-EE7F5E39E1CA}" dt="2026-09-23T20:24:07.446" v="7" actId="34807"/>
          <ac:spMkLst>
            <pc:docMk/>
            <pc:sldMk cId="3203569189" sldId="4027"/>
            <ac:spMk id="17826" creationId="{68B821E7-7CFE-2531-A52B-4C42B0CD2825}"/>
          </ac:spMkLst>
        </pc:spChg>
        <pc:spChg chg="add mod">
          <ac:chgData name="" userId="" providerId="" clId="Web-{D504B99D-9ED2-4ABB-BEEA-EE7F5E39E1CA}" dt="2026-09-23T20:24:07.446" v="7" actId="34807"/>
          <ac:spMkLst>
            <pc:docMk/>
            <pc:sldMk cId="3203569189" sldId="4027"/>
            <ac:spMk id="17932" creationId="{3A7BD90F-B639-D899-31DD-58E01AA7B3DE}"/>
          </ac:spMkLst>
        </pc:spChg>
        <pc:spChg chg="add mod">
          <ac:chgData name="" userId="" providerId="" clId="Web-{D504B99D-9ED2-4ABB-BEEA-EE7F5E39E1CA}" dt="2026-09-23T20:24:07.446" v="7" actId="34807"/>
          <ac:spMkLst>
            <pc:docMk/>
            <pc:sldMk cId="3203569189" sldId="4027"/>
            <ac:spMk id="18256" creationId="{B0890545-0425-2000-6181-C959EF1BE58E}"/>
          </ac:spMkLst>
        </pc:spChg>
        <pc:spChg chg="add mod">
          <ac:chgData name="" userId="" providerId="" clId="Web-{D504B99D-9ED2-4ABB-BEEA-EE7F5E39E1CA}" dt="2026-09-23T20:24:07.446" v="7" actId="34807"/>
          <ac:spMkLst>
            <pc:docMk/>
            <pc:sldMk cId="3203569189" sldId="4027"/>
            <ac:spMk id="18366" creationId="{DA054AF1-5528-0F21-0B8F-A1C23D70800E}"/>
          </ac:spMkLst>
        </pc:spChg>
        <pc:picChg chg="add mod">
          <ac:chgData name="" userId="" providerId="" clId="Web-{D504B99D-9ED2-4ABB-BEEA-EE7F5E39E1CA}" dt="2026-09-23T20:24:09.399" v="8" actId="34807"/>
          <ac:picMkLst>
            <pc:docMk/>
            <pc:sldMk cId="3203569189" sldId="4027"/>
            <ac:picMk id="20019" creationId="{338FB552-8858-1C6B-9370-737069C81792}"/>
          </ac:picMkLst>
        </pc:picChg>
      </pc:sldChg>
      <pc:sldChg chg="addSp modSp add mod setBg modNotesTx">
        <pc:chgData name="" userId="" providerId="" clId="Web-{D504B99D-9ED2-4ABB-BEEA-EE7F5E39E1CA}" dt="2026-09-23T20:24:13.555" v="10" actId="34807"/>
        <pc:sldMkLst>
          <pc:docMk/>
          <pc:sldMk cId="2189822678" sldId="4246"/>
        </pc:sldMkLst>
        <pc:spChg chg="add mod">
          <ac:chgData name="" userId="" providerId="" clId="Web-{D504B99D-9ED2-4ABB-BEEA-EE7F5E39E1CA}" dt="2026-09-23T20:24:07.446" v="7" actId="34807"/>
          <ac:spMkLst>
            <pc:docMk/>
            <pc:sldMk cId="2189822678" sldId="4246"/>
            <ac:spMk id="18702" creationId="{102DFA81-CB7B-65E6-64D3-23AF7B1713E5}"/>
          </ac:spMkLst>
        </pc:spChg>
        <pc:spChg chg="add mod">
          <ac:chgData name="" userId="" providerId="" clId="Web-{D504B99D-9ED2-4ABB-BEEA-EE7F5E39E1CA}" dt="2026-09-23T20:24:07.446" v="7" actId="34807"/>
          <ac:spMkLst>
            <pc:docMk/>
            <pc:sldMk cId="2189822678" sldId="4246"/>
            <ac:spMk id="18931" creationId="{A79FE149-FB12-7E8D-2FD5-71D24CDF6359}"/>
          </ac:spMkLst>
        </pc:spChg>
        <pc:spChg chg="add mod">
          <ac:chgData name="" userId="" providerId="" clId="Web-{D504B99D-9ED2-4ABB-BEEA-EE7F5E39E1CA}" dt="2026-09-23T20:24:13.555" v="10" actId="34807"/>
          <ac:spMkLst>
            <pc:docMk/>
            <pc:sldMk cId="2189822678" sldId="4246"/>
            <ac:spMk id="19047" creationId="{56225EA7-B6BD-0536-4F55-3C311F7F8AB5}"/>
          </ac:spMkLst>
        </pc:spChg>
        <pc:spChg chg="add mod">
          <ac:chgData name="" userId="" providerId="" clId="Web-{D504B99D-9ED2-4ABB-BEEA-EE7F5E39E1CA}" dt="2026-09-23T20:24:13.555" v="10" actId="34807"/>
          <ac:spMkLst>
            <pc:docMk/>
            <pc:sldMk cId="2189822678" sldId="4246"/>
            <ac:spMk id="19164" creationId="{A6A45864-8E1A-2F3B-5FBD-5901CF672B74}"/>
          </ac:spMkLst>
        </pc:spChg>
        <pc:spChg chg="add mod">
          <ac:chgData name="" userId="" providerId="" clId="Web-{D504B99D-9ED2-4ABB-BEEA-EE7F5E39E1CA}" dt="2026-09-23T20:24:13.555" v="10" actId="34807"/>
          <ac:spMkLst>
            <pc:docMk/>
            <pc:sldMk cId="2189822678" sldId="4246"/>
            <ac:spMk id="19282" creationId="{4CA98B7E-B93B-1A0B-FDFA-64F6BAF86E59}"/>
          </ac:spMkLst>
        </pc:spChg>
        <pc:spChg chg="mod">
          <ac:chgData name="" userId="" providerId="" clId="Web-{D504B99D-9ED2-4ABB-BEEA-EE7F5E39E1CA}" dt="2026-09-23T20:24:13.555" v="10" actId="34807"/>
          <ac:spMkLst>
            <pc:docMk/>
            <pc:sldMk cId="2189822678" sldId="4246"/>
            <ac:spMk id="19401" creationId="{DB30EAF7-D0D4-0A83-76F7-66813623516B}"/>
          </ac:spMkLst>
        </pc:spChg>
        <pc:spChg chg="add mod">
          <ac:chgData name="" userId="" providerId="" clId="Web-{D504B99D-9ED2-4ABB-BEEA-EE7F5E39E1CA}" dt="2026-09-23T20:24:13.555" v="10" actId="34807"/>
          <ac:spMkLst>
            <pc:docMk/>
            <pc:sldMk cId="2189822678" sldId="4246"/>
            <ac:spMk id="19521" creationId="{B92D9068-60D8-6EB7-ED8E-54DFD4A738DE}"/>
          </ac:spMkLst>
        </pc:spChg>
        <pc:spChg chg="add mod">
          <ac:chgData name="" userId="" providerId="" clId="Web-{D504B99D-9ED2-4ABB-BEEA-EE7F5E39E1CA}" dt="2026-09-23T20:24:13.555" v="10" actId="34807"/>
          <ac:spMkLst>
            <pc:docMk/>
            <pc:sldMk cId="2189822678" sldId="4246"/>
            <ac:spMk id="19642" creationId="{46135196-94C5-6C29-4FBC-5D88343DAA9B}"/>
          </ac:spMkLst>
        </pc:spChg>
        <pc:spChg chg="add mod">
          <ac:chgData name="" userId="" providerId="" clId="Web-{D504B99D-9ED2-4ABB-BEEA-EE7F5E39E1CA}" dt="2026-09-23T20:24:13.555" v="10" actId="34807"/>
          <ac:spMkLst>
            <pc:docMk/>
            <pc:sldMk cId="2189822678" sldId="4246"/>
            <ac:spMk id="19764" creationId="{E3328276-937B-348B-E0AB-58BDC30B2408}"/>
          </ac:spMkLst>
        </pc:spChg>
        <pc:spChg chg="add mod">
          <ac:chgData name="" userId="" providerId="" clId="Web-{D504B99D-9ED2-4ABB-BEEA-EE7F5E39E1CA}" dt="2026-09-23T20:24:13.555" v="10" actId="34807"/>
          <ac:spMkLst>
            <pc:docMk/>
            <pc:sldMk cId="2189822678" sldId="4246"/>
            <ac:spMk id="19887" creationId="{B087DF7D-00D1-07A9-700A-7615C72145A0}"/>
          </ac:spMkLst>
        </pc:spChg>
        <pc:spChg chg="add mod">
          <ac:chgData name="" userId="" providerId="" clId="Web-{D504B99D-9ED2-4ABB-BEEA-EE7F5E39E1CA}" dt="2026-09-23T20:24:07.446" v="7" actId="34807"/>
          <ac:spMkLst>
            <pc:docMk/>
            <pc:sldMk cId="2189822678" sldId="4246"/>
            <ac:spMk id="20011" creationId="{BA7279A3-413E-FC2C-FA83-B19C4BB8D21B}"/>
          </ac:spMkLst>
        </pc:spChg>
        <pc:picChg chg="add mod">
          <ac:chgData name="" userId="" providerId="" clId="Web-{D504B99D-9ED2-4ABB-BEEA-EE7F5E39E1CA}" dt="2026-09-23T20:24:09.399" v="8" actId="34807"/>
          <ac:picMkLst>
            <pc:docMk/>
            <pc:sldMk cId="2189822678" sldId="4246"/>
            <ac:picMk id="20020" creationId="{8A73ED62-576B-BF71-2D9A-EC8247EEF79B}"/>
          </ac:picMkLst>
        </pc:picChg>
      </pc:sldChg>
    </pc:docChg>
  </pc:docChgLst>
  <pc:docChgLst>
    <pc:chgData clId="Web-{7BF588C4-DC80-4149-8B6C-672DEEF221B5}"/>
    <pc:docChg chg="modSld">
      <pc:chgData name="" userId="" providerId="" clId="Web-{7BF588C4-DC80-4149-8B6C-672DEEF221B5}" dt="2026-09-23T20:37:41.490" v="0" actId="34807"/>
      <pc:docMkLst>
        <pc:docMk/>
      </pc:docMkLst>
      <pc:sldChg chg="modNotesTx">
        <pc:chgData name="" userId="" providerId="" clId="Web-{7BF588C4-DC80-4149-8B6C-672DEEF221B5}" dt="2026-09-23T20:37:41.490" v="0" actId="34807"/>
        <pc:sldMkLst>
          <pc:docMk/>
          <pc:sldMk cId="0" sldId="256"/>
        </pc:sldMkLst>
      </pc:sldChg>
      <pc:sldChg chg="modSp modNotesTx">
        <pc:chgData name="" userId="" providerId="" clId="Web-{7BF588C4-DC80-4149-8B6C-672DEEF221B5}" dt="2026-09-23T20:37:41.490" v="0" actId="34807"/>
        <pc:sldMkLst>
          <pc:docMk/>
          <pc:sldMk cId="2703691433" sldId="457"/>
        </pc:sldMkLst>
        <pc:spChg chg="mod">
          <ac:chgData name="" userId="" providerId="" clId="Web-{7BF588C4-DC80-4149-8B6C-672DEEF221B5}" dt="2026-09-23T20:37:41.490" v="0" actId="34807"/>
          <ac:spMkLst>
            <pc:docMk/>
            <pc:sldMk cId="2703691433" sldId="457"/>
            <ac:spMk id="125" creationId="{BC9D6229-B5B9-2049-FF0F-40FA7DAA4775}"/>
          </ac:spMkLst>
        </pc:spChg>
        <pc:spChg chg="mod">
          <ac:chgData name="" userId="" providerId="" clId="Web-{7BF588C4-DC80-4149-8B6C-672DEEF221B5}" dt="2026-09-23T20:37:41.490" v="0" actId="34807"/>
          <ac:spMkLst>
            <pc:docMk/>
            <pc:sldMk cId="2703691433" sldId="457"/>
            <ac:spMk id="158" creationId="{5574331C-2F7C-DA06-E4D7-AC4CBDD61921}"/>
          </ac:spMkLst>
        </pc:spChg>
        <pc:spChg chg="mod">
          <ac:chgData name="" userId="" providerId="" clId="Web-{7BF588C4-DC80-4149-8B6C-672DEEF221B5}" dt="2026-09-23T20:37:41.490" v="0" actId="34807"/>
          <ac:spMkLst>
            <pc:docMk/>
            <pc:sldMk cId="2703691433" sldId="457"/>
            <ac:spMk id="215" creationId="{CA14DE92-8706-8177-08CC-8B5B7AA47214}"/>
          </ac:spMkLst>
        </pc:spChg>
        <pc:spChg chg="mod">
          <ac:chgData name="" userId="" providerId="" clId="Web-{7BF588C4-DC80-4149-8B6C-672DEEF221B5}" dt="2026-09-23T20:37:41.490" v="0" actId="34807"/>
          <ac:spMkLst>
            <pc:docMk/>
            <pc:sldMk cId="2703691433" sldId="457"/>
            <ac:spMk id="281" creationId="{CA6F3499-B4DC-6EFF-49EA-9362E271632B}"/>
          </ac:spMkLst>
        </pc:spChg>
      </pc:sldChg>
      <pc:sldChg chg="modSp modNotesTx">
        <pc:chgData name="" userId="" providerId="" clId="Web-{7BF588C4-DC80-4149-8B6C-672DEEF221B5}" dt="2026-09-23T20:37:41.490" v="0" actId="34807"/>
        <pc:sldMkLst>
          <pc:docMk/>
          <pc:sldMk cId="662948802" sldId="659"/>
        </pc:sldMkLst>
        <pc:spChg chg="mod">
          <ac:chgData name="" userId="" providerId="" clId="Web-{7BF588C4-DC80-4149-8B6C-672DEEF221B5}" dt="2026-09-23T20:37:41.490" v="0" actId="34807"/>
          <ac:spMkLst>
            <pc:docMk/>
            <pc:sldMk cId="662948802" sldId="659"/>
            <ac:spMk id="440" creationId="{711F3242-0733-7B26-9A9A-B50FFD6F5E63}"/>
          </ac:spMkLst>
        </pc:spChg>
        <pc:spChg chg="mod">
          <ac:chgData name="" userId="" providerId="" clId="Web-{7BF588C4-DC80-4149-8B6C-672DEEF221B5}" dt="2026-09-23T20:37:41.490" v="0" actId="34807"/>
          <ac:spMkLst>
            <pc:docMk/>
            <pc:sldMk cId="662948802" sldId="659"/>
            <ac:spMk id="501" creationId="{9E9297E1-E255-FA6E-E148-D52874BE3D49}"/>
          </ac:spMkLst>
        </pc:spChg>
        <pc:spChg chg="mod">
          <ac:chgData name="" userId="" providerId="" clId="Web-{7BF588C4-DC80-4149-8B6C-672DEEF221B5}" dt="2026-09-23T20:37:41.490" v="0" actId="34807"/>
          <ac:spMkLst>
            <pc:docMk/>
            <pc:sldMk cId="662948802" sldId="659"/>
            <ac:spMk id="635" creationId="{8B3F5C63-8832-22D6-386D-99F2825EFEDF}"/>
          </ac:spMkLst>
        </pc:spChg>
        <pc:spChg chg="mod">
          <ac:chgData name="" userId="" providerId="" clId="Web-{7BF588C4-DC80-4149-8B6C-672DEEF221B5}" dt="2026-09-23T20:37:41.490" v="0" actId="34807"/>
          <ac:spMkLst>
            <pc:docMk/>
            <pc:sldMk cId="662948802" sldId="659"/>
            <ac:spMk id="746" creationId="{839BC433-667D-D087-D5FD-2E27B31657D0}"/>
          </ac:spMkLst>
        </pc:spChg>
        <pc:spChg chg="mod">
          <ac:chgData name="" userId="" providerId="" clId="Web-{7BF588C4-DC80-4149-8B6C-672DEEF221B5}" dt="2026-09-23T20:37:41.490" v="0" actId="34807"/>
          <ac:spMkLst>
            <pc:docMk/>
            <pc:sldMk cId="662948802" sldId="659"/>
            <ac:spMk id="785" creationId="{2BC086C5-D505-5AE3-B910-1CD6CB1DB42C}"/>
          </ac:spMkLst>
        </pc:spChg>
        <pc:spChg chg="mod">
          <ac:chgData name="" userId="" providerId="" clId="Web-{7BF588C4-DC80-4149-8B6C-672DEEF221B5}" dt="2026-09-23T20:37:41.490" v="0" actId="34807"/>
          <ac:spMkLst>
            <pc:docMk/>
            <pc:sldMk cId="662948802" sldId="659"/>
            <ac:spMk id="908" creationId="{FF59682C-B04D-7D41-B792-BE0E7C2CC5AD}"/>
          </ac:spMkLst>
        </pc:spChg>
      </pc:sldChg>
      <pc:sldChg chg="modSp modNotesTx">
        <pc:chgData name="" userId="" providerId="" clId="Web-{7BF588C4-DC80-4149-8B6C-672DEEF221B5}" dt="2026-09-23T20:37:41.490" v="0" actId="34807"/>
        <pc:sldMkLst>
          <pc:docMk/>
          <pc:sldMk cId="2032707091" sldId="862"/>
        </pc:sldMkLst>
        <pc:spChg chg="mod">
          <ac:chgData name="" userId="" providerId="" clId="Web-{7BF588C4-DC80-4149-8B6C-672DEEF221B5}" dt="2026-09-23T20:37:41.490" v="0" actId="34807"/>
          <ac:spMkLst>
            <pc:docMk/>
            <pc:sldMk cId="2032707091" sldId="862"/>
            <ac:spMk id="1086" creationId="{3B472F5F-E568-BF54-FF7B-4EE6E3F944D8}"/>
          </ac:spMkLst>
        </pc:spChg>
        <pc:spChg chg="mod">
          <ac:chgData name="" userId="" providerId="" clId="Web-{7BF588C4-DC80-4149-8B6C-672DEEF221B5}" dt="2026-09-23T20:37:41.490" v="0" actId="34807"/>
          <ac:spMkLst>
            <pc:docMk/>
            <pc:sldMk cId="2032707091" sldId="862"/>
            <ac:spMk id="1181" creationId="{65D15262-1307-7D17-6201-769089654D7D}"/>
          </ac:spMkLst>
        </pc:spChg>
        <pc:spChg chg="mod">
          <ac:chgData name="" userId="" providerId="" clId="Web-{7BF588C4-DC80-4149-8B6C-672DEEF221B5}" dt="2026-09-23T20:37:41.490" v="0" actId="34807"/>
          <ac:spMkLst>
            <pc:docMk/>
            <pc:sldMk cId="2032707091" sldId="862"/>
            <ac:spMk id="1331" creationId="{03B3A51A-9FB4-E18D-C2BF-DBA86D15BDB7}"/>
          </ac:spMkLst>
        </pc:spChg>
        <pc:spChg chg="mod">
          <ac:chgData name="" userId="" providerId="" clId="Web-{7BF588C4-DC80-4149-8B6C-672DEEF221B5}" dt="2026-09-23T20:37:41.490" v="0" actId="34807"/>
          <ac:spMkLst>
            <pc:docMk/>
            <pc:sldMk cId="2032707091" sldId="862"/>
            <ac:spMk id="1490" creationId="{E1F3C20C-9897-D585-6832-720C278D19B8}"/>
          </ac:spMkLst>
        </pc:spChg>
      </pc:sldChg>
      <pc:sldChg chg="modSp modNotesTx">
        <pc:chgData name="" userId="" providerId="" clId="Web-{7BF588C4-DC80-4149-8B6C-672DEEF221B5}" dt="2026-09-23T20:37:41.490" v="0" actId="34807"/>
        <pc:sldMkLst>
          <pc:docMk/>
          <pc:sldMk cId="2053265032" sldId="1066"/>
        </pc:sldMkLst>
        <pc:spChg chg="mod">
          <ac:chgData name="" userId="" providerId="" clId="Web-{7BF588C4-DC80-4149-8B6C-672DEEF221B5}" dt="2026-09-23T20:37:41.490" v="0" actId="34807"/>
          <ac:spMkLst>
            <pc:docMk/>
            <pc:sldMk cId="2053265032" sldId="1066"/>
            <ac:spMk id="1835" creationId="{BC47884A-3257-5CDA-549B-DE15674FD233}"/>
          </ac:spMkLst>
        </pc:spChg>
        <pc:spChg chg="mod">
          <ac:chgData name="" userId="" providerId="" clId="Web-{7BF588C4-DC80-4149-8B6C-672DEEF221B5}" dt="2026-09-23T20:37:41.490" v="0" actId="34807"/>
          <ac:spMkLst>
            <pc:docMk/>
            <pc:sldMk cId="2053265032" sldId="1066"/>
            <ac:spMk id="2150" creationId="{23B7267F-323B-7FE4-6047-8E2AA1B69E0F}"/>
          </ac:spMkLst>
        </pc:spChg>
        <pc:spChg chg="mod">
          <ac:chgData name="" userId="" providerId="" clId="Web-{7BF588C4-DC80-4149-8B6C-672DEEF221B5}" dt="2026-09-23T20:37:41.490" v="0" actId="34807"/>
          <ac:spMkLst>
            <pc:docMk/>
            <pc:sldMk cId="2053265032" sldId="1066"/>
            <ac:spMk id="2351" creationId="{6198A740-DFC3-B8AF-D1B2-600E814B48EE}"/>
          </ac:spMkLst>
        </pc:spChg>
      </pc:sldChg>
      <pc:sldChg chg="modSp modNotesTx">
        <pc:chgData name="" userId="" providerId="" clId="Web-{7BF588C4-DC80-4149-8B6C-672DEEF221B5}" dt="2026-09-23T20:37:41.490" v="0" actId="34807"/>
        <pc:sldMkLst>
          <pc:docMk/>
          <pc:sldMk cId="1383920612" sldId="1271"/>
        </pc:sldMkLst>
        <pc:spChg chg="mod">
          <ac:chgData name="" userId="" providerId="" clId="Web-{7BF588C4-DC80-4149-8B6C-672DEEF221B5}" dt="2026-09-23T20:37:41.490" v="0" actId="34807"/>
          <ac:spMkLst>
            <pc:docMk/>
            <pc:sldMk cId="1383920612" sldId="1271"/>
            <ac:spMk id="2780" creationId="{22B5430B-1C93-33CB-B623-A75C8E104754}"/>
          </ac:spMkLst>
        </pc:spChg>
        <pc:spChg chg="mod">
          <ac:chgData name="" userId="" providerId="" clId="Web-{7BF588C4-DC80-4149-8B6C-672DEEF221B5}" dt="2026-09-23T20:37:41.490" v="0" actId="34807"/>
          <ac:spMkLst>
            <pc:docMk/>
            <pc:sldMk cId="1383920612" sldId="1271"/>
            <ac:spMk id="2931" creationId="{FAFBC029-CC2B-804B-972E-88F1D2AE28A9}"/>
          </ac:spMkLst>
        </pc:spChg>
        <pc:spChg chg="mod">
          <ac:chgData name="" userId="" providerId="" clId="Web-{7BF588C4-DC80-4149-8B6C-672DEEF221B5}" dt="2026-09-23T20:37:41.490" v="0" actId="34807"/>
          <ac:spMkLst>
            <pc:docMk/>
            <pc:sldMk cId="1383920612" sldId="1271"/>
            <ac:spMk id="3245" creationId="{34037815-D967-3473-E9FF-E2D208005622}"/>
          </ac:spMkLst>
        </pc:spChg>
        <pc:spChg chg="mod">
          <ac:chgData name="" userId="" providerId="" clId="Web-{7BF588C4-DC80-4149-8B6C-672DEEF221B5}" dt="2026-09-23T20:37:41.490" v="0" actId="34807"/>
          <ac:spMkLst>
            <pc:docMk/>
            <pc:sldMk cId="1383920612" sldId="1271"/>
            <ac:spMk id="3575" creationId="{9EA68615-1946-8641-DEEF-C14F32D96F83}"/>
          </ac:spMkLst>
        </pc:spChg>
        <pc:spChg chg="mod">
          <ac:chgData name="" userId="" providerId="" clId="Web-{7BF588C4-DC80-4149-8B6C-672DEEF221B5}" dt="2026-09-23T20:37:41.490" v="0" actId="34807"/>
          <ac:spMkLst>
            <pc:docMk/>
            <pc:sldMk cId="1383920612" sldId="1271"/>
            <ac:spMk id="3833" creationId="{A7FFC2B6-B0E1-89F9-78C4-C175C93D524F}"/>
          </ac:spMkLst>
        </pc:spChg>
      </pc:sldChg>
      <pc:sldChg chg="modSp modNotesTx">
        <pc:chgData name="" userId="" providerId="" clId="Web-{7BF588C4-DC80-4149-8B6C-672DEEF221B5}" dt="2026-09-23T20:37:41.490" v="0" actId="34807"/>
        <pc:sldMkLst>
          <pc:docMk/>
          <pc:sldMk cId="1393516306" sldId="1477"/>
        </pc:sldMkLst>
        <pc:spChg chg="mod">
          <ac:chgData name="" userId="" providerId="" clId="Web-{7BF588C4-DC80-4149-8B6C-672DEEF221B5}" dt="2026-09-23T20:37:41.490" v="0" actId="34807"/>
          <ac:spMkLst>
            <pc:docMk/>
            <pc:sldMk cId="1393516306" sldId="1477"/>
            <ac:spMk id="4191" creationId="{073CCD73-12F5-5AC2-1C95-D15ED94CE23C}"/>
          </ac:spMkLst>
        </pc:spChg>
        <pc:spChg chg="mod">
          <ac:chgData name="" userId="" providerId="" clId="Web-{7BF588C4-DC80-4149-8B6C-672DEEF221B5}" dt="2026-09-23T20:37:41.490" v="0" actId="34807"/>
          <ac:spMkLst>
            <pc:docMk/>
            <pc:sldMk cId="1393516306" sldId="1477"/>
            <ac:spMk id="4376" creationId="{AECBE8CC-265D-0CF3-2804-30CF56ED136E}"/>
          </ac:spMkLst>
        </pc:spChg>
        <pc:spChg chg="mod">
          <ac:chgData name="" userId="" providerId="" clId="Web-{7BF588C4-DC80-4149-8B6C-672DEEF221B5}" dt="2026-09-23T20:37:41.490" v="0" actId="34807"/>
          <ac:spMkLst>
            <pc:docMk/>
            <pc:sldMk cId="1393516306" sldId="1477"/>
            <ac:spMk id="4661" creationId="{F6DD8C55-85B3-0C81-5AF2-A01CEAB5DF12}"/>
          </ac:spMkLst>
        </pc:spChg>
        <pc:spChg chg="mod">
          <ac:chgData name="" userId="" providerId="" clId="Web-{7BF588C4-DC80-4149-8B6C-672DEEF221B5}" dt="2026-09-23T20:37:41.490" v="0" actId="34807"/>
          <ac:spMkLst>
            <pc:docMk/>
            <pc:sldMk cId="1393516306" sldId="1477"/>
            <ac:spMk id="4955" creationId="{52F09CDF-1E47-3CC5-B2FD-9A77F0E633EC}"/>
          </ac:spMkLst>
        </pc:spChg>
      </pc:sldChg>
      <pc:sldChg chg="modSp modNotesTx">
        <pc:chgData name="" userId="" providerId="" clId="Web-{7BF588C4-DC80-4149-8B6C-672DEEF221B5}" dt="2026-09-23T20:37:41.490" v="0" actId="34807"/>
        <pc:sldMkLst>
          <pc:docMk/>
          <pc:sldMk cId="4260692119" sldId="1684"/>
        </pc:sldMkLst>
        <pc:spChg chg="mod">
          <ac:chgData name="" userId="" providerId="" clId="Web-{7BF588C4-DC80-4149-8B6C-672DEEF221B5}" dt="2026-09-23T20:37:41.490" v="0" actId="34807"/>
          <ac:spMkLst>
            <pc:docMk/>
            <pc:sldMk cId="4260692119" sldId="1684"/>
            <ac:spMk id="5570" creationId="{79529C6E-5665-DE38-3491-0CDA057F18C6}"/>
          </ac:spMkLst>
        </pc:spChg>
        <pc:spChg chg="mod">
          <ac:chgData name="" userId="" providerId="" clId="Web-{7BF588C4-DC80-4149-8B6C-672DEEF221B5}" dt="2026-09-23T20:37:41.490" v="0" actId="34807"/>
          <ac:spMkLst>
            <pc:docMk/>
            <pc:sldMk cId="4260692119" sldId="1684"/>
            <ac:spMk id="6110" creationId="{0EAA502C-A3B3-FF42-EED2-F58DC7C97C48}"/>
          </ac:spMkLst>
        </pc:spChg>
        <pc:spChg chg="mod">
          <ac:chgData name="" userId="" providerId="" clId="Web-{7BF588C4-DC80-4149-8B6C-672DEEF221B5}" dt="2026-09-23T20:37:41.490" v="0" actId="34807"/>
          <ac:spMkLst>
            <pc:docMk/>
            <pc:sldMk cId="4260692119" sldId="1684"/>
            <ac:spMk id="6446" creationId="{B0A1A5F5-13FD-2BCA-3C0A-58F96F1F956F}"/>
          </ac:spMkLst>
        </pc:spChg>
      </pc:sldChg>
      <pc:sldChg chg="modSp modNotesTx">
        <pc:chgData name="" userId="" providerId="" clId="Web-{7BF588C4-DC80-4149-8B6C-672DEEF221B5}" dt="2026-09-23T20:37:41.490" v="0" actId="34807"/>
        <pc:sldMkLst>
          <pc:docMk/>
          <pc:sldMk cId="2100614969" sldId="1892"/>
        </pc:sldMkLst>
        <pc:spChg chg="mod">
          <ac:chgData name="" userId="" providerId="" clId="Web-{7BF588C4-DC80-4149-8B6C-672DEEF221B5}" dt="2026-09-23T20:37:41.490" v="0" actId="34807"/>
          <ac:spMkLst>
            <pc:docMk/>
            <pc:sldMk cId="2100614969" sldId="1892"/>
            <ac:spMk id="7145" creationId="{378A77F6-1777-DBD5-ED2D-E63A752DF859}"/>
          </ac:spMkLst>
        </pc:spChg>
        <pc:spChg chg="mod">
          <ac:chgData name="" userId="" providerId="" clId="Web-{7BF588C4-DC80-4149-8B6C-672DEEF221B5}" dt="2026-09-23T20:37:41.490" v="0" actId="34807"/>
          <ac:spMkLst>
            <pc:docMk/>
            <pc:sldMk cId="2100614969" sldId="1892"/>
            <ac:spMk id="7386" creationId="{C346ACDF-5473-A694-5030-AE7B265754F6}"/>
          </ac:spMkLst>
        </pc:spChg>
        <pc:spChg chg="mod">
          <ac:chgData name="" userId="" providerId="" clId="Web-{7BF588C4-DC80-4149-8B6C-672DEEF221B5}" dt="2026-09-23T20:37:41.490" v="0" actId="34807"/>
          <ac:spMkLst>
            <pc:docMk/>
            <pc:sldMk cId="2100614969" sldId="1892"/>
            <ac:spMk id="7755" creationId="{0D47915F-A7E4-3745-0557-30DC5EB291C7}"/>
          </ac:spMkLst>
        </pc:spChg>
        <pc:spChg chg="mod">
          <ac:chgData name="" userId="" providerId="" clId="Web-{7BF588C4-DC80-4149-8B6C-672DEEF221B5}" dt="2026-09-23T20:37:41.490" v="0" actId="34807"/>
          <ac:spMkLst>
            <pc:docMk/>
            <pc:sldMk cId="2100614969" sldId="1892"/>
            <ac:spMk id="7880" creationId="{481415FC-480B-1ED4-33CC-C793151DCB44}"/>
          </ac:spMkLst>
        </pc:spChg>
        <pc:spChg chg="mod">
          <ac:chgData name="" userId="" providerId="" clId="Web-{7BF588C4-DC80-4149-8B6C-672DEEF221B5}" dt="2026-09-23T20:37:41.490" v="0" actId="34807"/>
          <ac:spMkLst>
            <pc:docMk/>
            <pc:sldMk cId="2100614969" sldId="1892"/>
            <ac:spMk id="8390" creationId="{DA16C8B7-8265-DC7D-2082-AA4C3601539D}"/>
          </ac:spMkLst>
        </pc:spChg>
      </pc:sldChg>
      <pc:sldChg chg="modSp modNotesTx">
        <pc:chgData name="" userId="" providerId="" clId="Web-{7BF588C4-DC80-4149-8B6C-672DEEF221B5}" dt="2026-09-23T20:37:41.490" v="0" actId="34807"/>
        <pc:sldMkLst>
          <pc:docMk/>
          <pc:sldMk cId="1230982632" sldId="2101"/>
        </pc:sldMkLst>
        <pc:spChg chg="mod">
          <ac:chgData name="" userId="" providerId="" clId="Web-{7BF588C4-DC80-4149-8B6C-672DEEF221B5}" dt="2026-09-23T20:37:41.490" v="0" actId="34807"/>
          <ac:spMkLst>
            <pc:docMk/>
            <pc:sldMk cId="1230982632" sldId="2101"/>
            <ac:spMk id="9321" creationId="{0420B3DD-D6BD-C764-33F7-F9A7ABE934E4}"/>
          </ac:spMkLst>
        </pc:spChg>
        <pc:spChg chg="mod">
          <ac:chgData name="" userId="" providerId="" clId="Web-{7BF588C4-DC80-4149-8B6C-672DEEF221B5}" dt="2026-09-23T20:37:41.490" v="0" actId="34807"/>
          <ac:spMkLst>
            <pc:docMk/>
            <pc:sldMk cId="1230982632" sldId="2101"/>
            <ac:spMk id="9596" creationId="{8F9CDE72-4203-A824-A1B8-9BE5E07F255A}"/>
          </ac:spMkLst>
        </pc:spChg>
        <pc:spChg chg="mod">
          <ac:chgData name="" userId="" providerId="" clId="Web-{7BF588C4-DC80-4149-8B6C-672DEEF221B5}" dt="2026-09-23T20:37:41.490" v="0" actId="34807"/>
          <ac:spMkLst>
            <pc:docMk/>
            <pc:sldMk cId="1230982632" sldId="2101"/>
            <ac:spMk id="10016" creationId="{3F777FA0-AB2D-43CE-D81B-0C0E49BA8374}"/>
          </ac:spMkLst>
        </pc:spChg>
        <pc:spChg chg="mod">
          <ac:chgData name="" userId="" providerId="" clId="Web-{7BF588C4-DC80-4149-8B6C-672DEEF221B5}" dt="2026-09-23T20:37:41.490" v="0" actId="34807"/>
          <ac:spMkLst>
            <pc:docMk/>
            <pc:sldMk cId="1230982632" sldId="2101"/>
            <ac:spMk id="10445" creationId="{4050CEA7-567C-5101-E2A8-FBEEE04C0743}"/>
          </ac:spMkLst>
        </pc:spChg>
      </pc:sldChg>
      <pc:sldChg chg="modSp modNotesTx">
        <pc:chgData name="" userId="" providerId="" clId="Web-{7BF588C4-DC80-4149-8B6C-672DEEF221B5}" dt="2026-09-23T20:37:41.490" v="0" actId="34807"/>
        <pc:sldMkLst>
          <pc:docMk/>
          <pc:sldMk cId="3899887483" sldId="2311"/>
        </pc:sldMkLst>
        <pc:spChg chg="mod">
          <ac:chgData name="" userId="" providerId="" clId="Web-{7BF588C4-DC80-4149-8B6C-672DEEF221B5}" dt="2026-09-23T20:37:41.490" v="0" actId="34807"/>
          <ac:spMkLst>
            <pc:docMk/>
            <pc:sldMk cId="3899887483" sldId="2311"/>
            <ac:spMk id="11330" creationId="{A5F2CBCB-4B3D-E09C-FA37-13DDD9E34323}"/>
          </ac:spMkLst>
        </pc:spChg>
      </pc:sldChg>
      <pc:sldChg chg="modSp modNotesTx">
        <pc:chgData name="" userId="" providerId="" clId="Web-{7BF588C4-DC80-4149-8B6C-672DEEF221B5}" dt="2026-09-23T20:37:41.490" v="0" actId="34807"/>
        <pc:sldMkLst>
          <pc:docMk/>
          <pc:sldMk cId="2551412231" sldId="2522"/>
        </pc:sldMkLst>
        <pc:spChg chg="mod">
          <ac:chgData name="" userId="" providerId="" clId="Web-{7BF588C4-DC80-4149-8B6C-672DEEF221B5}" dt="2026-09-23T20:37:41.490" v="0" actId="34807"/>
          <ac:spMkLst>
            <pc:docMk/>
            <pc:sldMk cId="2551412231" sldId="2522"/>
            <ac:spMk id="12271" creationId="{AAFD5384-CD78-6ADD-8E9A-4F245E08C194}"/>
          </ac:spMkLst>
        </pc:spChg>
      </pc:sldChg>
      <pc:sldChg chg="modSp modNotesTx">
        <pc:chgData name="" userId="" providerId="" clId="Web-{7BF588C4-DC80-4149-8B6C-672DEEF221B5}" dt="2026-09-23T20:37:41.490" v="0" actId="34807"/>
        <pc:sldMkLst>
          <pc:docMk/>
          <pc:sldMk cId="334060110" sldId="2734"/>
        </pc:sldMkLst>
        <pc:spChg chg="mod">
          <ac:chgData name="" userId="" providerId="" clId="Web-{7BF588C4-DC80-4149-8B6C-672DEEF221B5}" dt="2026-09-23T20:37:41.490" v="0" actId="34807"/>
          <ac:spMkLst>
            <pc:docMk/>
            <pc:sldMk cId="334060110" sldId="2734"/>
            <ac:spMk id="12432" creationId="{7D487507-7278-AAA3-C274-4F8CE6DE4DFF}"/>
          </ac:spMkLst>
        </pc:spChg>
      </pc:sldChg>
      <pc:sldChg chg="modSp modNotesTx">
        <pc:chgData name="" userId="" providerId="" clId="Web-{7BF588C4-DC80-4149-8B6C-672DEEF221B5}" dt="2026-09-23T20:37:41.490" v="0" actId="34807"/>
        <pc:sldMkLst>
          <pc:docMk/>
          <pc:sldMk cId="2798419652" sldId="2947"/>
        </pc:sldMkLst>
        <pc:spChg chg="mod">
          <ac:chgData name="" userId="" providerId="" clId="Web-{7BF588C4-DC80-4149-8B6C-672DEEF221B5}" dt="2026-09-23T20:37:41.490" v="0" actId="34807"/>
          <ac:spMkLst>
            <pc:docMk/>
            <pc:sldMk cId="2798419652" sldId="2947"/>
            <ac:spMk id="12789" creationId="{A505BD7A-FE45-0040-5570-FFE820784CB7}"/>
          </ac:spMkLst>
        </pc:spChg>
      </pc:sldChg>
      <pc:sldChg chg="modSp modNotesTx">
        <pc:chgData name="" userId="" providerId="" clId="Web-{7BF588C4-DC80-4149-8B6C-672DEEF221B5}" dt="2026-09-23T20:37:41.490" v="0" actId="34807"/>
        <pc:sldMkLst>
          <pc:docMk/>
          <pc:sldMk cId="4005070143" sldId="3161"/>
        </pc:sldMkLst>
        <pc:spChg chg="mod">
          <ac:chgData name="" userId="" providerId="" clId="Web-{7BF588C4-DC80-4149-8B6C-672DEEF221B5}" dt="2026-09-23T20:37:41.490" v="0" actId="34807"/>
          <ac:spMkLst>
            <pc:docMk/>
            <pc:sldMk cId="4005070143" sldId="3161"/>
            <ac:spMk id="13342" creationId="{978ADA52-0875-0771-9DAF-2249750F4F9E}"/>
          </ac:spMkLst>
        </pc:spChg>
      </pc:sldChg>
      <pc:sldChg chg="modSp modNotesTx">
        <pc:chgData name="" userId="" providerId="" clId="Web-{7BF588C4-DC80-4149-8B6C-672DEEF221B5}" dt="2026-09-23T20:37:41.490" v="0" actId="34807"/>
        <pc:sldMkLst>
          <pc:docMk/>
          <pc:sldMk cId="3332532652" sldId="3376"/>
        </pc:sldMkLst>
        <pc:spChg chg="mod">
          <ac:chgData name="" userId="" providerId="" clId="Web-{7BF588C4-DC80-4149-8B6C-672DEEF221B5}" dt="2026-09-23T20:37:41.490" v="0" actId="34807"/>
          <ac:spMkLst>
            <pc:docMk/>
            <pc:sldMk cId="3332532652" sldId="3376"/>
            <ac:spMk id="14091" creationId="{E68400EA-E605-3FBA-7AC8-142CDEDA8D09}"/>
          </ac:spMkLst>
        </pc:spChg>
      </pc:sldChg>
      <pc:sldChg chg="modSp modNotesTx">
        <pc:chgData name="" userId="" providerId="" clId="Web-{7BF588C4-DC80-4149-8B6C-672DEEF221B5}" dt="2026-09-23T20:37:41.490" v="0" actId="34807"/>
        <pc:sldMkLst>
          <pc:docMk/>
          <pc:sldMk cId="1994629436" sldId="3592"/>
        </pc:sldMkLst>
        <pc:spChg chg="mod">
          <ac:chgData name="" userId="" providerId="" clId="Web-{7BF588C4-DC80-4149-8B6C-672DEEF221B5}" dt="2026-09-23T20:37:41.490" v="0" actId="34807"/>
          <ac:spMkLst>
            <pc:docMk/>
            <pc:sldMk cId="1994629436" sldId="3592"/>
            <ac:spMk id="15036" creationId="{1E6A0500-11ED-FC20-1DD6-87F1A954FCD9}"/>
          </ac:spMkLst>
        </pc:spChg>
        <pc:spChg chg="mod">
          <ac:chgData name="" userId="" providerId="" clId="Web-{7BF588C4-DC80-4149-8B6C-672DEEF221B5}" dt="2026-09-23T20:37:41.490" v="0" actId="34807"/>
          <ac:spMkLst>
            <pc:docMk/>
            <pc:sldMk cId="1994629436" sldId="3592"/>
            <ac:spMk id="15187" creationId="{109E535A-8F79-7A4A-0A80-D023C4BC5167}"/>
          </ac:spMkLst>
        </pc:spChg>
        <pc:spChg chg="mod">
          <ac:chgData name="" userId="" providerId="" clId="Web-{7BF588C4-DC80-4149-8B6C-672DEEF221B5}" dt="2026-09-23T20:37:41.490" v="0" actId="34807"/>
          <ac:spMkLst>
            <pc:docMk/>
            <pc:sldMk cId="1994629436" sldId="3592"/>
            <ac:spMk id="15342" creationId="{75E8BA3A-C6CC-B8BA-8DB2-7A7946CDF0C6}"/>
          </ac:spMkLst>
        </pc:spChg>
        <pc:spChg chg="mod">
          <ac:chgData name="" userId="" providerId="" clId="Web-{7BF588C4-DC80-4149-8B6C-672DEEF221B5}" dt="2026-09-23T20:37:41.490" v="0" actId="34807"/>
          <ac:spMkLst>
            <pc:docMk/>
            <pc:sldMk cId="1994629436" sldId="3592"/>
            <ac:spMk id="15421" creationId="{66773319-3051-0DCE-A047-2A33897B002B}"/>
          </ac:spMkLst>
        </pc:spChg>
      </pc:sldChg>
      <pc:sldChg chg="modSp modNotesTx">
        <pc:chgData name="" userId="" providerId="" clId="Web-{7BF588C4-DC80-4149-8B6C-672DEEF221B5}" dt="2026-09-23T20:37:41.490" v="0" actId="34807"/>
        <pc:sldMkLst>
          <pc:docMk/>
          <pc:sldMk cId="3485438308" sldId="3809"/>
        </pc:sldMkLst>
        <pc:spChg chg="mod">
          <ac:chgData name="" userId="" providerId="" clId="Web-{7BF588C4-DC80-4149-8B6C-672DEEF221B5}" dt="2026-09-23T20:37:41.490" v="0" actId="34807"/>
          <ac:spMkLst>
            <pc:docMk/>
            <pc:sldMk cId="3485438308" sldId="3809"/>
            <ac:spMk id="15747" creationId="{9969B7CB-5F9D-41B5-D128-F648688FB82B}"/>
          </ac:spMkLst>
        </pc:spChg>
        <pc:spChg chg="mod">
          <ac:chgData name="" userId="" providerId="" clId="Web-{7BF588C4-DC80-4149-8B6C-672DEEF221B5}" dt="2026-09-23T20:37:41.490" v="0" actId="34807"/>
          <ac:spMkLst>
            <pc:docMk/>
            <pc:sldMk cId="3485438308" sldId="3809"/>
            <ac:spMk id="15916" creationId="{7AB70E4C-67C4-F52D-B2A3-089D3269FB35}"/>
          </ac:spMkLst>
        </pc:spChg>
        <pc:spChg chg="mod">
          <ac:chgData name="" userId="" providerId="" clId="Web-{7BF588C4-DC80-4149-8B6C-672DEEF221B5}" dt="2026-09-23T20:37:41.490" v="0" actId="34807"/>
          <ac:spMkLst>
            <pc:docMk/>
            <pc:sldMk cId="3485438308" sldId="3809"/>
            <ac:spMk id="16177" creationId="{9690D3FA-3058-C56B-47A7-B4884103775F}"/>
          </ac:spMkLst>
        </pc:spChg>
        <pc:spChg chg="mod">
          <ac:chgData name="" userId="" providerId="" clId="Web-{7BF588C4-DC80-4149-8B6C-672DEEF221B5}" dt="2026-09-23T20:37:41.490" v="0" actId="34807"/>
          <ac:spMkLst>
            <pc:docMk/>
            <pc:sldMk cId="3485438308" sldId="3809"/>
            <ac:spMk id="16266" creationId="{98485AAA-F0E9-3057-911E-805C29097773}"/>
          </ac:spMkLst>
        </pc:spChg>
        <pc:spChg chg="mod">
          <ac:chgData name="" userId="" providerId="" clId="Web-{7BF588C4-DC80-4149-8B6C-672DEEF221B5}" dt="2026-09-23T20:37:41.490" v="0" actId="34807"/>
          <ac:spMkLst>
            <pc:docMk/>
            <pc:sldMk cId="3485438308" sldId="3809"/>
            <ac:spMk id="16539" creationId="{CB0812F7-9435-A40B-E917-CDFFBDE093BC}"/>
          </ac:spMkLst>
        </pc:spChg>
        <pc:spChg chg="mod">
          <ac:chgData name="" userId="" providerId="" clId="Web-{7BF588C4-DC80-4149-8B6C-672DEEF221B5}" dt="2026-09-23T20:37:41.490" v="0" actId="34807"/>
          <ac:spMkLst>
            <pc:docMk/>
            <pc:sldMk cId="3485438308" sldId="3809"/>
            <ac:spMk id="16632" creationId="{AB82040E-03F2-F8E4-9B75-22646198F3F8}"/>
          </ac:spMkLst>
        </pc:spChg>
      </pc:sldChg>
      <pc:sldChg chg="modSp modNotesTx">
        <pc:chgData name="" userId="" providerId="" clId="Web-{7BF588C4-DC80-4149-8B6C-672DEEF221B5}" dt="2026-09-23T20:37:41.490" v="0" actId="34807"/>
        <pc:sldMkLst>
          <pc:docMk/>
          <pc:sldMk cId="3203569189" sldId="4027"/>
        </pc:sldMkLst>
        <pc:spChg chg="mod">
          <ac:chgData name="" userId="" providerId="" clId="Web-{7BF588C4-DC80-4149-8B6C-672DEEF221B5}" dt="2026-09-23T20:37:41.490" v="0" actId="34807"/>
          <ac:spMkLst>
            <pc:docMk/>
            <pc:sldMk cId="3203569189" sldId="4027"/>
            <ac:spMk id="17311" creationId="{A5BD2489-B509-A844-2AAB-F751133698B4}"/>
          </ac:spMkLst>
        </pc:spChg>
        <pc:spChg chg="mod">
          <ac:chgData name="" userId="" providerId="" clId="Web-{7BF588C4-DC80-4149-8B6C-672DEEF221B5}" dt="2026-09-23T20:37:41.490" v="0" actId="34807"/>
          <ac:spMkLst>
            <pc:docMk/>
            <pc:sldMk cId="3203569189" sldId="4027"/>
            <ac:spMk id="17514" creationId="{E1604B04-0116-5D30-D203-C837261DB9B8}"/>
          </ac:spMkLst>
        </pc:spChg>
        <pc:spChg chg="mod">
          <ac:chgData name="" userId="" providerId="" clId="Web-{7BF588C4-DC80-4149-8B6C-672DEEF221B5}" dt="2026-09-23T20:37:41.490" v="0" actId="34807"/>
          <ac:spMkLst>
            <pc:docMk/>
            <pc:sldMk cId="3203569189" sldId="4027"/>
            <ac:spMk id="17826" creationId="{68B821E7-7CFE-2531-A52B-4C42B0CD2825}"/>
          </ac:spMkLst>
        </pc:spChg>
        <pc:spChg chg="mod">
          <ac:chgData name="" userId="" providerId="" clId="Web-{7BF588C4-DC80-4149-8B6C-672DEEF221B5}" dt="2026-09-23T20:37:41.490" v="0" actId="34807"/>
          <ac:spMkLst>
            <pc:docMk/>
            <pc:sldMk cId="3203569189" sldId="4027"/>
            <ac:spMk id="18147" creationId="{1B9AAE24-B1D1-6A56-D7BF-DE2D2C5A4FBE}"/>
          </ac:spMkLst>
        </pc:spChg>
      </pc:sldChg>
      <pc:sldChg chg="modSp modNotesTx">
        <pc:chgData name="" userId="" providerId="" clId="Web-{7BF588C4-DC80-4149-8B6C-672DEEF221B5}" dt="2026-09-23T20:37:41.490" v="0" actId="34807"/>
        <pc:sldMkLst>
          <pc:docMk/>
          <pc:sldMk cId="2189822678" sldId="4246"/>
        </pc:sldMkLst>
        <pc:spChg chg="mod">
          <ac:chgData name="" userId="" providerId="" clId="Web-{7BF588C4-DC80-4149-8B6C-672DEEF221B5}" dt="2026-09-23T20:37:41.490" v="0" actId="34807"/>
          <ac:spMkLst>
            <pc:docMk/>
            <pc:sldMk cId="2189822678" sldId="4246"/>
            <ac:spMk id="18816" creationId="{D57817EB-3C96-2163-130D-BA9EE7A89DBA}"/>
          </ac:spMkLst>
        </pc:spChg>
        <pc:spChg chg="mod">
          <ac:chgData name="" userId="" providerId="" clId="Web-{7BF588C4-DC80-4149-8B6C-672DEEF221B5}" dt="2026-09-23T20:37:41.490" v="0" actId="34807"/>
          <ac:spMkLst>
            <pc:docMk/>
            <pc:sldMk cId="2189822678" sldId="4246"/>
            <ac:spMk id="19047" creationId="{56225EA7-B6BD-0536-4F55-3C311F7F8AB5}"/>
          </ac:spMkLst>
        </pc:spChg>
        <pc:spChg chg="mod">
          <ac:chgData name="" userId="" providerId="" clId="Web-{7BF588C4-DC80-4149-8B6C-672DEEF221B5}" dt="2026-09-23T20:37:41.490" v="0" actId="34807"/>
          <ac:spMkLst>
            <pc:docMk/>
            <pc:sldMk cId="2189822678" sldId="4246"/>
            <ac:spMk id="19164" creationId="{A6A45864-8E1A-2F3B-5FBD-5901CF672B74}"/>
          </ac:spMkLst>
        </pc:spChg>
        <pc:spChg chg="mod">
          <ac:chgData name="" userId="" providerId="" clId="Web-{7BF588C4-DC80-4149-8B6C-672DEEF221B5}" dt="2026-09-23T20:37:41.490" v="0" actId="34807"/>
          <ac:spMkLst>
            <pc:docMk/>
            <pc:sldMk cId="2189822678" sldId="4246"/>
            <ac:spMk id="19282" creationId="{4CA98B7E-B93B-1A0B-FDFA-64F6BAF86E59}"/>
          </ac:spMkLst>
        </pc:spChg>
        <pc:spChg chg="mod">
          <ac:chgData name="" userId="" providerId="" clId="Web-{7BF588C4-DC80-4149-8B6C-672DEEF221B5}" dt="2026-09-23T20:37:41.490" v="0" actId="34807"/>
          <ac:spMkLst>
            <pc:docMk/>
            <pc:sldMk cId="2189822678" sldId="4246"/>
            <ac:spMk id="19401" creationId="{DB30EAF7-D0D4-0A83-76F7-66813623516B}"/>
          </ac:spMkLst>
        </pc:spChg>
        <pc:spChg chg="mod">
          <ac:chgData name="" userId="" providerId="" clId="Web-{7BF588C4-DC80-4149-8B6C-672DEEF221B5}" dt="2026-09-23T20:37:41.490" v="0" actId="34807"/>
          <ac:spMkLst>
            <pc:docMk/>
            <pc:sldMk cId="2189822678" sldId="4246"/>
            <ac:spMk id="19521" creationId="{B92D9068-60D8-6EB7-ED8E-54DFD4A738DE}"/>
          </ac:spMkLst>
        </pc:spChg>
        <pc:spChg chg="mod">
          <ac:chgData name="" userId="" providerId="" clId="Web-{7BF588C4-DC80-4149-8B6C-672DEEF221B5}" dt="2026-09-23T20:37:41.490" v="0" actId="34807"/>
          <ac:spMkLst>
            <pc:docMk/>
            <pc:sldMk cId="2189822678" sldId="4246"/>
            <ac:spMk id="19642" creationId="{46135196-94C5-6C29-4FBC-5D88343DAA9B}"/>
          </ac:spMkLst>
        </pc:spChg>
        <pc:spChg chg="mod">
          <ac:chgData name="" userId="" providerId="" clId="Web-{7BF588C4-DC80-4149-8B6C-672DEEF221B5}" dt="2026-09-23T20:37:41.490" v="0" actId="34807"/>
          <ac:spMkLst>
            <pc:docMk/>
            <pc:sldMk cId="2189822678" sldId="4246"/>
            <ac:spMk id="19764" creationId="{E3328276-937B-348B-E0AB-58BDC30B2408}"/>
          </ac:spMkLst>
        </pc:spChg>
        <pc:spChg chg="mod">
          <ac:chgData name="" userId="" providerId="" clId="Web-{7BF588C4-DC80-4149-8B6C-672DEEF221B5}" dt="2026-09-23T20:37:41.490" v="0" actId="34807"/>
          <ac:spMkLst>
            <pc:docMk/>
            <pc:sldMk cId="2189822678" sldId="4246"/>
            <ac:spMk id="19887" creationId="{B087DF7D-00D1-07A9-700A-7615C72145A0}"/>
          </ac:spMkLst>
        </pc:spChg>
        <pc:spChg chg="mod">
          <ac:chgData name="" userId="" providerId="" clId="Web-{7BF588C4-DC80-4149-8B6C-672DEEF221B5}" dt="2026-09-23T20:37:41.490" v="0" actId="34807"/>
          <ac:spMkLst>
            <pc:docMk/>
            <pc:sldMk cId="2189822678" sldId="4246"/>
            <ac:spMk id="20011" creationId="{BA7279A3-413E-FC2C-FA83-B19C4BB8D21B}"/>
          </ac:spMkLst>
        </pc:spChg>
      </pc:sldChg>
    </pc:docChg>
  </pc:docChgLst>
  <pc:docChgLst>
    <pc:chgData clId="Web-{A21D7806-BF5B-4F45-9A7E-D381A4061C1F}"/>
    <pc:docChg chg="mod modSld modMainMaster setSldSz">
      <pc:chgData name="" userId="" providerId="" clId="Web-{A21D7806-BF5B-4F45-9A7E-D381A4061C1F}" dt="2026-09-23T20:15:11.139" v="2" actId="34807"/>
      <pc:docMkLst>
        <pc:docMk/>
      </pc:docMkLst>
      <pc:sldChg chg="addSp modSp mod setBg">
        <pc:chgData name="" userId="" providerId="" clId="Web-{A21D7806-BF5B-4F45-9A7E-D381A4061C1F}" dt="2026-09-23T20:15:11.139" v="2" actId="34807"/>
        <pc:sldMkLst>
          <pc:docMk/>
          <pc:sldMk cId="0" sldId="256"/>
        </pc:sldMkLst>
        <pc:spChg chg="add mod">
          <ac:chgData name="" userId="" providerId="" clId="Web-{A21D7806-BF5B-4F45-9A7E-D381A4061C1F}" dt="2026-09-23T20:15:10.873" v="1" actId="34807"/>
          <ac:spMkLst>
            <pc:docMk/>
            <pc:sldMk cId="0" sldId="256"/>
            <ac:spMk id="2" creationId="{F1E13F62-DCE8-4854-9C7B-AA066B01011B}"/>
          </ac:spMkLst>
        </pc:spChg>
        <pc:spChg chg="add mod">
          <ac:chgData name="" userId="" providerId="" clId="Web-{A21D7806-BF5B-4F45-9A7E-D381A4061C1F}" dt="2026-09-23T20:15:10.873" v="1" actId="34807"/>
          <ac:spMkLst>
            <pc:docMk/>
            <pc:sldMk cId="0" sldId="256"/>
            <ac:spMk id="4" creationId="{564CD852-6E88-39D4-C82A-CCBE53D5CD0B}"/>
          </ac:spMkLst>
        </pc:spChg>
      </pc:sldChg>
      <pc:sldMasterChg chg="modSp modSldLayout">
        <pc:chgData name="" userId="" providerId="" clId="Web-{A21D7806-BF5B-4F45-9A7E-D381A4061C1F}" dt="2026-09-23T20:14:43.670" v="0" actId="34807"/>
        <pc:sldMasterMkLst>
          <pc:docMk/>
          <pc:sldMasterMk cId="2209977519" sldId="2147483648"/>
        </pc:sldMasterMkLst>
        <pc:spChg chg="mod">
          <ac:chgData name="" userId="" providerId="" clId="Web-{A21D7806-BF5B-4F45-9A7E-D381A4061C1F}" dt="2026-09-23T20:14:43.670" v="0" actId="34807"/>
          <ac:spMkLst>
            <pc:docMk/>
            <pc:sldMasterMk cId="2209977519" sldId="2147483648"/>
            <ac:spMk id="2" creationId="{00000000-0000-0000-0000-000000000000}"/>
          </ac:spMkLst>
        </pc:spChg>
        <pc:spChg chg="mod">
          <ac:chgData name="" userId="" providerId="" clId="Web-{A21D7806-BF5B-4F45-9A7E-D381A4061C1F}" dt="2026-09-23T20:14:43.670" v="0" actId="34807"/>
          <ac:spMkLst>
            <pc:docMk/>
            <pc:sldMasterMk cId="2209977519" sldId="2147483648"/>
            <ac:spMk id="3" creationId="{00000000-0000-0000-0000-000000000000}"/>
          </ac:spMkLst>
        </pc:spChg>
        <pc:spChg chg="mod">
          <ac:chgData name="" userId="" providerId="" clId="Web-{A21D7806-BF5B-4F45-9A7E-D381A4061C1F}" dt="2026-09-23T20:14:43.670" v="0" actId="34807"/>
          <ac:spMkLst>
            <pc:docMk/>
            <pc:sldMasterMk cId="2209977519" sldId="2147483648"/>
            <ac:spMk id="4" creationId="{00000000-0000-0000-0000-000000000000}"/>
          </ac:spMkLst>
        </pc:spChg>
        <pc:spChg chg="mod">
          <ac:chgData name="" userId="" providerId="" clId="Web-{A21D7806-BF5B-4F45-9A7E-D381A4061C1F}" dt="2026-09-23T20:14:43.670" v="0" actId="34807"/>
          <ac:spMkLst>
            <pc:docMk/>
            <pc:sldMasterMk cId="2209977519" sldId="2147483648"/>
            <ac:spMk id="5" creationId="{00000000-0000-0000-0000-000000000000}"/>
          </ac:spMkLst>
        </pc:spChg>
        <pc:spChg chg="mod">
          <ac:chgData name="" userId="" providerId="" clId="Web-{A21D7806-BF5B-4F45-9A7E-D381A4061C1F}" dt="2026-09-23T20:14:43.670" v="0" actId="34807"/>
          <ac:spMkLst>
            <pc:docMk/>
            <pc:sldMasterMk cId="2209977519" sldId="2147483648"/>
            <ac:spMk id="6" creationId="{00000000-0000-0000-0000-000000000000}"/>
          </ac:spMkLst>
        </pc:spChg>
        <pc:sldLayoutChg chg="modSp">
          <pc:chgData name="" userId="" providerId="" clId="Web-{A21D7806-BF5B-4F45-9A7E-D381A4061C1F}" dt="2026-09-23T20:14:43.670" v="0" actId="34807"/>
          <pc:sldLayoutMkLst>
            <pc:docMk/>
            <pc:sldMasterMk cId="2209977519" sldId="2147483648"/>
            <pc:sldLayoutMk cId="3168075583" sldId="2147483649"/>
          </pc:sldLayoutMkLst>
          <pc:spChg chg="mod">
            <ac:chgData name="" userId="" providerId="" clId="Web-{A21D7806-BF5B-4F45-9A7E-D381A4061C1F}" dt="2026-09-23T20:14:43.670" v="0" actId="34807"/>
            <ac:spMkLst>
              <pc:docMk/>
              <pc:sldMasterMk cId="2209977519" sldId="2147483648"/>
              <pc:sldLayoutMk cId="3168075583" sldId="2147483649"/>
              <ac:spMk id="2" creationId="{00000000-0000-0000-0000-000000000000}"/>
            </ac:spMkLst>
          </pc:spChg>
          <pc:spChg chg="mod">
            <ac:chgData name="" userId="" providerId="" clId="Web-{A21D7806-BF5B-4F45-9A7E-D381A4061C1F}" dt="2026-09-23T20:14:43.670" v="0" actId="34807"/>
            <ac:spMkLst>
              <pc:docMk/>
              <pc:sldMasterMk cId="2209977519" sldId="2147483648"/>
              <pc:sldLayoutMk cId="3168075583" sldId="2147483649"/>
              <ac:spMk id="3" creationId="{00000000-0000-0000-0000-000000000000}"/>
            </ac:spMkLst>
          </pc:spChg>
        </pc:sldLayoutChg>
        <pc:sldLayoutChg chg="modSp">
          <pc:chgData name="" userId="" providerId="" clId="Web-{A21D7806-BF5B-4F45-9A7E-D381A4061C1F}" dt="2026-09-23T20:14:43.670" v="0" actId="34807"/>
          <pc:sldLayoutMkLst>
            <pc:docMk/>
            <pc:sldMasterMk cId="2209977519" sldId="2147483648"/>
            <pc:sldLayoutMk cId="960648375" sldId="2147483651"/>
          </pc:sldLayoutMkLst>
          <pc:spChg chg="mod">
            <ac:chgData name="" userId="" providerId="" clId="Web-{A21D7806-BF5B-4F45-9A7E-D381A4061C1F}" dt="2026-09-23T20:14:43.670" v="0" actId="34807"/>
            <ac:spMkLst>
              <pc:docMk/>
              <pc:sldMasterMk cId="2209977519" sldId="2147483648"/>
              <pc:sldLayoutMk cId="960648375" sldId="2147483651"/>
              <ac:spMk id="2" creationId="{00000000-0000-0000-0000-000000000000}"/>
            </ac:spMkLst>
          </pc:spChg>
          <pc:spChg chg="mod">
            <ac:chgData name="" userId="" providerId="" clId="Web-{A21D7806-BF5B-4F45-9A7E-D381A4061C1F}" dt="2026-09-23T20:14:43.670" v="0" actId="34807"/>
            <ac:spMkLst>
              <pc:docMk/>
              <pc:sldMasterMk cId="2209977519" sldId="2147483648"/>
              <pc:sldLayoutMk cId="960648375" sldId="2147483651"/>
              <ac:spMk id="3" creationId="{00000000-0000-0000-0000-000000000000}"/>
            </ac:spMkLst>
          </pc:spChg>
        </pc:sldLayoutChg>
        <pc:sldLayoutChg chg="modSp">
          <pc:chgData name="" userId="" providerId="" clId="Web-{A21D7806-BF5B-4F45-9A7E-D381A4061C1F}" dt="2026-09-23T20:14:43.670" v="0" actId="34807"/>
          <pc:sldLayoutMkLst>
            <pc:docMk/>
            <pc:sldMasterMk cId="2209977519" sldId="2147483648"/>
            <pc:sldLayoutMk cId="2782244947" sldId="2147483652"/>
          </pc:sldLayoutMkLst>
          <pc:spChg chg="mod">
            <ac:chgData name="" userId="" providerId="" clId="Web-{A21D7806-BF5B-4F45-9A7E-D381A4061C1F}" dt="2026-09-23T20:14:43.670" v="0" actId="34807"/>
            <ac:spMkLst>
              <pc:docMk/>
              <pc:sldMasterMk cId="2209977519" sldId="2147483648"/>
              <pc:sldLayoutMk cId="2782244947" sldId="2147483652"/>
              <ac:spMk id="3" creationId="{00000000-0000-0000-0000-000000000000}"/>
            </ac:spMkLst>
          </pc:spChg>
          <pc:spChg chg="mod">
            <ac:chgData name="" userId="" providerId="" clId="Web-{A21D7806-BF5B-4F45-9A7E-D381A4061C1F}" dt="2026-09-23T20:14:43.670" v="0" actId="34807"/>
            <ac:spMkLst>
              <pc:docMk/>
              <pc:sldMasterMk cId="2209977519" sldId="2147483648"/>
              <pc:sldLayoutMk cId="2782244947" sldId="2147483652"/>
              <ac:spMk id="4" creationId="{00000000-0000-0000-0000-000000000000}"/>
            </ac:spMkLst>
          </pc:spChg>
        </pc:sldLayoutChg>
        <pc:sldLayoutChg chg="modSp">
          <pc:chgData name="" userId="" providerId="" clId="Web-{A21D7806-BF5B-4F45-9A7E-D381A4061C1F}" dt="2026-09-23T20:14:43.670" v="0" actId="34807"/>
          <pc:sldLayoutMkLst>
            <pc:docMk/>
            <pc:sldMasterMk cId="2209977519" sldId="2147483648"/>
            <pc:sldLayoutMk cId="990158736" sldId="2147483653"/>
          </pc:sldLayoutMkLst>
          <pc:spChg chg="mod">
            <ac:chgData name="" userId="" providerId="" clId="Web-{A21D7806-BF5B-4F45-9A7E-D381A4061C1F}" dt="2026-09-23T20:14:43.670" v="0" actId="34807"/>
            <ac:spMkLst>
              <pc:docMk/>
              <pc:sldMasterMk cId="2209977519" sldId="2147483648"/>
              <pc:sldLayoutMk cId="990158736" sldId="2147483653"/>
              <ac:spMk id="3" creationId="{00000000-0000-0000-0000-000000000000}"/>
            </ac:spMkLst>
          </pc:spChg>
          <pc:spChg chg="mod">
            <ac:chgData name="" userId="" providerId="" clId="Web-{A21D7806-BF5B-4F45-9A7E-D381A4061C1F}" dt="2026-09-23T20:14:43.670" v="0" actId="34807"/>
            <ac:spMkLst>
              <pc:docMk/>
              <pc:sldMasterMk cId="2209977519" sldId="2147483648"/>
              <pc:sldLayoutMk cId="990158736" sldId="2147483653"/>
              <ac:spMk id="4" creationId="{00000000-0000-0000-0000-000000000000}"/>
            </ac:spMkLst>
          </pc:spChg>
          <pc:spChg chg="mod">
            <ac:chgData name="" userId="" providerId="" clId="Web-{A21D7806-BF5B-4F45-9A7E-D381A4061C1F}" dt="2026-09-23T20:14:43.670" v="0" actId="34807"/>
            <ac:spMkLst>
              <pc:docMk/>
              <pc:sldMasterMk cId="2209977519" sldId="2147483648"/>
              <pc:sldLayoutMk cId="990158736" sldId="2147483653"/>
              <ac:spMk id="5" creationId="{00000000-0000-0000-0000-000000000000}"/>
            </ac:spMkLst>
          </pc:spChg>
          <pc:spChg chg="mod">
            <ac:chgData name="" userId="" providerId="" clId="Web-{A21D7806-BF5B-4F45-9A7E-D381A4061C1F}" dt="2026-09-23T20:14:43.670" v="0" actId="34807"/>
            <ac:spMkLst>
              <pc:docMk/>
              <pc:sldMasterMk cId="2209977519" sldId="2147483648"/>
              <pc:sldLayoutMk cId="990158736" sldId="2147483653"/>
              <ac:spMk id="6" creationId="{00000000-0000-0000-0000-000000000000}"/>
            </ac:spMkLst>
          </pc:spChg>
        </pc:sldLayoutChg>
        <pc:sldLayoutChg chg="modSp">
          <pc:chgData name="" userId="" providerId="" clId="Web-{A21D7806-BF5B-4F45-9A7E-D381A4061C1F}" dt="2026-09-23T20:14:43.670" v="0" actId="34807"/>
          <pc:sldLayoutMkLst>
            <pc:docMk/>
            <pc:sldMasterMk cId="2209977519" sldId="2147483648"/>
            <pc:sldLayoutMk cId="1840726560" sldId="2147483656"/>
          </pc:sldLayoutMkLst>
          <pc:spChg chg="mod">
            <ac:chgData name="" userId="" providerId="" clId="Web-{A21D7806-BF5B-4F45-9A7E-D381A4061C1F}" dt="2026-09-23T20:14:43.670" v="0" actId="34807"/>
            <ac:spMkLst>
              <pc:docMk/>
              <pc:sldMasterMk cId="2209977519" sldId="2147483648"/>
              <pc:sldLayoutMk cId="1840726560" sldId="2147483656"/>
              <ac:spMk id="2" creationId="{00000000-0000-0000-0000-000000000000}"/>
            </ac:spMkLst>
          </pc:spChg>
          <pc:spChg chg="mod">
            <ac:chgData name="" userId="" providerId="" clId="Web-{A21D7806-BF5B-4F45-9A7E-D381A4061C1F}" dt="2026-09-23T20:14:43.670" v="0" actId="34807"/>
            <ac:spMkLst>
              <pc:docMk/>
              <pc:sldMasterMk cId="2209977519" sldId="2147483648"/>
              <pc:sldLayoutMk cId="1840726560" sldId="2147483656"/>
              <ac:spMk id="3" creationId="{00000000-0000-0000-0000-000000000000}"/>
            </ac:spMkLst>
          </pc:spChg>
          <pc:spChg chg="mod">
            <ac:chgData name="" userId="" providerId="" clId="Web-{A21D7806-BF5B-4F45-9A7E-D381A4061C1F}" dt="2026-09-23T20:14:43.670" v="0" actId="34807"/>
            <ac:spMkLst>
              <pc:docMk/>
              <pc:sldMasterMk cId="2209977519" sldId="2147483648"/>
              <pc:sldLayoutMk cId="1840726560" sldId="2147483656"/>
              <ac:spMk id="4" creationId="{00000000-0000-0000-0000-000000000000}"/>
            </ac:spMkLst>
          </pc:spChg>
        </pc:sldLayoutChg>
        <pc:sldLayoutChg chg="modSp">
          <pc:chgData name="" userId="" providerId="" clId="Web-{A21D7806-BF5B-4F45-9A7E-D381A4061C1F}" dt="2026-09-23T20:14:43.670" v="0" actId="34807"/>
          <pc:sldLayoutMkLst>
            <pc:docMk/>
            <pc:sldMasterMk cId="2209977519" sldId="2147483648"/>
            <pc:sldLayoutMk cId="3889236939" sldId="2147483657"/>
          </pc:sldLayoutMkLst>
          <pc:spChg chg="mod">
            <ac:chgData name="" userId="" providerId="" clId="Web-{A21D7806-BF5B-4F45-9A7E-D381A4061C1F}" dt="2026-09-23T20:14:43.670" v="0" actId="34807"/>
            <ac:spMkLst>
              <pc:docMk/>
              <pc:sldMasterMk cId="2209977519" sldId="2147483648"/>
              <pc:sldLayoutMk cId="3889236939" sldId="2147483657"/>
              <ac:spMk id="2" creationId="{00000000-0000-0000-0000-000000000000}"/>
            </ac:spMkLst>
          </pc:spChg>
          <pc:spChg chg="mod">
            <ac:chgData name="" userId="" providerId="" clId="Web-{A21D7806-BF5B-4F45-9A7E-D381A4061C1F}" dt="2026-09-23T20:14:43.670" v="0" actId="34807"/>
            <ac:spMkLst>
              <pc:docMk/>
              <pc:sldMasterMk cId="2209977519" sldId="2147483648"/>
              <pc:sldLayoutMk cId="3889236939" sldId="2147483657"/>
              <ac:spMk id="3" creationId="{00000000-0000-0000-0000-000000000000}"/>
            </ac:spMkLst>
          </pc:spChg>
          <pc:spChg chg="mod">
            <ac:chgData name="" userId="" providerId="" clId="Web-{A21D7806-BF5B-4F45-9A7E-D381A4061C1F}" dt="2026-09-23T20:14:43.670" v="0" actId="34807"/>
            <ac:spMkLst>
              <pc:docMk/>
              <pc:sldMasterMk cId="2209977519" sldId="2147483648"/>
              <pc:sldLayoutMk cId="3889236939" sldId="2147483657"/>
              <ac:spMk id="4" creationId="{00000000-0000-0000-0000-000000000000}"/>
            </ac:spMkLst>
          </pc:spChg>
        </pc:sldLayoutChg>
        <pc:sldLayoutChg chg="modSp">
          <pc:chgData name="" userId="" providerId="" clId="Web-{A21D7806-BF5B-4F45-9A7E-D381A4061C1F}" dt="2026-09-23T20:14:43.670" v="0" actId="34807"/>
          <pc:sldLayoutMkLst>
            <pc:docMk/>
            <pc:sldMasterMk cId="2209977519" sldId="2147483648"/>
            <pc:sldLayoutMk cId="3612223792" sldId="2147483659"/>
          </pc:sldLayoutMkLst>
          <pc:spChg chg="mod">
            <ac:chgData name="" userId="" providerId="" clId="Web-{A21D7806-BF5B-4F45-9A7E-D381A4061C1F}" dt="2026-09-23T20:14:43.670" v="0" actId="34807"/>
            <ac:spMkLst>
              <pc:docMk/>
              <pc:sldMasterMk cId="2209977519" sldId="2147483648"/>
              <pc:sldLayoutMk cId="3612223792" sldId="2147483659"/>
              <ac:spMk id="2" creationId="{00000000-0000-0000-0000-000000000000}"/>
            </ac:spMkLst>
          </pc:spChg>
          <pc:spChg chg="mod">
            <ac:chgData name="" userId="" providerId="" clId="Web-{A21D7806-BF5B-4F45-9A7E-D381A4061C1F}" dt="2026-09-23T20:14:43.670" v="0" actId="34807"/>
            <ac:spMkLst>
              <pc:docMk/>
              <pc:sldMasterMk cId="2209977519" sldId="2147483648"/>
              <pc:sldLayoutMk cId="3612223792" sldId="214748365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935255-5321-4579-833E-DAD9AA7571E2}" type="datetimeFigureOut">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677250-00EF-46B7-A626-818DEB0E2CFD}" type="slidenum">
              <a:t>‹#›</a:t>
            </a:fld>
            <a:endParaRPr lang="en-US"/>
          </a:p>
        </p:txBody>
      </p:sp>
    </p:spTree>
    <p:extLst>
      <p:ext uri="{BB962C8B-B14F-4D97-AF65-F5344CB8AC3E}">
        <p14:creationId xmlns:p14="http://schemas.microsoft.com/office/powerpoint/2010/main" val="1710307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Course ID: SYN-PRI-2026. Version: 0.1 draft. Audience: Synozur staff and relevant contractors. Prepared September 23, 2026. This is proposed annual awareness courseware, not a certification, legal opinion, or statement that controls are implemented. Approve policy scope and wording before release. Editable text and shapes; no animations, macros, or essential external media. Brand-adapted draft uses the official logo from IT Policy and Synozur colors. Protected brand templates could not be accessed, so official masters were not applied; Arial is an import-compatible substitute for the preferred Avenir Next LT Pro. Do not describe this draft as using the official slide template.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1</a:t>
            </a:fld>
            <a:endParaRPr lang="en-US"/>
          </a:p>
        </p:txBody>
      </p:sp>
    </p:spTree>
    <p:extLst>
      <p:ext uri="{BB962C8B-B14F-4D97-AF65-F5344CB8AC3E}">
        <p14:creationId xmlns:p14="http://schemas.microsoft.com/office/powerpoint/2010/main" val="3056183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delivery: self-paced annual awareness. All examples and scenarios are fictional and generic. General course content complements, but does not replace, applicable policy, client-specific requirements, onboarding, role-based training, or incident-driven refreshers. This course provides training evidence, not NIST certification or proof of complete compliance. The exact upcoming NIST assessment, revision, and scope have not been confirmed. Recommended completion: answer all review questions correctly after feedback/remediation, and provide a separate acknowledgement. This recommendation is not a NIST-prescribed score or an existing Synozur grading policy.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2</a:t>
            </a:fld>
            <a:endParaRPr lang="en-US"/>
          </a:p>
        </p:txBody>
      </p:sp>
    </p:spTree>
    <p:extLst>
      <p:ext uri="{BB962C8B-B14F-4D97-AF65-F5344CB8AC3E}">
        <p14:creationId xmlns:p14="http://schemas.microsoft.com/office/powerpoint/2010/main" val="1625234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client roadmap may be confidential but contain no personal data. An employee roster may be both personal and confidential. Privacy risk can arise from ordinary data processing, not only from a security breach: using a legitimate survey for a new, unexpected purpose is an example. These generic examples do not establish that a particular law applies. Applicable duties depend on the information, people, contract, and jurisdiction.
Source detail: IT Policy: sections 1-3; NIST Privacy Framework 1.0: introduction.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3</a:t>
            </a:fld>
            <a:endParaRPr lang="en-US"/>
          </a:p>
        </p:txBody>
      </p:sp>
    </p:spTree>
    <p:extLst>
      <p:ext uri="{BB962C8B-B14F-4D97-AF65-F5344CB8AC3E}">
        <p14:creationId xmlns:p14="http://schemas.microsoft.com/office/powerpoint/2010/main" val="107649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with the business question rather than a full export. Remove unnecessary direct and indirect identifiers. Removing names alone may not prevent re-identification, especially in small groups or unique client situations. Do not claim that all processing requires consent: an appropriate legal or contractual basis must be determined by the responsible owner. Data supplied for one task is not blanket permission for another.
Source detail: NIST Privacy Framework 1.0: ID.IM-P, CT.PO-P, CT.DM-P.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4</a:t>
            </a:fld>
            <a:endParaRPr lang="en-US"/>
          </a:p>
        </p:txBody>
      </p:sp>
    </p:spTree>
    <p:extLst>
      <p:ext uri="{BB962C8B-B14F-4D97-AF65-F5344CB8AC3E}">
        <p14:creationId xmlns:p14="http://schemas.microsoft.com/office/powerpoint/2010/main" val="504687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Security Policy section 6 gives examples of public, internal, confidential, and restricted classes; this training does not invent a mandatory label taxonomy. Use the labels configured and approved for the engagement. A missing label is not proof that material is public. CUI, health information, payment data, or other regulated content may require additional authorized environments. Do not decide legal classification or contractual scope on your own.
Source detail: IT Policy: section 2; Security Policy: sections 3, 6, 8.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5</a:t>
            </a:fld>
            <a:endParaRPr lang="en-US"/>
          </a:p>
        </p:txBody>
      </p:sp>
    </p:spTree>
    <p:extLst>
      <p:ext uri="{BB962C8B-B14F-4D97-AF65-F5344CB8AC3E}">
        <p14:creationId xmlns:p14="http://schemas.microsoft.com/office/powerpoint/2010/main" val="4293737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approved restricted links where appropriate, not public links or personal email. Inspect comments, hidden content, speaker notes, and metadata before external disclosure. Limit shared screens to the intended application and close unrelated client content. An NDA is a constraint on use and disclosure, not general permission to share everything. Generic reuse should be genuinely sanitized and approved; do not assume that removing the logo removes confidentiality.
Source detail: IT Policy: sections 2, 4; Security Policy: sections 3, 8.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6</a:t>
            </a:fld>
            <a:endParaRPr lang="en-US"/>
          </a:p>
        </p:txBody>
      </p:sp>
    </p:spTree>
    <p:extLst>
      <p:ext uri="{BB962C8B-B14F-4D97-AF65-F5344CB8AC3E}">
        <p14:creationId xmlns:p14="http://schemas.microsoft.com/office/powerpoint/2010/main" val="123639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Approval must fit the service, account, data category, and use case. Public or experimental services are not appropriate destinations for Synozur or client data under the reviewed policy. Do not paste client records into a tool simply because the vendor promises not to train on them; other security and contract requirements still matter. The responsible owner reviews new vendors and data transfers before engagement. Do not claim that all tools keep information in any specific country.
Source detail: IT Policy: sections 5, 6; Security Policy: section 15.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7</a:t>
            </a:fld>
            <a:endParaRPr lang="en-US"/>
          </a:p>
        </p:txBody>
      </p:sp>
    </p:spTree>
    <p:extLst>
      <p:ext uri="{BB962C8B-B14F-4D97-AF65-F5344CB8AC3E}">
        <p14:creationId xmlns:p14="http://schemas.microsoft.com/office/powerpoint/2010/main" val="22120107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published policy assigns retention periods by data type but the actual schedule was not retrieved. Do not invent a universal retention period. Ask the record or engagement owner for the applicable schedule and any holds. Legal-hold and closeout language here is proposed general practice requiring policy-owner approval. Deletion may involve system controls and backup retention; staff should not promise complete erasure without validation. Returning a deliverable does not automatically authorize retention of all source data.
Source detail: Security Policy: section 6; proposed legal-hold and closeout guidance.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8</a:t>
            </a:fld>
            <a:endParaRPr lang="en-US"/>
          </a:p>
        </p:txBody>
      </p:sp>
    </p:spTree>
    <p:extLst>
      <p:ext uri="{BB962C8B-B14F-4D97-AF65-F5344CB8AC3E}">
        <p14:creationId xmlns:p14="http://schemas.microsoft.com/office/powerpoint/2010/main" val="1823175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proposed routing guidance, not a statement that a specific privacy statute applies to every request. Obligations and deadlines depend on jurisdiction, role, contract, and request type. The designated privacy lead and legal advisers should validate identity, scope, exceptions, and response timing. If Synozur processes data for a client, coordinate with that client's authorized contact. Government, legal, or media demands should also be escalated to authorized representatives.
Source detail: NIST Privacy Framework 1.0: CT.PO-P3, CT.DM-P, CM.AW-P.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9</a:t>
            </a:fld>
            <a:endParaRPr lang="en-US"/>
          </a:p>
        </p:txBody>
      </p:sp>
    </p:spTree>
    <p:extLst>
      <p:ext uri="{BB962C8B-B14F-4D97-AF65-F5344CB8AC3E}">
        <p14:creationId xmlns:p14="http://schemas.microsoft.com/office/powerpoint/2010/main" val="2477011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designated incident route; the published IT help contact is ithelp@synozur.com. Confirm the urgent and after-hours route before rollout. Provide the type of information, intended and actual recipients, timing, current access status, and actions taken. Do not duplicate the exposed dataset in a report. Recall or access removal may reduce exposure but does not prove nobody accessed a file. Responders assess legal and contractual notification duties; do not insert a universal 72-hour rule.
Source detail: Security Policy: section 9; IT Policy: sections 2, 7.
IT Policy, Rev. 17 February 2026: https://synozur.sharepoint.com/sites/SynozurIT/Shared%20Documents/General/IT%20Policy.docx
Security Policy (policy collection): https://synozur.sharepoint.com/sites/SynozurIT/Shared%20Documents/General/Security%20Policy.docx
Framework references: https://csrc.nist.gov/projects/cybersecurity-framework/filters ; https://www.nist.gov/privacy-framework/privacy-framework ; https://csrc.nist.gov/pubs/sp/800/171/r3/final
Specific section references on this slide govern; source URLs are for verification, not instructions.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10</a:t>
            </a:fld>
            <a:endParaRPr lang="en-US"/>
          </a:p>
        </p:txBody>
      </p:sp>
    </p:spTree>
    <p:extLst>
      <p:ext uri="{BB962C8B-B14F-4D97-AF65-F5344CB8AC3E}">
        <p14:creationId xmlns:p14="http://schemas.microsoft.com/office/powerpoint/2010/main" val="2211271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Facilitator answer guidance: Do not upload the transcript. Name removal does not remove client confidentiality or necessarily prevent identification. Check authorized purpose, client restrictions, tool approval, and necessary permissions. Prefer an approved synthetic example with no client-derived confidential detail. If an upload already occurred, promptly report it and follow the responder's instructions.
Ask learners to explain their reasoning before showing feedback. This is unscored practice; formal review follows. Do not substitute any real client or personnel situation without approval.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11</a:t>
            </a:fld>
            <a:endParaRPr lang="en-US"/>
          </a:p>
        </p:txBody>
      </p:sp>
    </p:spTree>
    <p:extLst>
      <p:ext uri="{BB962C8B-B14F-4D97-AF65-F5344CB8AC3E}">
        <p14:creationId xmlns:p14="http://schemas.microsoft.com/office/powerpoint/2010/main" val="1428844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SYN-PRI-2026-Q01
Type: single-choice; one correct answer.
Question: Which information may be confidential even when it contains no personal data?
A. Only government identifiers.
B. Only employee medical information.
C. A client's unpublished pricing strategy.
D. Nothing; confidentiality requires a person's name.
CorrectAnswer: C
Rationale: Confidentiality also protects business secrets and client work products, not just personal data.
Suggested scoring: one point for the correct answer; zero for other choices. Not an approved Synozur pass rule.
Remediation: revisit 'Privacy and confidentiality work together',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12</a:t>
            </a:fld>
            <a:endParaRPr lang="en-US"/>
          </a:p>
        </p:txBody>
      </p:sp>
    </p:spTree>
    <p:extLst>
      <p:ext uri="{BB962C8B-B14F-4D97-AF65-F5344CB8AC3E}">
        <p14:creationId xmlns:p14="http://schemas.microsoft.com/office/powerpoint/2010/main" val="338486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SYN-PRI-2026-Q02
Type: single-choice; one correct answer.
Question: A task needs job role and region. You can export a full personnel file. What is best?
A. Export the full file in case it is useful.
B. Use only the necessary fields for the approved purpose.
C. Send the full file to a personal account.
D. Use all fields if the file is encrypted.
CorrectAnswer: B
Rationale: Minimization limits exposure and misuse. Encryption does not authorize unnecessary collection.
Suggested scoring: one point for the correct answer; zero for other choices. Not an approved Synozur pass rule.
Remediation: revisit 'Collect for a clear purpose',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13</a:t>
            </a:fld>
            <a:endParaRPr lang="en-US"/>
          </a:p>
        </p:txBody>
      </p:sp>
    </p:spTree>
    <p:extLst>
      <p:ext uri="{BB962C8B-B14F-4D97-AF65-F5344CB8AC3E}">
        <p14:creationId xmlns:p14="http://schemas.microsoft.com/office/powerpoint/2010/main" val="2968299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SYN-PRI-2026-Q03
Type: single-choice; one correct answer.
Question: Removing client and employee names always makes a transcript safe for public AI use.
A. True, because names are the only identifiers.
B. True, if the upload is brief.
C. True, if the result is never published.
D. False; indirect identifiers and confidential content may remain.
CorrectAnswer: D
Rationale: Sanitization requires more than name removal, and tool and client permissions still apply.
Suggested scoring: one point for the correct answer; zero for other choices. Not an approved Synozur pass rule.
Remediation: revisit 'AI and vendors need boundaries',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14</a:t>
            </a:fld>
            <a:endParaRPr lang="en-US"/>
          </a:p>
        </p:txBody>
      </p:sp>
    </p:spTree>
    <p:extLst>
      <p:ext uri="{BB962C8B-B14F-4D97-AF65-F5344CB8AC3E}">
        <p14:creationId xmlns:p14="http://schemas.microsoft.com/office/powerpoint/2010/main" val="6784801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SYN-PRI-2026-Q04
Type: single-choice; one correct answer.
Question: You send a client file to the wrong recipient and then recall it. What should you do?
A. Report immediately, including the recall and known facts.
B. Assume recall removed all risk.
C. Wait for the recipient to complain.
D. Delete your sent record to reduce exposure.
CorrectAnswer: A
Rationale: Recall does not prove that information was not accessed. Preserve evidence and let responders assess the incident.
Suggested scoring: one point for the correct answer; zero for other choices. Not an approved Synozur pass rule.
Remediation: revisit 'Treat accidental disclosure as an incident',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15</a:t>
            </a:fld>
            <a:endParaRPr lang="en-US"/>
          </a:p>
        </p:txBody>
      </p:sp>
    </p:spTree>
    <p:extLst>
      <p:ext uri="{BB962C8B-B14F-4D97-AF65-F5344CB8AC3E}">
        <p14:creationId xmlns:p14="http://schemas.microsoft.com/office/powerpoint/2010/main" val="2650546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ANSWER KEY - do not expose before response.
QuestionID: SYN-PRI-2026-Q05
Type: single-choice; one correct answer.
Question: A deletion request arrives while relevant records are under a legal hold. What is best?
A. Delete them immediately to satisfy the person.
B. Ignore the request until the hold ends.
C. Record and route the request; do not delete on your own.
D. Promise a fixed deadline before checking requirements.
CorrectAnswer: C
Rationale: The authorized privacy/legal owner reconciles the request, identity, applicable duties, and hold. Staff must not improvise.
Suggested scoring: one point for the correct answer; zero for other choices. Not an approved Synozur pass rule.
Remediation: revisit 'Keep only what is required / Route privacy requests promptly', show feedback, and retry an equivalent question.
Import check: confirm the question, choice order, answer key, rationale, and grading are entered separately if Orion does not import these notes. Never presume the deck creates a graded assessment.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16</a:t>
            </a:fld>
            <a:endParaRPr lang="en-US"/>
          </a:p>
        </p:txBody>
      </p:sp>
    </p:spTree>
    <p:extLst>
      <p:ext uri="{BB962C8B-B14F-4D97-AF65-F5344CB8AC3E}">
        <p14:creationId xmlns:p14="http://schemas.microsoft.com/office/powerpoint/2010/main" val="1385917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DRAFT ATTESTATION - policy-owner approval required. Present only after the final course and relevant approved policy text are available to the learner. Wording: I completed this course and reviewed the applicable privacy, data-handling, and client confidentiality requirements. I will use information only for authorized purposes, limit access and sharing, follow retention instructions, and promptly report suspected disclosures or privacy concerns.
No assertion of a spotless history or absence of incidents is required. A learner may report a concern and still acknowledge future responsibilities. 'I need clarification' must remain incomplete and route to an accountable owner; never auto-check the acknowledgement. Capture authenticated learner identity, course ID/version, applicable policy versions, timestamp/time zone, exact statement, response, and unresolved exception/referral. Do not allow proxy attestation. Limit access and retention according to approved HR/security rules. Do not collect sensitive concern details in a general quiz or training record.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17</a:t>
            </a:fld>
            <a:endParaRPr lang="en-US"/>
          </a:p>
        </p:txBody>
      </p:sp>
    </p:spTree>
    <p:extLst>
      <p:ext uri="{BB962C8B-B14F-4D97-AF65-F5344CB8AC3E}">
        <p14:creationId xmlns:p14="http://schemas.microsoft.com/office/powerpoint/2010/main" val="864871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ADMINISTRATOR ONLY. Remove this appendix from the learner flow if the import cannot segregate it.
Approve privacy lead and alternate reporting route, request-handling procedure, retention schedule, legal-hold guidance, and client-specific data rules.
Release gates: policy owner sign-off; legal/HR review where needed; final policy links; exact governing NIST standard/revision and assessment boundary; client/CUI applicability; approved reporting and alternate contacts; learner accessibility; grading and retries; non-acknowledgement escalation; record retention and access.
The retrieved Orion Admin Guide describes CSV-based assessment questions and knowledge-base uploads but did not establish current PowerPoint courseware import or annual attestation capture. Do not claim automatic support. This deliverable has not been imported into Orion.
Pilot with a non-production learner and verify: all slides readable; notes and answers not leaked; five questions and choices correct; score retained; remediation tracked; exact acknowledgement and course version retained; non-acknowledgement not marked complete; export and access controls work.
Proposed completion rule: all knowledge checks correct after remediation plus separate affirmative attestation. Frequency is annual at the user's request, with role-/change-/incident-based updates as needed; this is not a universal NIST frequency rule.
Evidence record fields: learner work identity; audience/role; course ID/version; assigned/completed timestamps; question results and attempts; score; remediation; policy version; statement version and response; open exceptions; approver/release date. Do not rank employee performance from training results.
Orion reference: Orion Admin Guide, Model Management, Question &amp; Dimension Management, Knowledge Base Management, and Analytics &amp; Reporting. https://synozur.sharepoint.com/sites/SynozurIT/Shared%20Documents/General/Orion/Orion%20Admin%20Guide.docx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18</a:t>
            </a:fld>
            <a:endParaRPr lang="en-US"/>
          </a:p>
        </p:txBody>
      </p:sp>
    </p:spTree>
    <p:extLst>
      <p:ext uri="{BB962C8B-B14F-4D97-AF65-F5344CB8AC3E}">
        <p14:creationId xmlns:p14="http://schemas.microsoft.com/office/powerpoint/2010/main" val="42609277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Suggested educational alignment only. Privacy Framework 1.0 is the final-version baseline used in this draft; NIST's retrieved Version 1.1 materials were an Initial Public Draft and are not treated as a final requirement. PF 1.0 category references are broad educational associations, not a complete crosswalk. The framework is voluntary and not itself a legal compliance certificate. The law, contract, data category, and Synozur's role determine specific duties. SP 800-171 applies only where the relevant CUI scope and governing requirements apply; it is not a general privacy law.
Sources: NIST CSF 2.0 Reference Tool, categories and subcategories shown: https://csrc.nist.gov/projects/cybersecurity-framework/filters
NIST Privacy Framework 1.0, Appendix A Core: https://www.nist.gov/privacy-framework/privacy-framework
NIST SP 800-171 Rev. 3, section 1.1 and Awareness and Training family: https://csrc.nist.gov/pubs/sp/800/171/r3/final
NIST analysis of Rev. 2 to Rev. 3 requirements: https://csrc.nist.gov/files/pubs/sp/800/171/r3/final/docs/sp800-171r2-to-r3-analysis.xlsx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19</a:t>
            </a:fld>
            <a:endParaRPr lang="en-US"/>
          </a:p>
        </p:txBody>
      </p:sp>
    </p:spTree>
    <p:extLst>
      <p:ext uri="{BB962C8B-B14F-4D97-AF65-F5344CB8AC3E}">
        <p14:creationId xmlns:p14="http://schemas.microsoft.com/office/powerpoint/2010/main" val="39532828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reviewed September 23, 2026.
1. IT Policy, author Chris McNulty, Rev. 17 February 2026, sections 1-8. https://synozur.sharepoint.com/sites/SynozurIT/Shared%20Documents/General/IT%20Policy.docx
2. Security Policy, titled Synozur Alliance LLC - IT Governance &amp; Security Policies, sections 1-16 and Policy Maintenance and Acknowledgment. The retrieved document was last saved March 7, 2026; the policy's approval/effective status must be confirmed. https://synozur.sharepoint.com/sites/SynozurIT/Shared%20Documents/General/Security%20Policy.docx
3. NIST Cybersecurity Framework 2.0, Reference Tool, categories and subcategories identified in this deck. https://csrc.nist.gov/projects/cybersecurity-framework/filters
4. NIST Privacy Framework: A Tool for Improving Privacy through Enterprise Risk Management, Version 1.0, January 16, 2020, introduction and Appendix A Core. https://www.nist.gov/privacy-framework/privacy-framework
5. NIST SP 800-171 Rev. 3, Protecting Controlled Unclassified Information in Nonfederal Systems and Organizations, May 2024, section 1.1 and Awareness and Training family. https://csrc.nist.gov/pubs/sp/800/171/r3/final
6. NIST SP 800-171 Rev. 2 to Rev. 3 Analysis, relevant Rev. 2 3.2.1-3.2.3 entries. https://csrc.nist.gov/files/pubs/sp/800/171/r3/final/docs/sp800-171r2-to-r3-analysis.xlsx
7. Orion Admin Guide, import and question-management sections; current PowerPoint courseware behavior not confirmed. https://synozur.sharepoint.com/sites/SynozurIT/Shared%20Documents/General/Orion/Orion%20Admin%20Guide.docx
Synozur policies and contractual obligations govern employee actions. Framework references are educational, not legal advice or certification. Proposed guidance beyond retrieved policies must be approved before assignment. No client-specific confidential examples are included. No employee training, assessment, or attestation has been completed by creation of this deck.
Presentation design note: the official logo is an identity mark, not a background photograph. Short headings may occupy two lines by design. Separate columns have separate reading edges. Text was inspected at full slide size; automated character-width estimates can overestimate Arial line wrapping. This courseware retains full answer choices, source attributions, and acknowledgement wording rather than applying a short marketing-slide word limit.</a:t>
            </a:r>
          </a:p>
        </p:txBody>
      </p:sp>
      <p:sp>
        <p:nvSpPr>
          <p:cNvPr id="4" name="Slide Number Placeholder 3"/>
          <p:cNvSpPr>
            <a:spLocks noGrp="1"/>
          </p:cNvSpPr>
          <p:nvPr>
            <p:ph type="sldNum" sz="quarter" idx="5"/>
          </p:nvPr>
        </p:nvSpPr>
        <p:spPr/>
        <p:txBody>
          <a:bodyPr/>
          <a:lstStyle/>
          <a:p>
            <a:fld id="{B6677250-00EF-46B7-A626-818DEB0E2CFD}" type="slidenum">
              <a:t>20</a:t>
            </a:fld>
            <a:endParaRPr lang="en-US"/>
          </a:p>
        </p:txBody>
      </p:sp>
    </p:spTree>
    <p:extLst>
      <p:ext uri="{BB962C8B-B14F-4D97-AF65-F5344CB8AC3E}">
        <p14:creationId xmlns:p14="http://schemas.microsoft.com/office/powerpoint/2010/main" val="4053384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pic>
        <p:nvPicPr>
          <p:cNvPr id="5" name="synozur-logo" descr="Synozur Alliance official logo">
            <a:extLst>
              <a:ext uri="{FF2B5EF4-FFF2-40B4-BE49-F238E27FC236}">
                <a16:creationId xmlns:a16="http://schemas.microsoft.com/office/drawing/2014/main" id="{D4E44966-4FE7-ECE1-B0ED-E0ED6EDCD22E}"/>
              </a:ext>
            </a:extLst>
          </p:cNvPr>
          <p:cNvPicPr>
            <a:picLocks noChangeAspect="1"/>
          </p:cNvPicPr>
          <p:nvPr/>
        </p:nvPicPr>
        <p:blipFill>
          <a:blip r:embed="rId3"/>
          <a:stretch>
            <a:fillRect/>
          </a:stretch>
        </p:blipFill>
        <p:spPr>
          <a:xfrm>
            <a:off x="594360" y="594360"/>
            <a:ext cx="3383280" cy="918508"/>
          </a:xfrm>
          <a:prstGeom prst="rect">
            <a:avLst/>
          </a:prstGeom>
        </p:spPr>
      </p:pic>
      <p:sp>
        <p:nvSpPr>
          <p:cNvPr id="6" name="Rectangle 5">
            <a:extLst>
              <a:ext uri="{FF2B5EF4-FFF2-40B4-BE49-F238E27FC236}">
                <a16:creationId xmlns:a16="http://schemas.microsoft.com/office/drawing/2014/main" id="{AC359F73-9B3C-2718-A386-6CF099F22ECB}"/>
              </a:ext>
            </a:extLst>
          </p:cNvPr>
          <p:cNvSpPr/>
          <p:nvPr/>
        </p:nvSpPr>
        <p:spPr>
          <a:xfrm>
            <a:off x="9144000" y="594360"/>
            <a:ext cx="2450592" cy="5687568"/>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980988B-2A01-8839-892B-2739D2943401}"/>
              </a:ext>
            </a:extLst>
          </p:cNvPr>
          <p:cNvSpPr/>
          <p:nvPr/>
        </p:nvSpPr>
        <p:spPr>
          <a:xfrm>
            <a:off x="594360" y="1581912"/>
            <a:ext cx="8138160" cy="3931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810FFB"/>
                </a:solidFill>
                <a:effectLst/>
                <a:latin typeface="Arial" panose="020B0604020202020204" pitchFamily="34" charset="0"/>
              </a:rPr>
              <a:t>ANNUAL STAFF COURSEWARE</a:t>
            </a:r>
          </a:p>
          <a:p>
            <a:pPr algn="l">
              <a:buNone/>
            </a:pPr>
            <a:r>
              <a:rPr lang="en-US" sz="100">
                <a:effectLst/>
              </a:rPr>
              <a:t> </a:t>
            </a:r>
            <a:endParaRPr lang="en-US"/>
          </a:p>
        </p:txBody>
      </p:sp>
      <p:sp>
        <p:nvSpPr>
          <p:cNvPr id="11" name="Rectangle 10">
            <a:extLst>
              <a:ext uri="{FF2B5EF4-FFF2-40B4-BE49-F238E27FC236}">
                <a16:creationId xmlns:a16="http://schemas.microsoft.com/office/drawing/2014/main" id="{23E873DE-F18D-D129-4950-36E7C4B2808B}"/>
              </a:ext>
            </a:extLst>
          </p:cNvPr>
          <p:cNvSpPr/>
          <p:nvPr/>
        </p:nvSpPr>
        <p:spPr>
          <a:xfrm>
            <a:off x="594360" y="2231136"/>
            <a:ext cx="8110728" cy="1508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800" b="1">
                <a:solidFill>
                  <a:srgbClr val="201134"/>
                </a:solidFill>
                <a:effectLst/>
                <a:latin typeface="Arial" panose="020B0604020202020204" pitchFamily="34" charset="0"/>
              </a:rPr>
              <a:t>Data Privacy and</a:t>
            </a:r>
          </a:p>
          <a:p>
            <a:pPr algn="l">
              <a:buNone/>
            </a:pPr>
            <a:r>
              <a:rPr lang="en-US" sz="3800" b="1">
                <a:solidFill>
                  <a:srgbClr val="201134"/>
                </a:solidFill>
                <a:effectLst/>
                <a:latin typeface="Arial" panose="020B0604020202020204" pitchFamily="34" charset="0"/>
              </a:rPr>
              <a:t>Client Confidentiality</a:t>
            </a:r>
            <a:endParaRPr lang="en-US"/>
          </a:p>
        </p:txBody>
      </p:sp>
      <p:sp>
        <p:nvSpPr>
          <p:cNvPr id="15" name="Rectangle 14">
            <a:extLst>
              <a:ext uri="{FF2B5EF4-FFF2-40B4-BE49-F238E27FC236}">
                <a16:creationId xmlns:a16="http://schemas.microsoft.com/office/drawing/2014/main" id="{F1287765-C8D9-B536-4D86-7E17BF40DBC0}"/>
              </a:ext>
            </a:extLst>
          </p:cNvPr>
          <p:cNvSpPr/>
          <p:nvPr/>
        </p:nvSpPr>
        <p:spPr>
          <a:xfrm>
            <a:off x="594360" y="4005072"/>
            <a:ext cx="8110728" cy="81381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300">
                <a:solidFill>
                  <a:srgbClr val="201134"/>
                </a:solidFill>
                <a:effectLst/>
                <a:latin typeface="Arial" panose="020B0604020202020204" pitchFamily="34" charset="0"/>
              </a:rPr>
              <a:t>Use only what is needed. Share only as authorized.</a:t>
            </a:r>
          </a:p>
          <a:p>
            <a:pPr algn="l">
              <a:buNone/>
            </a:pPr>
            <a:r>
              <a:rPr lang="en-US" sz="100">
                <a:effectLst/>
              </a:rPr>
              <a:t> </a:t>
            </a:r>
            <a:endParaRPr lang="en-US"/>
          </a:p>
        </p:txBody>
      </p:sp>
      <p:sp>
        <p:nvSpPr>
          <p:cNvPr id="20" name="Rectangle 19">
            <a:extLst>
              <a:ext uri="{FF2B5EF4-FFF2-40B4-BE49-F238E27FC236}">
                <a16:creationId xmlns:a16="http://schemas.microsoft.com/office/drawing/2014/main" id="{3A38AE4D-D2A4-9173-8647-4454C600DAD8}"/>
              </a:ext>
            </a:extLst>
          </p:cNvPr>
          <p:cNvSpPr/>
          <p:nvPr/>
        </p:nvSpPr>
        <p:spPr>
          <a:xfrm>
            <a:off x="594360" y="5148072"/>
            <a:ext cx="8046720" cy="7863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62576E"/>
                </a:solidFill>
                <a:effectLst/>
                <a:latin typeface="Arial" panose="020B0604020202020204" pitchFamily="34" charset="0"/>
              </a:rPr>
              <a:t>Suggested review questions and annual attestation</a:t>
            </a:r>
          </a:p>
          <a:p>
            <a:pPr algn="l">
              <a:buNone/>
            </a:pPr>
            <a:r>
              <a:rPr lang="en-US" sz="1400">
                <a:solidFill>
                  <a:srgbClr val="62576E"/>
                </a:solidFill>
                <a:effectLst/>
                <a:latin typeface="Arial" panose="020B0604020202020204" pitchFamily="34" charset="0"/>
              </a:rPr>
              <a:t>DRAFT FOR POLICY-OWNER REVIEW | SEPTEMBER 2026</a:t>
            </a:r>
            <a:endParaRPr lang="en-US"/>
          </a:p>
        </p:txBody>
      </p:sp>
      <p:sp>
        <p:nvSpPr>
          <p:cNvPr id="26" name="Rectangle 25">
            <a:extLst>
              <a:ext uri="{FF2B5EF4-FFF2-40B4-BE49-F238E27FC236}">
                <a16:creationId xmlns:a16="http://schemas.microsoft.com/office/drawing/2014/main" id="{31307D41-5E04-332F-74ED-8D9335B96BE9}"/>
              </a:ext>
            </a:extLst>
          </p:cNvPr>
          <p:cNvSpPr/>
          <p:nvPr/>
        </p:nvSpPr>
        <p:spPr>
          <a:xfrm>
            <a:off x="9326880" y="1527048"/>
            <a:ext cx="2048256"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01</a:t>
            </a:r>
          </a:p>
          <a:p>
            <a:pPr algn="l">
              <a:buNone/>
            </a:pPr>
            <a:r>
              <a:rPr lang="en-US" sz="100">
                <a:effectLst/>
              </a:rPr>
              <a:t> </a:t>
            </a:r>
            <a:endParaRPr lang="en-US"/>
          </a:p>
        </p:txBody>
      </p:sp>
      <p:sp>
        <p:nvSpPr>
          <p:cNvPr id="33" name="Rectangle 32">
            <a:extLst>
              <a:ext uri="{FF2B5EF4-FFF2-40B4-BE49-F238E27FC236}">
                <a16:creationId xmlns:a16="http://schemas.microsoft.com/office/drawing/2014/main" id="{477CCE60-3DD6-71AE-7F19-E7BA44046EAE}"/>
              </a:ext>
            </a:extLst>
          </p:cNvPr>
          <p:cNvSpPr/>
          <p:nvPr/>
        </p:nvSpPr>
        <p:spPr>
          <a:xfrm>
            <a:off x="9326880" y="1947672"/>
            <a:ext cx="2048256"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FFFFF"/>
                </a:solidFill>
                <a:effectLst/>
                <a:latin typeface="Arial" panose="020B0604020202020204" pitchFamily="34" charset="0"/>
              </a:rPr>
              <a:t>MINIMIZE</a:t>
            </a:r>
          </a:p>
          <a:p>
            <a:pPr algn="l">
              <a:buNone/>
            </a:pPr>
            <a:r>
              <a:rPr lang="en-US" sz="100">
                <a:effectLst/>
              </a:rPr>
              <a:t> </a:t>
            </a:r>
            <a:endParaRPr lang="en-US"/>
          </a:p>
        </p:txBody>
      </p:sp>
      <p:sp>
        <p:nvSpPr>
          <p:cNvPr id="41" name="Rectangle 40">
            <a:extLst>
              <a:ext uri="{FF2B5EF4-FFF2-40B4-BE49-F238E27FC236}">
                <a16:creationId xmlns:a16="http://schemas.microsoft.com/office/drawing/2014/main" id="{1787E47A-AC84-D899-64D4-BB12406E5097}"/>
              </a:ext>
            </a:extLst>
          </p:cNvPr>
          <p:cNvSpPr/>
          <p:nvPr/>
        </p:nvSpPr>
        <p:spPr>
          <a:xfrm>
            <a:off x="9326880" y="2852928"/>
            <a:ext cx="2048256"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02</a:t>
            </a:r>
          </a:p>
          <a:p>
            <a:pPr algn="l">
              <a:buNone/>
            </a:pPr>
            <a:r>
              <a:rPr lang="en-US" sz="100">
                <a:effectLst/>
              </a:rPr>
              <a:t> </a:t>
            </a:r>
            <a:endParaRPr lang="en-US"/>
          </a:p>
        </p:txBody>
      </p:sp>
      <p:sp>
        <p:nvSpPr>
          <p:cNvPr id="50" name="Rectangle 49">
            <a:extLst>
              <a:ext uri="{FF2B5EF4-FFF2-40B4-BE49-F238E27FC236}">
                <a16:creationId xmlns:a16="http://schemas.microsoft.com/office/drawing/2014/main" id="{A34ADEC0-5CAF-B5EB-868C-AF0E56F3CC49}"/>
              </a:ext>
            </a:extLst>
          </p:cNvPr>
          <p:cNvSpPr/>
          <p:nvPr/>
        </p:nvSpPr>
        <p:spPr>
          <a:xfrm>
            <a:off x="9326880" y="3273552"/>
            <a:ext cx="2048256"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FFFFF"/>
                </a:solidFill>
                <a:effectLst/>
                <a:latin typeface="Arial" panose="020B0604020202020204" pitchFamily="34" charset="0"/>
              </a:rPr>
              <a:t>CONTROL</a:t>
            </a:r>
          </a:p>
          <a:p>
            <a:pPr algn="l">
              <a:buNone/>
            </a:pPr>
            <a:r>
              <a:rPr lang="en-US" sz="100">
                <a:effectLst/>
              </a:rPr>
              <a:t> </a:t>
            </a:r>
            <a:endParaRPr lang="en-US"/>
          </a:p>
        </p:txBody>
      </p:sp>
      <p:sp>
        <p:nvSpPr>
          <p:cNvPr id="60" name="Rectangle 59">
            <a:extLst>
              <a:ext uri="{FF2B5EF4-FFF2-40B4-BE49-F238E27FC236}">
                <a16:creationId xmlns:a16="http://schemas.microsoft.com/office/drawing/2014/main" id="{D21EBCE4-6395-72F3-23BB-7B7425108933}"/>
              </a:ext>
            </a:extLst>
          </p:cNvPr>
          <p:cNvSpPr/>
          <p:nvPr/>
        </p:nvSpPr>
        <p:spPr>
          <a:xfrm>
            <a:off x="9326880" y="4178808"/>
            <a:ext cx="2048256"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FFFFF"/>
                </a:solidFill>
                <a:effectLst/>
                <a:latin typeface="Arial" panose="020B0604020202020204" pitchFamily="34" charset="0"/>
              </a:rPr>
              <a:t>03</a:t>
            </a:r>
          </a:p>
          <a:p>
            <a:pPr algn="l">
              <a:buNone/>
            </a:pPr>
            <a:r>
              <a:rPr lang="en-US" sz="100">
                <a:effectLst/>
              </a:rPr>
              <a:t> </a:t>
            </a:r>
            <a:endParaRPr lang="en-US"/>
          </a:p>
        </p:txBody>
      </p:sp>
      <p:sp>
        <p:nvSpPr>
          <p:cNvPr id="71" name="Rectangle 70">
            <a:extLst>
              <a:ext uri="{FF2B5EF4-FFF2-40B4-BE49-F238E27FC236}">
                <a16:creationId xmlns:a16="http://schemas.microsoft.com/office/drawing/2014/main" id="{A785ADC6-B9D8-AEF1-57CE-D3AA9A69CF44}"/>
              </a:ext>
            </a:extLst>
          </p:cNvPr>
          <p:cNvSpPr/>
          <p:nvPr/>
        </p:nvSpPr>
        <p:spPr>
          <a:xfrm>
            <a:off x="9326880" y="4599432"/>
            <a:ext cx="2048256"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FFFFF"/>
                </a:solidFill>
                <a:effectLst/>
                <a:latin typeface="Arial" panose="020B0604020202020204" pitchFamily="34" charset="0"/>
              </a:rPr>
              <a:t>PROTECT</a:t>
            </a:r>
          </a:p>
          <a:p>
            <a:pPr algn="l">
              <a:buNone/>
            </a:pPr>
            <a:r>
              <a:rPr lang="en-US" sz="100">
                <a:effectLst/>
              </a:rPr>
              <a:t>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83" name="Rectangle 82">
            <a:extLst>
              <a:ext uri="{FF2B5EF4-FFF2-40B4-BE49-F238E27FC236}">
                <a16:creationId xmlns:a16="http://schemas.microsoft.com/office/drawing/2014/main" id="{6CE6F847-00B4-EC37-F80C-B9C6A0F14E69}"/>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COURSE OBJECTIVES</a:t>
            </a:r>
          </a:p>
          <a:p>
            <a:pPr algn="l">
              <a:buNone/>
            </a:pPr>
            <a:r>
              <a:rPr lang="en-US" sz="100">
                <a:effectLst/>
              </a:rPr>
              <a:t> </a:t>
            </a:r>
            <a:endParaRPr lang="en-US"/>
          </a:p>
        </p:txBody>
      </p:sp>
      <p:sp>
        <p:nvSpPr>
          <p:cNvPr id="96" name="Rectangle 95">
            <a:extLst>
              <a:ext uri="{FF2B5EF4-FFF2-40B4-BE49-F238E27FC236}">
                <a16:creationId xmlns:a16="http://schemas.microsoft.com/office/drawing/2014/main" id="{C2D05815-2D02-DA41-5CD2-7561778C2DB1}"/>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What you should be able to do</a:t>
            </a:r>
          </a:p>
          <a:p>
            <a:pPr algn="l">
              <a:buNone/>
            </a:pPr>
            <a:r>
              <a:rPr lang="en-US" sz="100">
                <a:effectLst/>
              </a:rPr>
              <a:t> </a:t>
            </a:r>
            <a:endParaRPr lang="en-US"/>
          </a:p>
        </p:txBody>
      </p:sp>
      <p:sp>
        <p:nvSpPr>
          <p:cNvPr id="110" name="Rectangle 109">
            <a:extLst>
              <a:ext uri="{FF2B5EF4-FFF2-40B4-BE49-F238E27FC236}">
                <a16:creationId xmlns:a16="http://schemas.microsoft.com/office/drawing/2014/main" id="{9C897EAA-954E-632C-2431-4C6B96DA04DE}"/>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Training design: draft baseline; policies and contract requirements govern.</a:t>
            </a:r>
          </a:p>
          <a:p>
            <a:pPr algn="l">
              <a:buNone/>
            </a:pPr>
            <a:r>
              <a:rPr lang="en-US" sz="100">
                <a:effectLst/>
              </a:rPr>
              <a:t> </a:t>
            </a:r>
            <a:endParaRPr lang="en-US"/>
          </a:p>
        </p:txBody>
      </p:sp>
      <p:sp>
        <p:nvSpPr>
          <p:cNvPr id="125" name="Rectangle 124">
            <a:extLst>
              <a:ext uri="{FF2B5EF4-FFF2-40B4-BE49-F238E27FC236}">
                <a16:creationId xmlns:a16="http://schemas.microsoft.com/office/drawing/2014/main" id="{BC9D6229-B5B9-2049-FF0F-40FA7DAA4775}"/>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41" name="Rectangle 140">
            <a:extLst>
              <a:ext uri="{FF2B5EF4-FFF2-40B4-BE49-F238E27FC236}">
                <a16:creationId xmlns:a16="http://schemas.microsoft.com/office/drawing/2014/main" id="{30CBE0DA-C0F3-52B8-9A3F-8392AB391838}"/>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02</a:t>
            </a:r>
          </a:p>
          <a:p>
            <a:pPr algn="r">
              <a:buNone/>
            </a:pPr>
            <a:r>
              <a:rPr lang="en-US" sz="100">
                <a:effectLst/>
              </a:rPr>
              <a:t> </a:t>
            </a:r>
            <a:endParaRPr lang="en-US"/>
          </a:p>
        </p:txBody>
      </p:sp>
      <p:sp>
        <p:nvSpPr>
          <p:cNvPr id="158" name="Rectangle 157">
            <a:extLst>
              <a:ext uri="{FF2B5EF4-FFF2-40B4-BE49-F238E27FC236}">
                <a16:creationId xmlns:a16="http://schemas.microsoft.com/office/drawing/2014/main" id="{5574331C-2F7C-DA06-E4D7-AC4CBDD61921}"/>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79EB2D65-4ADA-531D-9A7C-E06A5DC9F341}"/>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Outcome 1</a:t>
            </a:r>
          </a:p>
          <a:p>
            <a:pPr algn="l">
              <a:buNone/>
            </a:pPr>
            <a:r>
              <a:rPr lang="en-US" sz="100">
                <a:effectLst/>
              </a:rPr>
              <a:t> </a:t>
            </a:r>
            <a:endParaRPr lang="en-US"/>
          </a:p>
        </p:txBody>
      </p:sp>
      <p:sp>
        <p:nvSpPr>
          <p:cNvPr id="195" name="Rectangle 194">
            <a:extLst>
              <a:ext uri="{FF2B5EF4-FFF2-40B4-BE49-F238E27FC236}">
                <a16:creationId xmlns:a16="http://schemas.microsoft.com/office/drawing/2014/main" id="{91DFE366-5ED2-8121-1AF7-7CADB13F2C5A}"/>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Distinguish privacy from confidentiality.</a:t>
            </a:r>
          </a:p>
          <a:p>
            <a:pPr algn="l">
              <a:buNone/>
            </a:pPr>
            <a:r>
              <a:rPr lang="en-US" sz="100">
                <a:effectLst/>
              </a:rPr>
              <a:t> </a:t>
            </a:r>
            <a:endParaRPr lang="en-US"/>
          </a:p>
        </p:txBody>
      </p:sp>
      <p:sp>
        <p:nvSpPr>
          <p:cNvPr id="215" name="Rectangle 214">
            <a:extLst>
              <a:ext uri="{FF2B5EF4-FFF2-40B4-BE49-F238E27FC236}">
                <a16:creationId xmlns:a16="http://schemas.microsoft.com/office/drawing/2014/main" id="{CA14DE92-8706-8177-08CC-8B5B7AA47214}"/>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663D5DD1-9B15-D96A-8033-4D2846BE15A3}"/>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Outcome 2</a:t>
            </a:r>
          </a:p>
          <a:p>
            <a:pPr algn="l">
              <a:buNone/>
            </a:pPr>
            <a:r>
              <a:rPr lang="en-US" sz="100">
                <a:effectLst/>
              </a:rPr>
              <a:t> </a:t>
            </a:r>
            <a:endParaRPr lang="en-US"/>
          </a:p>
        </p:txBody>
      </p:sp>
      <p:sp>
        <p:nvSpPr>
          <p:cNvPr id="258" name="Rectangle 257">
            <a:extLst>
              <a:ext uri="{FF2B5EF4-FFF2-40B4-BE49-F238E27FC236}">
                <a16:creationId xmlns:a16="http://schemas.microsoft.com/office/drawing/2014/main" id="{FDBF72BA-B87C-908D-B305-67B06C947C41}"/>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Limit collection, use, sharing, and retention.</a:t>
            </a:r>
          </a:p>
          <a:p>
            <a:pPr algn="l">
              <a:buNone/>
            </a:pPr>
            <a:r>
              <a:rPr lang="en-US" sz="100">
                <a:effectLst/>
              </a:rPr>
              <a:t> </a:t>
            </a:r>
            <a:endParaRPr lang="en-US"/>
          </a:p>
        </p:txBody>
      </p:sp>
      <p:sp>
        <p:nvSpPr>
          <p:cNvPr id="281" name="Rectangle 280">
            <a:extLst>
              <a:ext uri="{FF2B5EF4-FFF2-40B4-BE49-F238E27FC236}">
                <a16:creationId xmlns:a16="http://schemas.microsoft.com/office/drawing/2014/main" id="{CA6F3499-B4DC-6EFF-49EA-9362E271632B}"/>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EE3161FB-0C0D-A63A-AC0A-0F1C59885ABA}"/>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Outcome 3</a:t>
            </a:r>
          </a:p>
          <a:p>
            <a:pPr algn="l">
              <a:buNone/>
            </a:pPr>
            <a:r>
              <a:rPr lang="en-US" sz="100">
                <a:effectLst/>
              </a:rPr>
              <a:t> </a:t>
            </a:r>
            <a:endParaRPr lang="en-US"/>
          </a:p>
        </p:txBody>
      </p:sp>
      <p:sp>
        <p:nvSpPr>
          <p:cNvPr id="330" name="Rectangle 329">
            <a:extLst>
              <a:ext uri="{FF2B5EF4-FFF2-40B4-BE49-F238E27FC236}">
                <a16:creationId xmlns:a16="http://schemas.microsoft.com/office/drawing/2014/main" id="{734C2BE7-1BBC-5B5C-712E-EF77500525F5}"/>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Escalate requests and suspected disclosures.</a:t>
            </a:r>
          </a:p>
          <a:p>
            <a:pPr algn="l">
              <a:buNone/>
            </a:pPr>
            <a:r>
              <a:rPr lang="en-US" sz="100">
                <a:effectLst/>
              </a:rPr>
              <a:t> </a:t>
            </a:r>
            <a:endParaRPr lang="en-US"/>
          </a:p>
        </p:txBody>
      </p:sp>
      <p:pic>
        <p:nvPicPr>
          <p:cNvPr id="12252" name="synozur-logo" descr="Synozur Alliance official logo">
            <a:extLst>
              <a:ext uri="{FF2B5EF4-FFF2-40B4-BE49-F238E27FC236}">
                <a16:creationId xmlns:a16="http://schemas.microsoft.com/office/drawing/2014/main" id="{F59F848F-EABE-9D3E-7EC1-EBDDF300E2D7}"/>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703691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356" name="Rectangle 355">
            <a:extLst>
              <a:ext uri="{FF2B5EF4-FFF2-40B4-BE49-F238E27FC236}">
                <a16:creationId xmlns:a16="http://schemas.microsoft.com/office/drawing/2014/main" id="{49038FBB-7693-696C-0C91-78AD7F63C7DE}"/>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01</a:t>
            </a:r>
          </a:p>
          <a:p>
            <a:pPr algn="l">
              <a:buNone/>
            </a:pPr>
            <a:r>
              <a:rPr lang="en-US" sz="100">
                <a:effectLst/>
              </a:rPr>
              <a:t> </a:t>
            </a:r>
            <a:endParaRPr lang="en-US"/>
          </a:p>
        </p:txBody>
      </p:sp>
      <p:sp>
        <p:nvSpPr>
          <p:cNvPr id="383" name="Rectangle 382">
            <a:extLst>
              <a:ext uri="{FF2B5EF4-FFF2-40B4-BE49-F238E27FC236}">
                <a16:creationId xmlns:a16="http://schemas.microsoft.com/office/drawing/2014/main" id="{2778BAD4-D89E-39B0-DACE-6B5B2CC6801C}"/>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Privacy and confidentiality work together</a:t>
            </a:r>
          </a:p>
          <a:p>
            <a:pPr algn="l">
              <a:buNone/>
            </a:pPr>
            <a:r>
              <a:rPr lang="en-US" sz="100">
                <a:effectLst/>
              </a:rPr>
              <a:t> </a:t>
            </a:r>
            <a:endParaRPr lang="en-US"/>
          </a:p>
        </p:txBody>
      </p:sp>
      <p:sp>
        <p:nvSpPr>
          <p:cNvPr id="411" name="Rectangle 410">
            <a:extLst>
              <a:ext uri="{FF2B5EF4-FFF2-40B4-BE49-F238E27FC236}">
                <a16:creationId xmlns:a16="http://schemas.microsoft.com/office/drawing/2014/main" id="{F9F8F9F3-91F7-75C3-1D47-AC6E9EEB6AD1}"/>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IT Policy: sections 1-3; NIST Privacy Framework 1.0: introduction</a:t>
            </a:r>
          </a:p>
          <a:p>
            <a:pPr algn="l">
              <a:buNone/>
            </a:pPr>
            <a:r>
              <a:rPr lang="en-US" sz="100">
                <a:effectLst/>
              </a:rPr>
              <a:t> </a:t>
            </a:r>
            <a:endParaRPr lang="en-US"/>
          </a:p>
        </p:txBody>
      </p:sp>
      <p:sp>
        <p:nvSpPr>
          <p:cNvPr id="440" name="Rectangle 439">
            <a:extLst>
              <a:ext uri="{FF2B5EF4-FFF2-40B4-BE49-F238E27FC236}">
                <a16:creationId xmlns:a16="http://schemas.microsoft.com/office/drawing/2014/main" id="{711F3242-0733-7B26-9A9A-B50FFD6F5E63}"/>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470" name="Rectangle 469">
            <a:extLst>
              <a:ext uri="{FF2B5EF4-FFF2-40B4-BE49-F238E27FC236}">
                <a16:creationId xmlns:a16="http://schemas.microsoft.com/office/drawing/2014/main" id="{14645D75-0834-A9E3-C51D-FAE1442FFCE0}"/>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03</a:t>
            </a:r>
          </a:p>
          <a:p>
            <a:pPr algn="r">
              <a:buNone/>
            </a:pPr>
            <a:r>
              <a:rPr lang="en-US" sz="100">
                <a:effectLst/>
              </a:rPr>
              <a:t> </a:t>
            </a:r>
            <a:endParaRPr lang="en-US"/>
          </a:p>
        </p:txBody>
      </p:sp>
      <p:sp>
        <p:nvSpPr>
          <p:cNvPr id="501" name="Rectangle 500">
            <a:extLst>
              <a:ext uri="{FF2B5EF4-FFF2-40B4-BE49-F238E27FC236}">
                <a16:creationId xmlns:a16="http://schemas.microsoft.com/office/drawing/2014/main" id="{9E9297E1-E255-FA6E-E148-D52874BE3D49}"/>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750AA581-6870-5196-61AC-3F259F3A496E}"/>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566" name="Rectangle 565">
            <a:extLst>
              <a:ext uri="{FF2B5EF4-FFF2-40B4-BE49-F238E27FC236}">
                <a16:creationId xmlns:a16="http://schemas.microsoft.com/office/drawing/2014/main" id="{BCB4F8E9-FD86-73B8-E37E-A656EE2CF999}"/>
              </a:ext>
            </a:extLst>
          </p:cNvPr>
          <p:cNvSpPr/>
          <p:nvPr/>
        </p:nvSpPr>
        <p:spPr>
          <a:xfrm>
            <a:off x="813816"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Privacy protects people</a:t>
            </a:r>
          </a:p>
          <a:p>
            <a:pPr algn="l">
              <a:buNone/>
            </a:pPr>
            <a:r>
              <a:rPr lang="en-US" sz="100">
                <a:effectLst/>
              </a:rPr>
              <a:t> </a:t>
            </a:r>
            <a:endParaRPr lang="en-US"/>
          </a:p>
        </p:txBody>
      </p:sp>
      <p:sp>
        <p:nvSpPr>
          <p:cNvPr id="600" name="Rectangle 599">
            <a:extLst>
              <a:ext uri="{FF2B5EF4-FFF2-40B4-BE49-F238E27FC236}">
                <a16:creationId xmlns:a16="http://schemas.microsoft.com/office/drawing/2014/main" id="{C05ED1C8-1AD2-6ED3-32FC-AE3A69347DF2}"/>
              </a:ext>
            </a:extLst>
          </p:cNvPr>
          <p:cNvSpPr/>
          <p:nvPr/>
        </p:nvSpPr>
        <p:spPr>
          <a:xfrm>
            <a:off x="813816"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Personal data can identify or relate to a person: contacts, HR records, survey responses, or user activity.</a:t>
            </a:r>
          </a:p>
          <a:p>
            <a:pPr algn="l">
              <a:buNone/>
            </a:pPr>
            <a:r>
              <a:rPr lang="en-US" sz="100">
                <a:effectLst/>
              </a:rPr>
              <a:t> </a:t>
            </a:r>
            <a:endParaRPr lang="en-US"/>
          </a:p>
        </p:txBody>
      </p:sp>
      <p:sp>
        <p:nvSpPr>
          <p:cNvPr id="635" name="Rectangle 634">
            <a:extLst>
              <a:ext uri="{FF2B5EF4-FFF2-40B4-BE49-F238E27FC236}">
                <a16:creationId xmlns:a16="http://schemas.microsoft.com/office/drawing/2014/main" id="{8B3F5C63-8832-22D6-386D-99F2825EFEDF}"/>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1" name="Rectangle 670">
            <a:extLst>
              <a:ext uri="{FF2B5EF4-FFF2-40B4-BE49-F238E27FC236}">
                <a16:creationId xmlns:a16="http://schemas.microsoft.com/office/drawing/2014/main" id="{3EF88317-1C79-0EC8-E316-9DD3BDE10A5F}"/>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708" name="Rectangle 707">
            <a:extLst>
              <a:ext uri="{FF2B5EF4-FFF2-40B4-BE49-F238E27FC236}">
                <a16:creationId xmlns:a16="http://schemas.microsoft.com/office/drawing/2014/main" id="{A7A036F6-E86F-7A64-8A13-832B9E9AC73F}"/>
              </a:ext>
            </a:extLst>
          </p:cNvPr>
          <p:cNvSpPr/>
          <p:nvPr/>
        </p:nvSpPr>
        <p:spPr>
          <a:xfrm>
            <a:off x="4544568"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Confidentiality protects trust</a:t>
            </a:r>
          </a:p>
          <a:p>
            <a:pPr algn="l">
              <a:buNone/>
            </a:pPr>
            <a:r>
              <a:rPr lang="en-US" sz="100">
                <a:effectLst/>
              </a:rPr>
              <a:t> </a:t>
            </a:r>
            <a:endParaRPr lang="en-US"/>
          </a:p>
        </p:txBody>
      </p:sp>
      <p:sp>
        <p:nvSpPr>
          <p:cNvPr id="746" name="Rectangle 745">
            <a:extLst>
              <a:ext uri="{FF2B5EF4-FFF2-40B4-BE49-F238E27FC236}">
                <a16:creationId xmlns:a16="http://schemas.microsoft.com/office/drawing/2014/main" id="{839BC433-667D-D087-D5FD-2E27B31657D0}"/>
              </a:ext>
            </a:extLst>
          </p:cNvPr>
          <p:cNvSpPr/>
          <p:nvPr/>
        </p:nvSpPr>
        <p:spPr>
          <a:xfrm>
            <a:off x="4544568" y="3642829"/>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Client plans, pricing, source code, and work products can be confidential without naming a person.</a:t>
            </a:r>
          </a:p>
          <a:p>
            <a:pPr algn="l">
              <a:buNone/>
            </a:pPr>
            <a:r>
              <a:rPr lang="en-US" sz="100">
                <a:effectLst/>
              </a:rPr>
              <a:t> </a:t>
            </a:r>
            <a:endParaRPr lang="en-US"/>
          </a:p>
        </p:txBody>
      </p:sp>
      <p:sp>
        <p:nvSpPr>
          <p:cNvPr id="785" name="Rectangle 784">
            <a:extLst>
              <a:ext uri="{FF2B5EF4-FFF2-40B4-BE49-F238E27FC236}">
                <a16:creationId xmlns:a16="http://schemas.microsoft.com/office/drawing/2014/main" id="{2BC086C5-D505-5AE3-B910-1CD6CB1DB42C}"/>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18B9FD7D-BCA9-FDE3-A0D3-BD8B5D1BBF3F}"/>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866" name="Rectangle 865">
            <a:extLst>
              <a:ext uri="{FF2B5EF4-FFF2-40B4-BE49-F238E27FC236}">
                <a16:creationId xmlns:a16="http://schemas.microsoft.com/office/drawing/2014/main" id="{B23689F0-71BB-8C27-B7DC-FFBC1FDE5995}"/>
              </a:ext>
            </a:extLst>
          </p:cNvPr>
          <p:cNvSpPr/>
          <p:nvPr/>
        </p:nvSpPr>
        <p:spPr>
          <a:xfrm>
            <a:off x="8275320"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Security supports both</a:t>
            </a:r>
          </a:p>
          <a:p>
            <a:pPr algn="l">
              <a:buNone/>
            </a:pPr>
            <a:r>
              <a:rPr lang="en-US" sz="100">
                <a:effectLst/>
              </a:rPr>
              <a:t> </a:t>
            </a:r>
            <a:endParaRPr lang="en-US"/>
          </a:p>
        </p:txBody>
      </p:sp>
      <p:sp>
        <p:nvSpPr>
          <p:cNvPr id="908" name="Rectangle 907">
            <a:extLst>
              <a:ext uri="{FF2B5EF4-FFF2-40B4-BE49-F238E27FC236}">
                <a16:creationId xmlns:a16="http://schemas.microsoft.com/office/drawing/2014/main" id="{FF59682C-B04D-7D41-B792-BE0E7C2CC5AD}"/>
              </a:ext>
            </a:extLst>
          </p:cNvPr>
          <p:cNvSpPr/>
          <p:nvPr/>
        </p:nvSpPr>
        <p:spPr>
          <a:xfrm>
            <a:off x="8275320" y="3642829"/>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Access controls and encryption help. A secure system can still use data for an unauthorized purpose.</a:t>
            </a:r>
          </a:p>
          <a:p>
            <a:pPr algn="l">
              <a:buNone/>
            </a:pPr>
            <a:r>
              <a:rPr lang="en-US" sz="100">
                <a:effectLst/>
              </a:rPr>
              <a:t> </a:t>
            </a:r>
            <a:endParaRPr lang="en-US"/>
          </a:p>
        </p:txBody>
      </p:sp>
      <p:pic>
        <p:nvPicPr>
          <p:cNvPr id="12253" name="synozur-logo" descr="Synozur Alliance official logo">
            <a:extLst>
              <a:ext uri="{FF2B5EF4-FFF2-40B4-BE49-F238E27FC236}">
                <a16:creationId xmlns:a16="http://schemas.microsoft.com/office/drawing/2014/main" id="{92D7D4B2-DFF7-9202-F8E7-AFEFA806FDF8}"/>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662948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951" name="Rectangle 950">
            <a:extLst>
              <a:ext uri="{FF2B5EF4-FFF2-40B4-BE49-F238E27FC236}">
                <a16:creationId xmlns:a16="http://schemas.microsoft.com/office/drawing/2014/main" id="{A0FC0C96-FD7C-E6BA-3C48-D60BF9FDF4DC}"/>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02</a:t>
            </a:r>
          </a:p>
          <a:p>
            <a:pPr algn="l">
              <a:buNone/>
            </a:pPr>
            <a:r>
              <a:rPr lang="en-US" sz="100">
                <a:effectLst/>
              </a:rPr>
              <a:t> </a:t>
            </a:r>
            <a:endParaRPr lang="en-US"/>
          </a:p>
        </p:txBody>
      </p:sp>
      <p:sp>
        <p:nvSpPr>
          <p:cNvPr id="995" name="Rectangle 994">
            <a:extLst>
              <a:ext uri="{FF2B5EF4-FFF2-40B4-BE49-F238E27FC236}">
                <a16:creationId xmlns:a16="http://schemas.microsoft.com/office/drawing/2014/main" id="{E9A8C660-A682-DDBE-D3F7-D812F1B3666D}"/>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Collect for a clear purpose</a:t>
            </a:r>
          </a:p>
          <a:p>
            <a:pPr algn="l">
              <a:buNone/>
            </a:pPr>
            <a:r>
              <a:rPr lang="en-US" sz="100">
                <a:effectLst/>
              </a:rPr>
              <a:t> </a:t>
            </a:r>
            <a:endParaRPr lang="en-US"/>
          </a:p>
        </p:txBody>
      </p:sp>
      <p:sp>
        <p:nvSpPr>
          <p:cNvPr id="1040" name="Rectangle 1039">
            <a:extLst>
              <a:ext uri="{FF2B5EF4-FFF2-40B4-BE49-F238E27FC236}">
                <a16:creationId xmlns:a16="http://schemas.microsoft.com/office/drawing/2014/main" id="{E02524AC-7157-8482-F1E2-CCFE01BA1CDD}"/>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NIST Privacy Framework 1.0: ID.IM-P, CT.PO-P, CT.DM-P</a:t>
            </a:r>
          </a:p>
          <a:p>
            <a:pPr algn="l">
              <a:buNone/>
            </a:pPr>
            <a:r>
              <a:rPr lang="en-US" sz="100">
                <a:effectLst/>
              </a:rPr>
              <a:t> </a:t>
            </a:r>
            <a:endParaRPr lang="en-US"/>
          </a:p>
        </p:txBody>
      </p:sp>
      <p:sp>
        <p:nvSpPr>
          <p:cNvPr id="1086" name="Rectangle 1085">
            <a:extLst>
              <a:ext uri="{FF2B5EF4-FFF2-40B4-BE49-F238E27FC236}">
                <a16:creationId xmlns:a16="http://schemas.microsoft.com/office/drawing/2014/main" id="{3B472F5F-E568-BF54-FF7B-4EE6E3F944D8}"/>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133" name="Rectangle 1132">
            <a:extLst>
              <a:ext uri="{FF2B5EF4-FFF2-40B4-BE49-F238E27FC236}">
                <a16:creationId xmlns:a16="http://schemas.microsoft.com/office/drawing/2014/main" id="{E5AC7688-2131-C30D-D53E-5390990EF4A5}"/>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04</a:t>
            </a:r>
          </a:p>
          <a:p>
            <a:pPr algn="r">
              <a:buNone/>
            </a:pPr>
            <a:r>
              <a:rPr lang="en-US" sz="100">
                <a:effectLst/>
              </a:rPr>
              <a:t> </a:t>
            </a:r>
            <a:endParaRPr lang="en-US"/>
          </a:p>
        </p:txBody>
      </p:sp>
      <p:sp>
        <p:nvSpPr>
          <p:cNvPr id="1181" name="Rectangle 1180">
            <a:extLst>
              <a:ext uri="{FF2B5EF4-FFF2-40B4-BE49-F238E27FC236}">
                <a16:creationId xmlns:a16="http://schemas.microsoft.com/office/drawing/2014/main" id="{65D15262-1307-7D17-6201-769089654D7D}"/>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0" name="Rectangle 1229">
            <a:extLst>
              <a:ext uri="{FF2B5EF4-FFF2-40B4-BE49-F238E27FC236}">
                <a16:creationId xmlns:a16="http://schemas.microsoft.com/office/drawing/2014/main" id="{C18ECCC7-D74C-68EF-B482-2FF5D396C140}"/>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Define the purpose</a:t>
            </a:r>
          </a:p>
          <a:p>
            <a:pPr algn="l">
              <a:buNone/>
            </a:pPr>
            <a:r>
              <a:rPr lang="en-US" sz="100">
                <a:effectLst/>
              </a:rPr>
              <a:t> </a:t>
            </a:r>
            <a:endParaRPr lang="en-US"/>
          </a:p>
        </p:txBody>
      </p:sp>
      <p:sp>
        <p:nvSpPr>
          <p:cNvPr id="1280" name="Rectangle 1279">
            <a:extLst>
              <a:ext uri="{FF2B5EF4-FFF2-40B4-BE49-F238E27FC236}">
                <a16:creationId xmlns:a16="http://schemas.microsoft.com/office/drawing/2014/main" id="{6BBAEBEF-D618-74E7-FD9D-BFE9D2F60DD5}"/>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Know why the task needs personal or client data and who approved the use.</a:t>
            </a:r>
          </a:p>
          <a:p>
            <a:pPr algn="l">
              <a:buNone/>
            </a:pPr>
            <a:r>
              <a:rPr lang="en-US" sz="100">
                <a:effectLst/>
              </a:rPr>
              <a:t> </a:t>
            </a:r>
            <a:endParaRPr lang="en-US"/>
          </a:p>
        </p:txBody>
      </p:sp>
      <p:sp>
        <p:nvSpPr>
          <p:cNvPr id="1331" name="Rectangle 1330">
            <a:extLst>
              <a:ext uri="{FF2B5EF4-FFF2-40B4-BE49-F238E27FC236}">
                <a16:creationId xmlns:a16="http://schemas.microsoft.com/office/drawing/2014/main" id="{03B3A51A-9FB4-E18D-C2BF-DBA86D15BDB7}"/>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3" name="Rectangle 1382">
            <a:extLst>
              <a:ext uri="{FF2B5EF4-FFF2-40B4-BE49-F238E27FC236}">
                <a16:creationId xmlns:a16="http://schemas.microsoft.com/office/drawing/2014/main" id="{1C01677B-AB0E-59C3-479E-9685CF5A23AC}"/>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Minimize the data</a:t>
            </a:r>
          </a:p>
          <a:p>
            <a:pPr algn="l">
              <a:buNone/>
            </a:pPr>
            <a:r>
              <a:rPr lang="en-US" sz="100">
                <a:effectLst/>
              </a:rPr>
              <a:t> </a:t>
            </a:r>
            <a:endParaRPr lang="en-US"/>
          </a:p>
        </p:txBody>
      </p:sp>
      <p:sp>
        <p:nvSpPr>
          <p:cNvPr id="1436" name="Rectangle 1435">
            <a:extLst>
              <a:ext uri="{FF2B5EF4-FFF2-40B4-BE49-F238E27FC236}">
                <a16:creationId xmlns:a16="http://schemas.microsoft.com/office/drawing/2014/main" id="{2E4AAA39-0C49-14D0-BEE3-29D369CFF054}"/>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Collect only necessary fields. Prefer synthetic or properly de-identified examples for demonstrations.</a:t>
            </a:r>
          </a:p>
          <a:p>
            <a:pPr algn="l">
              <a:buNone/>
            </a:pPr>
            <a:r>
              <a:rPr lang="en-US" sz="100">
                <a:effectLst/>
              </a:rPr>
              <a:t> </a:t>
            </a:r>
            <a:endParaRPr lang="en-US"/>
          </a:p>
        </p:txBody>
      </p:sp>
      <p:sp>
        <p:nvSpPr>
          <p:cNvPr id="1490" name="Rectangle 1489">
            <a:extLst>
              <a:ext uri="{FF2B5EF4-FFF2-40B4-BE49-F238E27FC236}">
                <a16:creationId xmlns:a16="http://schemas.microsoft.com/office/drawing/2014/main" id="{E1F3C20C-9897-D585-6832-720C278D19B8}"/>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45" name="Rectangle 1544">
            <a:extLst>
              <a:ext uri="{FF2B5EF4-FFF2-40B4-BE49-F238E27FC236}">
                <a16:creationId xmlns:a16="http://schemas.microsoft.com/office/drawing/2014/main" id="{744D424A-D1E6-33F5-5F83-6A81C8AF21DA}"/>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Check before reusing</a:t>
            </a:r>
          </a:p>
          <a:p>
            <a:pPr algn="l">
              <a:buNone/>
            </a:pPr>
            <a:r>
              <a:rPr lang="en-US" sz="100">
                <a:effectLst/>
              </a:rPr>
              <a:t> </a:t>
            </a:r>
            <a:endParaRPr lang="en-US"/>
          </a:p>
        </p:txBody>
      </p:sp>
      <p:sp>
        <p:nvSpPr>
          <p:cNvPr id="1601" name="Rectangle 1600">
            <a:extLst>
              <a:ext uri="{FF2B5EF4-FFF2-40B4-BE49-F238E27FC236}">
                <a16:creationId xmlns:a16="http://schemas.microsoft.com/office/drawing/2014/main" id="{3E5C8484-669C-9CAE-B7A3-8167A7E70705}"/>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A new client, AI tool, marketing use, or analysis may need a fresh approval.</a:t>
            </a:r>
          </a:p>
          <a:p>
            <a:pPr algn="l">
              <a:buNone/>
            </a:pPr>
            <a:r>
              <a:rPr lang="en-US" sz="100">
                <a:effectLst/>
              </a:rPr>
              <a:t> </a:t>
            </a:r>
            <a:endParaRPr lang="en-US"/>
          </a:p>
        </p:txBody>
      </p:sp>
      <p:pic>
        <p:nvPicPr>
          <p:cNvPr id="12254" name="synozur-logo" descr="Synozur Alliance official logo">
            <a:extLst>
              <a:ext uri="{FF2B5EF4-FFF2-40B4-BE49-F238E27FC236}">
                <a16:creationId xmlns:a16="http://schemas.microsoft.com/office/drawing/2014/main" id="{29486340-B51B-DE1B-05F5-6D49F7DAAD96}"/>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032707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658" name="Rectangle 1657">
            <a:extLst>
              <a:ext uri="{FF2B5EF4-FFF2-40B4-BE49-F238E27FC236}">
                <a16:creationId xmlns:a16="http://schemas.microsoft.com/office/drawing/2014/main" id="{337E114C-430F-2CEE-6A92-3C506F1FF971}"/>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03</a:t>
            </a:r>
          </a:p>
          <a:p>
            <a:pPr algn="l">
              <a:buNone/>
            </a:pPr>
            <a:r>
              <a:rPr lang="en-US" sz="100">
                <a:effectLst/>
              </a:rPr>
              <a:t> </a:t>
            </a:r>
            <a:endParaRPr lang="en-US"/>
          </a:p>
        </p:txBody>
      </p:sp>
      <p:sp>
        <p:nvSpPr>
          <p:cNvPr id="1716" name="Rectangle 1715">
            <a:extLst>
              <a:ext uri="{FF2B5EF4-FFF2-40B4-BE49-F238E27FC236}">
                <a16:creationId xmlns:a16="http://schemas.microsoft.com/office/drawing/2014/main" id="{8DE09E58-3F85-2B38-CE65-793BEC3AEFA9}"/>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Respect the data classification</a:t>
            </a:r>
          </a:p>
          <a:p>
            <a:pPr algn="l">
              <a:buNone/>
            </a:pPr>
            <a:r>
              <a:rPr lang="en-US" sz="100">
                <a:effectLst/>
              </a:rPr>
              <a:t> </a:t>
            </a:r>
            <a:endParaRPr lang="en-US"/>
          </a:p>
        </p:txBody>
      </p:sp>
      <p:sp>
        <p:nvSpPr>
          <p:cNvPr id="1775" name="Rectangle 1774">
            <a:extLst>
              <a:ext uri="{FF2B5EF4-FFF2-40B4-BE49-F238E27FC236}">
                <a16:creationId xmlns:a16="http://schemas.microsoft.com/office/drawing/2014/main" id="{6A8E2215-5321-A75E-C300-9355E0477DD4}"/>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IT Policy: section 2; Security Policy: sections 3, 6, 8</a:t>
            </a:r>
          </a:p>
          <a:p>
            <a:pPr algn="l">
              <a:buNone/>
            </a:pPr>
            <a:r>
              <a:rPr lang="en-US" sz="100">
                <a:effectLst/>
              </a:rPr>
              <a:t> </a:t>
            </a:r>
            <a:endParaRPr lang="en-US"/>
          </a:p>
        </p:txBody>
      </p:sp>
      <p:sp>
        <p:nvSpPr>
          <p:cNvPr id="1835" name="Rectangle 1834">
            <a:extLst>
              <a:ext uri="{FF2B5EF4-FFF2-40B4-BE49-F238E27FC236}">
                <a16:creationId xmlns:a16="http://schemas.microsoft.com/office/drawing/2014/main" id="{BC47884A-3257-5CDA-549B-DE15674FD233}"/>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896" name="Rectangle 1895">
            <a:extLst>
              <a:ext uri="{FF2B5EF4-FFF2-40B4-BE49-F238E27FC236}">
                <a16:creationId xmlns:a16="http://schemas.microsoft.com/office/drawing/2014/main" id="{7A40BFAC-27FD-0599-B023-369A3A710C5F}"/>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05</a:t>
            </a:r>
          </a:p>
          <a:p>
            <a:pPr algn="r">
              <a:buNone/>
            </a:pPr>
            <a:r>
              <a:rPr lang="en-US" sz="100">
                <a:effectLst/>
              </a:rPr>
              <a:t> </a:t>
            </a:r>
            <a:endParaRPr lang="en-US"/>
          </a:p>
        </p:txBody>
      </p:sp>
      <p:sp>
        <p:nvSpPr>
          <p:cNvPr id="1958" name="Rectangle 1957">
            <a:extLst>
              <a:ext uri="{FF2B5EF4-FFF2-40B4-BE49-F238E27FC236}">
                <a16:creationId xmlns:a16="http://schemas.microsoft.com/office/drawing/2014/main" id="{A3C421BF-5717-5ED0-2DD8-DA4771ED6151}"/>
              </a:ext>
            </a:extLst>
          </p:cNvPr>
          <p:cNvSpPr/>
          <p:nvPr/>
        </p:nvSpPr>
        <p:spPr>
          <a:xfrm>
            <a:off x="594360" y="2011680"/>
            <a:ext cx="3721608" cy="3575304"/>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1" name="Rectangle 2020">
            <a:extLst>
              <a:ext uri="{FF2B5EF4-FFF2-40B4-BE49-F238E27FC236}">
                <a16:creationId xmlns:a16="http://schemas.microsoft.com/office/drawing/2014/main" id="{AAEECEEE-D07E-8908-86BD-CCFB58F310D4}"/>
              </a:ext>
            </a:extLst>
          </p:cNvPr>
          <p:cNvSpPr/>
          <p:nvPr/>
        </p:nvSpPr>
        <p:spPr>
          <a:xfrm>
            <a:off x="859536" y="2331720"/>
            <a:ext cx="3172968" cy="10789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500" b="1">
                <a:solidFill>
                  <a:srgbClr val="FFFFFF"/>
                </a:solidFill>
                <a:effectLst/>
                <a:latin typeface="Arial" panose="020B0604020202020204" pitchFamily="34" charset="0"/>
              </a:rPr>
              <a:t>Check the label and contract</a:t>
            </a:r>
          </a:p>
          <a:p>
            <a:pPr algn="l">
              <a:buNone/>
            </a:pPr>
            <a:r>
              <a:rPr lang="en-US" sz="100">
                <a:effectLst/>
              </a:rPr>
              <a:t> </a:t>
            </a:r>
            <a:endParaRPr lang="en-US"/>
          </a:p>
        </p:txBody>
      </p:sp>
      <p:sp>
        <p:nvSpPr>
          <p:cNvPr id="2085" name="Rectangle 2084">
            <a:extLst>
              <a:ext uri="{FF2B5EF4-FFF2-40B4-BE49-F238E27FC236}">
                <a16:creationId xmlns:a16="http://schemas.microsoft.com/office/drawing/2014/main" id="{2D35293E-5B87-B4AE-31F5-DC09EDAAC48A}"/>
              </a:ext>
            </a:extLst>
          </p:cNvPr>
          <p:cNvSpPr/>
          <p:nvPr/>
        </p:nvSpPr>
        <p:spPr>
          <a:xfrm>
            <a:off x="859536" y="3593592"/>
            <a:ext cx="3172968" cy="1600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FFFFFF"/>
                </a:solidFill>
                <a:effectLst/>
                <a:latin typeface="Arial" panose="020B0604020202020204" pitchFamily="34" charset="0"/>
              </a:rPr>
              <a:t>Use the data owner's classification and the client's handling requirements.</a:t>
            </a:r>
          </a:p>
          <a:p>
            <a:pPr algn="l">
              <a:buNone/>
            </a:pPr>
            <a:r>
              <a:rPr lang="en-US" sz="100">
                <a:effectLst/>
              </a:rPr>
              <a:t> </a:t>
            </a:r>
            <a:endParaRPr lang="en-US"/>
          </a:p>
        </p:txBody>
      </p:sp>
      <p:sp>
        <p:nvSpPr>
          <p:cNvPr id="2150" name="Rectangle 2149">
            <a:extLst>
              <a:ext uri="{FF2B5EF4-FFF2-40B4-BE49-F238E27FC236}">
                <a16:creationId xmlns:a16="http://schemas.microsoft.com/office/drawing/2014/main" id="{23B7267F-323B-7FE4-6047-8E2AA1B69E0F}"/>
              </a:ext>
            </a:extLst>
          </p:cNvPr>
          <p:cNvSpPr/>
          <p:nvPr/>
        </p:nvSpPr>
        <p:spPr>
          <a:xfrm>
            <a:off x="4608576" y="2011680"/>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6" name="Rectangle 2215">
            <a:extLst>
              <a:ext uri="{FF2B5EF4-FFF2-40B4-BE49-F238E27FC236}">
                <a16:creationId xmlns:a16="http://schemas.microsoft.com/office/drawing/2014/main" id="{6533880E-5FA1-1C29-BB29-9A64D6FE61D4}"/>
              </a:ext>
            </a:extLst>
          </p:cNvPr>
          <p:cNvSpPr/>
          <p:nvPr/>
        </p:nvSpPr>
        <p:spPr>
          <a:xfrm>
            <a:off x="4855464" y="2157984"/>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Store in the approved place</a:t>
            </a:r>
          </a:p>
          <a:p>
            <a:pPr algn="l">
              <a:buNone/>
            </a:pPr>
            <a:r>
              <a:rPr lang="en-US" sz="100">
                <a:effectLst/>
              </a:rPr>
              <a:t> </a:t>
            </a:r>
            <a:endParaRPr lang="en-US"/>
          </a:p>
        </p:txBody>
      </p:sp>
      <p:sp>
        <p:nvSpPr>
          <p:cNvPr id="2283" name="Rectangle 2282">
            <a:extLst>
              <a:ext uri="{FF2B5EF4-FFF2-40B4-BE49-F238E27FC236}">
                <a16:creationId xmlns:a16="http://schemas.microsoft.com/office/drawing/2014/main" id="{EBA80ADE-58CB-2F2D-E469-123C0DEAA9C6}"/>
              </a:ext>
            </a:extLst>
          </p:cNvPr>
          <p:cNvSpPr/>
          <p:nvPr/>
        </p:nvSpPr>
        <p:spPr>
          <a:xfrm>
            <a:off x="4855464" y="2734056"/>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Apply need-to-know access and required encryption. Keep different client workspaces separate.</a:t>
            </a:r>
          </a:p>
          <a:p>
            <a:pPr algn="l">
              <a:buNone/>
            </a:pPr>
            <a:r>
              <a:rPr lang="en-US" sz="100">
                <a:effectLst/>
              </a:rPr>
              <a:t> </a:t>
            </a:r>
            <a:endParaRPr lang="en-US"/>
          </a:p>
        </p:txBody>
      </p:sp>
      <p:sp>
        <p:nvSpPr>
          <p:cNvPr id="2351" name="Rectangle 2350">
            <a:extLst>
              <a:ext uri="{FF2B5EF4-FFF2-40B4-BE49-F238E27FC236}">
                <a16:creationId xmlns:a16="http://schemas.microsoft.com/office/drawing/2014/main" id="{6198A740-DFC3-B8AF-D1B2-600E814B48EE}"/>
              </a:ext>
            </a:extLst>
          </p:cNvPr>
          <p:cNvSpPr/>
          <p:nvPr/>
        </p:nvSpPr>
        <p:spPr>
          <a:xfrm>
            <a:off x="4608576" y="3877056"/>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20" name="Rectangle 2419">
            <a:extLst>
              <a:ext uri="{FF2B5EF4-FFF2-40B4-BE49-F238E27FC236}">
                <a16:creationId xmlns:a16="http://schemas.microsoft.com/office/drawing/2014/main" id="{49A7F822-56C7-F533-3325-B2041CB4CA0F}"/>
              </a:ext>
            </a:extLst>
          </p:cNvPr>
          <p:cNvSpPr/>
          <p:nvPr/>
        </p:nvSpPr>
        <p:spPr>
          <a:xfrm>
            <a:off x="4855464" y="4023360"/>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Resolve uncertainty first</a:t>
            </a:r>
          </a:p>
          <a:p>
            <a:pPr algn="l">
              <a:buNone/>
            </a:pPr>
            <a:r>
              <a:rPr lang="en-US" sz="100">
                <a:effectLst/>
              </a:rPr>
              <a:t> </a:t>
            </a:r>
            <a:endParaRPr lang="en-US"/>
          </a:p>
        </p:txBody>
      </p:sp>
      <p:sp>
        <p:nvSpPr>
          <p:cNvPr id="2490" name="Rectangle 2489">
            <a:extLst>
              <a:ext uri="{FF2B5EF4-FFF2-40B4-BE49-F238E27FC236}">
                <a16:creationId xmlns:a16="http://schemas.microsoft.com/office/drawing/2014/main" id="{7182E913-5D05-E785-731A-31E1E7A5DEC3}"/>
              </a:ext>
            </a:extLst>
          </p:cNvPr>
          <p:cNvSpPr/>
          <p:nvPr/>
        </p:nvSpPr>
        <p:spPr>
          <a:xfrm>
            <a:off x="4855464" y="4599432"/>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If a label or instruction is unclear, pause sharing and ask the owner or IT.</a:t>
            </a:r>
          </a:p>
          <a:p>
            <a:pPr algn="l">
              <a:buNone/>
            </a:pPr>
            <a:r>
              <a:rPr lang="en-US" sz="100">
                <a:effectLst/>
              </a:rPr>
              <a:t> </a:t>
            </a:r>
            <a:endParaRPr lang="en-US"/>
          </a:p>
        </p:txBody>
      </p:sp>
      <p:pic>
        <p:nvPicPr>
          <p:cNvPr id="12255" name="synozur-logo" descr="Synozur Alliance official logo">
            <a:extLst>
              <a:ext uri="{FF2B5EF4-FFF2-40B4-BE49-F238E27FC236}">
                <a16:creationId xmlns:a16="http://schemas.microsoft.com/office/drawing/2014/main" id="{FC41D051-C895-B60E-8BD0-4A042CF64C88}"/>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053265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2561" name="Rectangle 2560">
            <a:extLst>
              <a:ext uri="{FF2B5EF4-FFF2-40B4-BE49-F238E27FC236}">
                <a16:creationId xmlns:a16="http://schemas.microsoft.com/office/drawing/2014/main" id="{3CCDA3EC-54A9-6B7F-9F2F-F55F7B248872}"/>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04</a:t>
            </a:r>
          </a:p>
          <a:p>
            <a:pPr algn="l">
              <a:buNone/>
            </a:pPr>
            <a:r>
              <a:rPr lang="en-US" sz="100">
                <a:effectLst/>
              </a:rPr>
              <a:t> </a:t>
            </a:r>
            <a:endParaRPr lang="en-US"/>
          </a:p>
        </p:txBody>
      </p:sp>
      <p:sp>
        <p:nvSpPr>
          <p:cNvPr id="2633" name="Rectangle 2632">
            <a:extLst>
              <a:ext uri="{FF2B5EF4-FFF2-40B4-BE49-F238E27FC236}">
                <a16:creationId xmlns:a16="http://schemas.microsoft.com/office/drawing/2014/main" id="{32143310-11ED-716A-51DC-3AAAD19FB8C1}"/>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Check every disclosure</a:t>
            </a:r>
          </a:p>
          <a:p>
            <a:pPr algn="l">
              <a:buNone/>
            </a:pPr>
            <a:r>
              <a:rPr lang="en-US" sz="100">
                <a:effectLst/>
              </a:rPr>
              <a:t> </a:t>
            </a:r>
            <a:endParaRPr lang="en-US"/>
          </a:p>
        </p:txBody>
      </p:sp>
      <p:sp>
        <p:nvSpPr>
          <p:cNvPr id="2706" name="Rectangle 2705">
            <a:extLst>
              <a:ext uri="{FF2B5EF4-FFF2-40B4-BE49-F238E27FC236}">
                <a16:creationId xmlns:a16="http://schemas.microsoft.com/office/drawing/2014/main" id="{3B61E13A-DC03-ACB3-A759-7CD996281F20}"/>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IT Policy: sections 2, 4; Security Policy: sections 3, 8</a:t>
            </a:r>
          </a:p>
          <a:p>
            <a:pPr algn="l">
              <a:buNone/>
            </a:pPr>
            <a:r>
              <a:rPr lang="en-US" sz="100">
                <a:effectLst/>
              </a:rPr>
              <a:t> </a:t>
            </a:r>
            <a:endParaRPr lang="en-US"/>
          </a:p>
        </p:txBody>
      </p:sp>
      <p:sp>
        <p:nvSpPr>
          <p:cNvPr id="2780" name="Rectangle 2779">
            <a:extLst>
              <a:ext uri="{FF2B5EF4-FFF2-40B4-BE49-F238E27FC236}">
                <a16:creationId xmlns:a16="http://schemas.microsoft.com/office/drawing/2014/main" id="{22B5430B-1C93-33CB-B623-A75C8E104754}"/>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2855" name="Rectangle 2854">
            <a:extLst>
              <a:ext uri="{FF2B5EF4-FFF2-40B4-BE49-F238E27FC236}">
                <a16:creationId xmlns:a16="http://schemas.microsoft.com/office/drawing/2014/main" id="{C8D6707B-B917-8615-0EF5-044931636A88}"/>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06</a:t>
            </a:r>
          </a:p>
          <a:p>
            <a:pPr algn="r">
              <a:buNone/>
            </a:pPr>
            <a:r>
              <a:rPr lang="en-US" sz="100">
                <a:effectLst/>
              </a:rPr>
              <a:t> </a:t>
            </a:r>
            <a:endParaRPr lang="en-US"/>
          </a:p>
        </p:txBody>
      </p:sp>
      <p:sp>
        <p:nvSpPr>
          <p:cNvPr id="2931" name="Rectangle 2930">
            <a:extLst>
              <a:ext uri="{FF2B5EF4-FFF2-40B4-BE49-F238E27FC236}">
                <a16:creationId xmlns:a16="http://schemas.microsoft.com/office/drawing/2014/main" id="{FAFBC029-CC2B-804B-972E-88F1D2AE28A9}"/>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08" name="Rectangle 3007">
            <a:extLst>
              <a:ext uri="{FF2B5EF4-FFF2-40B4-BE49-F238E27FC236}">
                <a16:creationId xmlns:a16="http://schemas.microsoft.com/office/drawing/2014/main" id="{6FFD6A1A-429B-3D09-F01A-26A349E873EB}"/>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3086" name="Rectangle 3085">
            <a:extLst>
              <a:ext uri="{FF2B5EF4-FFF2-40B4-BE49-F238E27FC236}">
                <a16:creationId xmlns:a16="http://schemas.microsoft.com/office/drawing/2014/main" id="{13517B40-7B86-3773-2598-A1B49A09CE40}"/>
              </a:ext>
            </a:extLst>
          </p:cNvPr>
          <p:cNvSpPr/>
          <p:nvPr/>
        </p:nvSpPr>
        <p:spPr>
          <a:xfrm>
            <a:off x="813816"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Before sharing</a:t>
            </a:r>
          </a:p>
          <a:p>
            <a:pPr algn="l">
              <a:buNone/>
            </a:pPr>
            <a:r>
              <a:rPr lang="en-US" sz="100">
                <a:effectLst/>
              </a:rPr>
              <a:t> </a:t>
            </a:r>
            <a:endParaRPr lang="en-US"/>
          </a:p>
        </p:txBody>
      </p:sp>
      <p:sp>
        <p:nvSpPr>
          <p:cNvPr id="3165" name="Rectangle 3164">
            <a:extLst>
              <a:ext uri="{FF2B5EF4-FFF2-40B4-BE49-F238E27FC236}">
                <a16:creationId xmlns:a16="http://schemas.microsoft.com/office/drawing/2014/main" id="{CB9323A2-7ABA-1F3F-1299-71953142D66E}"/>
              </a:ext>
            </a:extLst>
          </p:cNvPr>
          <p:cNvSpPr/>
          <p:nvPr/>
        </p:nvSpPr>
        <p:spPr>
          <a:xfrm>
            <a:off x="813816"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Verify recipient identity, authorization, need, and the exact file or link permissions.</a:t>
            </a:r>
          </a:p>
          <a:p>
            <a:pPr algn="l">
              <a:buNone/>
            </a:pPr>
            <a:r>
              <a:rPr lang="en-US" sz="100">
                <a:effectLst/>
              </a:rPr>
              <a:t> </a:t>
            </a:r>
            <a:endParaRPr lang="en-US"/>
          </a:p>
        </p:txBody>
      </p:sp>
      <p:sp>
        <p:nvSpPr>
          <p:cNvPr id="3245" name="Rectangle 3244">
            <a:extLst>
              <a:ext uri="{FF2B5EF4-FFF2-40B4-BE49-F238E27FC236}">
                <a16:creationId xmlns:a16="http://schemas.microsoft.com/office/drawing/2014/main" id="{34037815-D967-3473-E9FF-E2D208005622}"/>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26" name="Rectangle 3325">
            <a:extLst>
              <a:ext uri="{FF2B5EF4-FFF2-40B4-BE49-F238E27FC236}">
                <a16:creationId xmlns:a16="http://schemas.microsoft.com/office/drawing/2014/main" id="{C2179630-45DC-E0ED-3B18-485F4C2BD07A}"/>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3408" name="Rectangle 3407">
            <a:extLst>
              <a:ext uri="{FF2B5EF4-FFF2-40B4-BE49-F238E27FC236}">
                <a16:creationId xmlns:a16="http://schemas.microsoft.com/office/drawing/2014/main" id="{2FA73EE7-2BAD-89FC-5F9E-38E49443D5CE}"/>
              </a:ext>
            </a:extLst>
          </p:cNvPr>
          <p:cNvSpPr/>
          <p:nvPr/>
        </p:nvSpPr>
        <p:spPr>
          <a:xfrm>
            <a:off x="4544568"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During meetings</a:t>
            </a:r>
          </a:p>
          <a:p>
            <a:pPr algn="l">
              <a:buNone/>
            </a:pPr>
            <a:r>
              <a:rPr lang="en-US" sz="100">
                <a:effectLst/>
              </a:rPr>
              <a:t> </a:t>
            </a:r>
            <a:endParaRPr lang="en-US"/>
          </a:p>
        </p:txBody>
      </p:sp>
      <p:sp>
        <p:nvSpPr>
          <p:cNvPr id="3491" name="Rectangle 3490">
            <a:extLst>
              <a:ext uri="{FF2B5EF4-FFF2-40B4-BE49-F238E27FC236}">
                <a16:creationId xmlns:a16="http://schemas.microsoft.com/office/drawing/2014/main" id="{0F1D5550-8811-EC54-A620-E6FD94C44AE2}"/>
              </a:ext>
            </a:extLst>
          </p:cNvPr>
          <p:cNvSpPr/>
          <p:nvPr/>
        </p:nvSpPr>
        <p:spPr>
          <a:xfrm>
            <a:off x="4544568"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Check attendees, screen content, recording permission, and the audience for the recording.</a:t>
            </a:r>
          </a:p>
          <a:p>
            <a:pPr algn="l">
              <a:buNone/>
            </a:pPr>
            <a:r>
              <a:rPr lang="en-US" sz="100">
                <a:effectLst/>
              </a:rPr>
              <a:t> </a:t>
            </a:r>
            <a:endParaRPr lang="en-US"/>
          </a:p>
        </p:txBody>
      </p:sp>
      <p:sp>
        <p:nvSpPr>
          <p:cNvPr id="3575" name="Rectangle 3574">
            <a:extLst>
              <a:ext uri="{FF2B5EF4-FFF2-40B4-BE49-F238E27FC236}">
                <a16:creationId xmlns:a16="http://schemas.microsoft.com/office/drawing/2014/main" id="{9EA68615-1946-8641-DEEF-C14F32D96F83}"/>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60" name="Rectangle 3659">
            <a:extLst>
              <a:ext uri="{FF2B5EF4-FFF2-40B4-BE49-F238E27FC236}">
                <a16:creationId xmlns:a16="http://schemas.microsoft.com/office/drawing/2014/main" id="{81694695-1C0C-CFB0-1B65-1F5366681823}"/>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3746" name="Rectangle 3745">
            <a:extLst>
              <a:ext uri="{FF2B5EF4-FFF2-40B4-BE49-F238E27FC236}">
                <a16:creationId xmlns:a16="http://schemas.microsoft.com/office/drawing/2014/main" id="{5CD91EAD-ABED-84B8-E184-8B533EC54EDD}"/>
              </a:ext>
            </a:extLst>
          </p:cNvPr>
          <p:cNvSpPr/>
          <p:nvPr/>
        </p:nvSpPr>
        <p:spPr>
          <a:xfrm>
            <a:off x="8275320"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Across clients</a:t>
            </a:r>
          </a:p>
          <a:p>
            <a:pPr algn="l">
              <a:buNone/>
            </a:pPr>
            <a:r>
              <a:rPr lang="en-US" sz="100">
                <a:effectLst/>
              </a:rPr>
              <a:t> </a:t>
            </a:r>
            <a:endParaRPr lang="en-US"/>
          </a:p>
        </p:txBody>
      </p:sp>
      <p:sp>
        <p:nvSpPr>
          <p:cNvPr id="3833" name="Rectangle 3832">
            <a:extLst>
              <a:ext uri="{FF2B5EF4-FFF2-40B4-BE49-F238E27FC236}">
                <a16:creationId xmlns:a16="http://schemas.microsoft.com/office/drawing/2014/main" id="{A7FFC2B6-B0E1-89F9-78C4-C175C93D524F}"/>
              </a:ext>
            </a:extLst>
          </p:cNvPr>
          <p:cNvSpPr/>
          <p:nvPr/>
        </p:nvSpPr>
        <p:spPr>
          <a:xfrm>
            <a:off x="8275320" y="3769438"/>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Do not reuse client names, screenshots, quotes, or work products without authorization.</a:t>
            </a:r>
          </a:p>
          <a:p>
            <a:pPr algn="l">
              <a:buNone/>
            </a:pPr>
            <a:r>
              <a:rPr lang="en-US" sz="100">
                <a:effectLst/>
              </a:rPr>
              <a:t> </a:t>
            </a:r>
            <a:endParaRPr lang="en-US"/>
          </a:p>
        </p:txBody>
      </p:sp>
      <p:pic>
        <p:nvPicPr>
          <p:cNvPr id="12256" name="synozur-logo" descr="Synozur Alliance official logo">
            <a:extLst>
              <a:ext uri="{FF2B5EF4-FFF2-40B4-BE49-F238E27FC236}">
                <a16:creationId xmlns:a16="http://schemas.microsoft.com/office/drawing/2014/main" id="{4E260592-5B4A-7567-924A-CF748594E4E0}"/>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383920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3921" name="Rectangle 3920">
            <a:extLst>
              <a:ext uri="{FF2B5EF4-FFF2-40B4-BE49-F238E27FC236}">
                <a16:creationId xmlns:a16="http://schemas.microsoft.com/office/drawing/2014/main" id="{FED67058-35F4-D83E-7625-1BF657994DF1}"/>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05</a:t>
            </a:r>
          </a:p>
          <a:p>
            <a:pPr algn="l">
              <a:buNone/>
            </a:pPr>
            <a:r>
              <a:rPr lang="en-US" sz="100">
                <a:effectLst/>
              </a:rPr>
              <a:t> </a:t>
            </a:r>
            <a:endParaRPr lang="en-US"/>
          </a:p>
        </p:txBody>
      </p:sp>
      <p:sp>
        <p:nvSpPr>
          <p:cNvPr id="4010" name="Rectangle 4009">
            <a:extLst>
              <a:ext uri="{FF2B5EF4-FFF2-40B4-BE49-F238E27FC236}">
                <a16:creationId xmlns:a16="http://schemas.microsoft.com/office/drawing/2014/main" id="{0D3E7A36-DA59-39B0-0E9D-107EB08939E5}"/>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AI and vendors need boundaries</a:t>
            </a:r>
          </a:p>
          <a:p>
            <a:pPr algn="l">
              <a:buNone/>
            </a:pPr>
            <a:r>
              <a:rPr lang="en-US" sz="100">
                <a:effectLst/>
              </a:rPr>
              <a:t> </a:t>
            </a:r>
            <a:endParaRPr lang="en-US"/>
          </a:p>
        </p:txBody>
      </p:sp>
      <p:sp>
        <p:nvSpPr>
          <p:cNvPr id="4100" name="Rectangle 4099">
            <a:extLst>
              <a:ext uri="{FF2B5EF4-FFF2-40B4-BE49-F238E27FC236}">
                <a16:creationId xmlns:a16="http://schemas.microsoft.com/office/drawing/2014/main" id="{2D090124-D394-D136-3ADC-128473E64794}"/>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IT Policy: sections 5, 6; Security Policy: section 15</a:t>
            </a:r>
          </a:p>
          <a:p>
            <a:pPr algn="l">
              <a:buNone/>
            </a:pPr>
            <a:r>
              <a:rPr lang="en-US" sz="100">
                <a:effectLst/>
              </a:rPr>
              <a:t> </a:t>
            </a:r>
            <a:endParaRPr lang="en-US"/>
          </a:p>
        </p:txBody>
      </p:sp>
      <p:sp>
        <p:nvSpPr>
          <p:cNvPr id="4191" name="Rectangle 4190">
            <a:extLst>
              <a:ext uri="{FF2B5EF4-FFF2-40B4-BE49-F238E27FC236}">
                <a16:creationId xmlns:a16="http://schemas.microsoft.com/office/drawing/2014/main" id="{073CCD73-12F5-5AC2-1C95-D15ED94CE23C}"/>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4283" name="Rectangle 4282">
            <a:extLst>
              <a:ext uri="{FF2B5EF4-FFF2-40B4-BE49-F238E27FC236}">
                <a16:creationId xmlns:a16="http://schemas.microsoft.com/office/drawing/2014/main" id="{483634AA-953A-720B-0E39-904E2198E248}"/>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07</a:t>
            </a:r>
          </a:p>
          <a:p>
            <a:pPr algn="r">
              <a:buNone/>
            </a:pPr>
            <a:r>
              <a:rPr lang="en-US" sz="100">
                <a:effectLst/>
              </a:rPr>
              <a:t> </a:t>
            </a:r>
            <a:endParaRPr lang="en-US"/>
          </a:p>
        </p:txBody>
      </p:sp>
      <p:sp>
        <p:nvSpPr>
          <p:cNvPr id="4376" name="Rectangle 4375">
            <a:extLst>
              <a:ext uri="{FF2B5EF4-FFF2-40B4-BE49-F238E27FC236}">
                <a16:creationId xmlns:a16="http://schemas.microsoft.com/office/drawing/2014/main" id="{AECBE8CC-265D-0CF3-2804-30CF56ED136E}"/>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70" name="Rectangle 4469">
            <a:extLst>
              <a:ext uri="{FF2B5EF4-FFF2-40B4-BE49-F238E27FC236}">
                <a16:creationId xmlns:a16="http://schemas.microsoft.com/office/drawing/2014/main" id="{6E935613-12F3-397D-A5A9-2DDD971C3E79}"/>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Check the service</a:t>
            </a:r>
          </a:p>
          <a:p>
            <a:pPr algn="l">
              <a:buNone/>
            </a:pPr>
            <a:r>
              <a:rPr lang="en-US" sz="100">
                <a:effectLst/>
              </a:rPr>
              <a:t> </a:t>
            </a:r>
            <a:endParaRPr lang="en-US"/>
          </a:p>
        </p:txBody>
      </p:sp>
      <p:sp>
        <p:nvSpPr>
          <p:cNvPr id="4565" name="Rectangle 4564">
            <a:extLst>
              <a:ext uri="{FF2B5EF4-FFF2-40B4-BE49-F238E27FC236}">
                <a16:creationId xmlns:a16="http://schemas.microsoft.com/office/drawing/2014/main" id="{8136840E-B6DC-3607-71F3-C25E13316D03}"/>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Confirm tool approval, approved account, intended data use, and client restrictions.</a:t>
            </a:r>
          </a:p>
          <a:p>
            <a:pPr algn="l">
              <a:buNone/>
            </a:pPr>
            <a:r>
              <a:rPr lang="en-US" sz="100">
                <a:effectLst/>
              </a:rPr>
              <a:t> </a:t>
            </a:r>
            <a:endParaRPr lang="en-US"/>
          </a:p>
        </p:txBody>
      </p:sp>
      <p:sp>
        <p:nvSpPr>
          <p:cNvPr id="4661" name="Rectangle 4660">
            <a:extLst>
              <a:ext uri="{FF2B5EF4-FFF2-40B4-BE49-F238E27FC236}">
                <a16:creationId xmlns:a16="http://schemas.microsoft.com/office/drawing/2014/main" id="{F6DD8C55-85B3-0C81-5AF2-A01CEAB5DF12}"/>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8" name="Rectangle 4757">
            <a:extLst>
              <a:ext uri="{FF2B5EF4-FFF2-40B4-BE49-F238E27FC236}">
                <a16:creationId xmlns:a16="http://schemas.microsoft.com/office/drawing/2014/main" id="{CD366453-E898-3EB5-CEE1-6F526DCA42F5}"/>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Check the data flow</a:t>
            </a:r>
          </a:p>
          <a:p>
            <a:pPr algn="l">
              <a:buNone/>
            </a:pPr>
            <a:r>
              <a:rPr lang="en-US" sz="100">
                <a:effectLst/>
              </a:rPr>
              <a:t> </a:t>
            </a:r>
            <a:endParaRPr lang="en-US"/>
          </a:p>
        </p:txBody>
      </p:sp>
      <p:sp>
        <p:nvSpPr>
          <p:cNvPr id="4856" name="Rectangle 4855">
            <a:extLst>
              <a:ext uri="{FF2B5EF4-FFF2-40B4-BE49-F238E27FC236}">
                <a16:creationId xmlns:a16="http://schemas.microsoft.com/office/drawing/2014/main" id="{8FD503EC-A18E-4B3F-CBBA-AB2A89B59BC3}"/>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Consider storage, access, retention, model use, subcontractors, and location before upload.</a:t>
            </a:r>
          </a:p>
          <a:p>
            <a:pPr algn="l">
              <a:buNone/>
            </a:pPr>
            <a:r>
              <a:rPr lang="en-US" sz="100">
                <a:effectLst/>
              </a:rPr>
              <a:t> </a:t>
            </a:r>
            <a:endParaRPr lang="en-US"/>
          </a:p>
        </p:txBody>
      </p:sp>
      <p:sp>
        <p:nvSpPr>
          <p:cNvPr id="4955" name="Rectangle 4954">
            <a:extLst>
              <a:ext uri="{FF2B5EF4-FFF2-40B4-BE49-F238E27FC236}">
                <a16:creationId xmlns:a16="http://schemas.microsoft.com/office/drawing/2014/main" id="{52F09CDF-1E47-3CC5-B2FD-9A77F0E633EC}"/>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55" name="Rectangle 5054">
            <a:extLst>
              <a:ext uri="{FF2B5EF4-FFF2-40B4-BE49-F238E27FC236}">
                <a16:creationId xmlns:a16="http://schemas.microsoft.com/office/drawing/2014/main" id="{83760518-E167-09E6-61CB-67F1598E72EC}"/>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Check the output</a:t>
            </a:r>
          </a:p>
          <a:p>
            <a:pPr algn="l">
              <a:buNone/>
            </a:pPr>
            <a:r>
              <a:rPr lang="en-US" sz="100">
                <a:effectLst/>
              </a:rPr>
              <a:t> </a:t>
            </a:r>
            <a:endParaRPr lang="en-US"/>
          </a:p>
        </p:txBody>
      </p:sp>
      <p:sp>
        <p:nvSpPr>
          <p:cNvPr id="5156" name="Rectangle 5155">
            <a:extLst>
              <a:ext uri="{FF2B5EF4-FFF2-40B4-BE49-F238E27FC236}">
                <a16:creationId xmlns:a16="http://schemas.microsoft.com/office/drawing/2014/main" id="{74AB2521-BB44-94AB-5026-F62A6EB937CC}"/>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Review AI output for accuracy and unintended disclosure before sharing it.</a:t>
            </a:r>
          </a:p>
          <a:p>
            <a:pPr algn="l">
              <a:buNone/>
            </a:pPr>
            <a:r>
              <a:rPr lang="en-US" sz="100">
                <a:effectLst/>
              </a:rPr>
              <a:t> </a:t>
            </a:r>
            <a:endParaRPr lang="en-US"/>
          </a:p>
        </p:txBody>
      </p:sp>
      <p:pic>
        <p:nvPicPr>
          <p:cNvPr id="12257" name="synozur-logo" descr="Synozur Alliance official logo">
            <a:extLst>
              <a:ext uri="{FF2B5EF4-FFF2-40B4-BE49-F238E27FC236}">
                <a16:creationId xmlns:a16="http://schemas.microsoft.com/office/drawing/2014/main" id="{7ECA20C0-3D84-F6B8-0554-1BFB272019E4}"/>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393516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5258" name="Rectangle 5257">
            <a:extLst>
              <a:ext uri="{FF2B5EF4-FFF2-40B4-BE49-F238E27FC236}">
                <a16:creationId xmlns:a16="http://schemas.microsoft.com/office/drawing/2014/main" id="{B5D53CF6-3EB0-F388-D7A8-0D42DF740ACB}"/>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06</a:t>
            </a:r>
          </a:p>
          <a:p>
            <a:pPr algn="l">
              <a:buNone/>
            </a:pPr>
            <a:r>
              <a:rPr lang="en-US" sz="100">
                <a:effectLst/>
              </a:rPr>
              <a:t> </a:t>
            </a:r>
            <a:endParaRPr lang="en-US"/>
          </a:p>
        </p:txBody>
      </p:sp>
      <p:sp>
        <p:nvSpPr>
          <p:cNvPr id="5361" name="Rectangle 5360">
            <a:extLst>
              <a:ext uri="{FF2B5EF4-FFF2-40B4-BE49-F238E27FC236}">
                <a16:creationId xmlns:a16="http://schemas.microsoft.com/office/drawing/2014/main" id="{0B025218-E47A-171F-77EB-2669F11FB49C}"/>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Keep only what is required</a:t>
            </a:r>
          </a:p>
          <a:p>
            <a:pPr algn="l">
              <a:buNone/>
            </a:pPr>
            <a:r>
              <a:rPr lang="en-US" sz="100">
                <a:effectLst/>
              </a:rPr>
              <a:t> </a:t>
            </a:r>
            <a:endParaRPr lang="en-US"/>
          </a:p>
        </p:txBody>
      </p:sp>
      <p:sp>
        <p:nvSpPr>
          <p:cNvPr id="5465" name="Rectangle 5464">
            <a:extLst>
              <a:ext uri="{FF2B5EF4-FFF2-40B4-BE49-F238E27FC236}">
                <a16:creationId xmlns:a16="http://schemas.microsoft.com/office/drawing/2014/main" id="{5A0B7857-8B11-703D-7D98-7865C2952DA0}"/>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Security Policy: section 6; proposed legal-hold and closeout guidance</a:t>
            </a:r>
          </a:p>
          <a:p>
            <a:pPr algn="l">
              <a:buNone/>
            </a:pPr>
            <a:r>
              <a:rPr lang="en-US" sz="100">
                <a:effectLst/>
              </a:rPr>
              <a:t> </a:t>
            </a:r>
            <a:endParaRPr lang="en-US"/>
          </a:p>
        </p:txBody>
      </p:sp>
      <p:sp>
        <p:nvSpPr>
          <p:cNvPr id="5570" name="Rectangle 5569">
            <a:extLst>
              <a:ext uri="{FF2B5EF4-FFF2-40B4-BE49-F238E27FC236}">
                <a16:creationId xmlns:a16="http://schemas.microsoft.com/office/drawing/2014/main" id="{79529C6E-5665-DE38-3491-0CDA057F18C6}"/>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5676" name="Rectangle 5675">
            <a:extLst>
              <a:ext uri="{FF2B5EF4-FFF2-40B4-BE49-F238E27FC236}">
                <a16:creationId xmlns:a16="http://schemas.microsoft.com/office/drawing/2014/main" id="{B41169C5-D6BC-44EF-08B7-9A8EDA412DFE}"/>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08</a:t>
            </a:r>
          </a:p>
          <a:p>
            <a:pPr algn="r">
              <a:buNone/>
            </a:pPr>
            <a:r>
              <a:rPr lang="en-US" sz="100">
                <a:effectLst/>
              </a:rPr>
              <a:t> </a:t>
            </a:r>
            <a:endParaRPr lang="en-US"/>
          </a:p>
        </p:txBody>
      </p:sp>
      <p:sp>
        <p:nvSpPr>
          <p:cNvPr id="5783" name="Rectangle 5782">
            <a:extLst>
              <a:ext uri="{FF2B5EF4-FFF2-40B4-BE49-F238E27FC236}">
                <a16:creationId xmlns:a16="http://schemas.microsoft.com/office/drawing/2014/main" id="{4C163EB1-E0F1-1D33-ECFF-DB60309F7FB2}"/>
              </a:ext>
            </a:extLst>
          </p:cNvPr>
          <p:cNvSpPr/>
          <p:nvPr/>
        </p:nvSpPr>
        <p:spPr>
          <a:xfrm>
            <a:off x="594360" y="2011680"/>
            <a:ext cx="3721608" cy="3575304"/>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91" name="Rectangle 5890">
            <a:extLst>
              <a:ext uri="{FF2B5EF4-FFF2-40B4-BE49-F238E27FC236}">
                <a16:creationId xmlns:a16="http://schemas.microsoft.com/office/drawing/2014/main" id="{1786A39E-D7DF-FDF3-6541-E8CF57BDFEAE}"/>
              </a:ext>
            </a:extLst>
          </p:cNvPr>
          <p:cNvSpPr/>
          <p:nvPr/>
        </p:nvSpPr>
        <p:spPr>
          <a:xfrm>
            <a:off x="859536" y="2331720"/>
            <a:ext cx="3172968" cy="10789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500" b="1">
                <a:solidFill>
                  <a:srgbClr val="FFFFFF"/>
                </a:solidFill>
                <a:effectLst/>
                <a:latin typeface="Arial" panose="020B0604020202020204" pitchFamily="34" charset="0"/>
              </a:rPr>
              <a:t>Follow the schedule</a:t>
            </a:r>
          </a:p>
          <a:p>
            <a:pPr algn="l">
              <a:buNone/>
            </a:pPr>
            <a:r>
              <a:rPr lang="en-US" sz="100">
                <a:effectLst/>
              </a:rPr>
              <a:t> </a:t>
            </a:r>
            <a:endParaRPr lang="en-US"/>
          </a:p>
        </p:txBody>
      </p:sp>
      <p:sp>
        <p:nvSpPr>
          <p:cNvPr id="6000" name="Rectangle 5999">
            <a:extLst>
              <a:ext uri="{FF2B5EF4-FFF2-40B4-BE49-F238E27FC236}">
                <a16:creationId xmlns:a16="http://schemas.microsoft.com/office/drawing/2014/main" id="{7259C68F-975B-D10A-BE62-59F15648BD25}"/>
              </a:ext>
            </a:extLst>
          </p:cNvPr>
          <p:cNvSpPr/>
          <p:nvPr/>
        </p:nvSpPr>
        <p:spPr>
          <a:xfrm>
            <a:off x="859536" y="3593592"/>
            <a:ext cx="3172968" cy="1600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FFFFFF"/>
                </a:solidFill>
                <a:effectLst/>
                <a:latin typeface="Arial" panose="020B0604020202020204" pitchFamily="34" charset="0"/>
              </a:rPr>
              <a:t>Retain records for the approved period, not indefinitely and not merely until a project ends.</a:t>
            </a:r>
          </a:p>
          <a:p>
            <a:pPr algn="l">
              <a:buNone/>
            </a:pPr>
            <a:r>
              <a:rPr lang="en-US" sz="100">
                <a:effectLst/>
              </a:rPr>
              <a:t> </a:t>
            </a:r>
            <a:endParaRPr lang="en-US"/>
          </a:p>
        </p:txBody>
      </p:sp>
      <p:sp>
        <p:nvSpPr>
          <p:cNvPr id="6110" name="Rectangle 6109">
            <a:extLst>
              <a:ext uri="{FF2B5EF4-FFF2-40B4-BE49-F238E27FC236}">
                <a16:creationId xmlns:a16="http://schemas.microsoft.com/office/drawing/2014/main" id="{0EAA502C-A3B3-FF42-EED2-F58DC7C97C48}"/>
              </a:ext>
            </a:extLst>
          </p:cNvPr>
          <p:cNvSpPr/>
          <p:nvPr/>
        </p:nvSpPr>
        <p:spPr>
          <a:xfrm>
            <a:off x="4608576" y="2011680"/>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21" name="Rectangle 6220">
            <a:extLst>
              <a:ext uri="{FF2B5EF4-FFF2-40B4-BE49-F238E27FC236}">
                <a16:creationId xmlns:a16="http://schemas.microsoft.com/office/drawing/2014/main" id="{8CE5B7D3-B027-71EB-A3A0-4B5F62C2BD37}"/>
              </a:ext>
            </a:extLst>
          </p:cNvPr>
          <p:cNvSpPr/>
          <p:nvPr/>
        </p:nvSpPr>
        <p:spPr>
          <a:xfrm>
            <a:off x="4855464" y="2157984"/>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Respect a legal hold</a:t>
            </a:r>
          </a:p>
          <a:p>
            <a:pPr algn="l">
              <a:buNone/>
            </a:pPr>
            <a:r>
              <a:rPr lang="en-US" sz="100">
                <a:effectLst/>
              </a:rPr>
              <a:t> </a:t>
            </a:r>
            <a:endParaRPr lang="en-US"/>
          </a:p>
        </p:txBody>
      </p:sp>
      <p:sp>
        <p:nvSpPr>
          <p:cNvPr id="6333" name="Rectangle 6332">
            <a:extLst>
              <a:ext uri="{FF2B5EF4-FFF2-40B4-BE49-F238E27FC236}">
                <a16:creationId xmlns:a16="http://schemas.microsoft.com/office/drawing/2014/main" id="{05DB075C-BD01-8FFD-A9E8-C614A22A9C89}"/>
              </a:ext>
            </a:extLst>
          </p:cNvPr>
          <p:cNvSpPr/>
          <p:nvPr/>
        </p:nvSpPr>
        <p:spPr>
          <a:xfrm>
            <a:off x="4855464" y="2734056"/>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Do not delete or alter records covered by a hold, dispute, audit, or investigation instruction.</a:t>
            </a:r>
          </a:p>
          <a:p>
            <a:pPr algn="l">
              <a:buNone/>
            </a:pPr>
            <a:r>
              <a:rPr lang="en-US" sz="100">
                <a:effectLst/>
              </a:rPr>
              <a:t> </a:t>
            </a:r>
            <a:endParaRPr lang="en-US"/>
          </a:p>
        </p:txBody>
      </p:sp>
      <p:sp>
        <p:nvSpPr>
          <p:cNvPr id="6446" name="Rectangle 6445">
            <a:extLst>
              <a:ext uri="{FF2B5EF4-FFF2-40B4-BE49-F238E27FC236}">
                <a16:creationId xmlns:a16="http://schemas.microsoft.com/office/drawing/2014/main" id="{B0A1A5F5-13FD-2BCA-3C0A-58F96F1F956F}"/>
              </a:ext>
            </a:extLst>
          </p:cNvPr>
          <p:cNvSpPr/>
          <p:nvPr/>
        </p:nvSpPr>
        <p:spPr>
          <a:xfrm>
            <a:off x="4608576" y="3877056"/>
            <a:ext cx="6949440" cy="1709928"/>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60" name="Rectangle 6559">
            <a:extLst>
              <a:ext uri="{FF2B5EF4-FFF2-40B4-BE49-F238E27FC236}">
                <a16:creationId xmlns:a16="http://schemas.microsoft.com/office/drawing/2014/main" id="{87EC1D4C-0731-4E1E-9F32-F69A9771E866}"/>
              </a:ext>
            </a:extLst>
          </p:cNvPr>
          <p:cNvSpPr/>
          <p:nvPr/>
        </p:nvSpPr>
        <p:spPr>
          <a:xfrm>
            <a:off x="4855464" y="4023360"/>
            <a:ext cx="6455664" cy="4754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Close out securely</a:t>
            </a:r>
          </a:p>
          <a:p>
            <a:pPr algn="l">
              <a:buNone/>
            </a:pPr>
            <a:r>
              <a:rPr lang="en-US" sz="100">
                <a:effectLst/>
              </a:rPr>
              <a:t> </a:t>
            </a:r>
            <a:endParaRPr lang="en-US"/>
          </a:p>
        </p:txBody>
      </p:sp>
      <p:sp>
        <p:nvSpPr>
          <p:cNvPr id="6675" name="Rectangle 6674">
            <a:extLst>
              <a:ext uri="{FF2B5EF4-FFF2-40B4-BE49-F238E27FC236}">
                <a16:creationId xmlns:a16="http://schemas.microsoft.com/office/drawing/2014/main" id="{65F46F0B-ACC6-980A-8478-C6A26F9F639D}"/>
              </a:ext>
            </a:extLst>
          </p:cNvPr>
          <p:cNvSpPr/>
          <p:nvPr/>
        </p:nvSpPr>
        <p:spPr>
          <a:xfrm>
            <a:off x="4855464" y="4599432"/>
            <a:ext cx="6455664" cy="777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201134"/>
                </a:solidFill>
                <a:effectLst/>
                <a:latin typeface="Arial" panose="020B0604020202020204" pitchFamily="34" charset="0"/>
              </a:rPr>
              <a:t>Use approved return, deletion, and disposal processes. Include downloads, recordings, and working copies.</a:t>
            </a:r>
          </a:p>
          <a:p>
            <a:pPr algn="l">
              <a:buNone/>
            </a:pPr>
            <a:r>
              <a:rPr lang="en-US" sz="100">
                <a:effectLst/>
              </a:rPr>
              <a:t> </a:t>
            </a:r>
            <a:endParaRPr lang="en-US"/>
          </a:p>
        </p:txBody>
      </p:sp>
      <p:pic>
        <p:nvPicPr>
          <p:cNvPr id="12258" name="synozur-logo" descr="Synozur Alliance official logo">
            <a:extLst>
              <a:ext uri="{FF2B5EF4-FFF2-40B4-BE49-F238E27FC236}">
                <a16:creationId xmlns:a16="http://schemas.microsoft.com/office/drawing/2014/main" id="{81CB2806-D90D-B6FC-E847-8D90085AB025}"/>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4260692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6791" name="Rectangle 6790">
            <a:extLst>
              <a:ext uri="{FF2B5EF4-FFF2-40B4-BE49-F238E27FC236}">
                <a16:creationId xmlns:a16="http://schemas.microsoft.com/office/drawing/2014/main" id="{853635C1-23CA-0BBD-6956-12A3BA66EFF5}"/>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07</a:t>
            </a:r>
          </a:p>
          <a:p>
            <a:pPr algn="l">
              <a:buNone/>
            </a:pPr>
            <a:r>
              <a:rPr lang="en-US" sz="100">
                <a:effectLst/>
              </a:rPr>
              <a:t> </a:t>
            </a:r>
            <a:endParaRPr lang="en-US"/>
          </a:p>
        </p:txBody>
      </p:sp>
      <p:sp>
        <p:nvSpPr>
          <p:cNvPr id="6908" name="Rectangle 6907">
            <a:extLst>
              <a:ext uri="{FF2B5EF4-FFF2-40B4-BE49-F238E27FC236}">
                <a16:creationId xmlns:a16="http://schemas.microsoft.com/office/drawing/2014/main" id="{BD47CB2D-DD8D-6AC5-0930-ED7F3FB47600}"/>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Route privacy requests promptly</a:t>
            </a:r>
          </a:p>
          <a:p>
            <a:pPr algn="l">
              <a:buNone/>
            </a:pPr>
            <a:r>
              <a:rPr lang="en-US" sz="100">
                <a:effectLst/>
              </a:rPr>
              <a:t> </a:t>
            </a:r>
            <a:endParaRPr lang="en-US"/>
          </a:p>
        </p:txBody>
      </p:sp>
      <p:sp>
        <p:nvSpPr>
          <p:cNvPr id="7026" name="Rectangle 7025">
            <a:extLst>
              <a:ext uri="{FF2B5EF4-FFF2-40B4-BE49-F238E27FC236}">
                <a16:creationId xmlns:a16="http://schemas.microsoft.com/office/drawing/2014/main" id="{02856FCB-1183-7115-CEDD-02DAE3DB54A2}"/>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NIST Privacy Framework 1.0: CT.PO-P3, CT.DM-P, CM.AW-P</a:t>
            </a:r>
          </a:p>
          <a:p>
            <a:pPr algn="l">
              <a:buNone/>
            </a:pPr>
            <a:r>
              <a:rPr lang="en-US" sz="100">
                <a:effectLst/>
              </a:rPr>
              <a:t> </a:t>
            </a:r>
            <a:endParaRPr lang="en-US"/>
          </a:p>
        </p:txBody>
      </p:sp>
      <p:sp>
        <p:nvSpPr>
          <p:cNvPr id="7145" name="Rectangle 7144">
            <a:extLst>
              <a:ext uri="{FF2B5EF4-FFF2-40B4-BE49-F238E27FC236}">
                <a16:creationId xmlns:a16="http://schemas.microsoft.com/office/drawing/2014/main" id="{378A77F6-1777-DBD5-ED2D-E63A752DF859}"/>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7265" name="Rectangle 7264">
            <a:extLst>
              <a:ext uri="{FF2B5EF4-FFF2-40B4-BE49-F238E27FC236}">
                <a16:creationId xmlns:a16="http://schemas.microsoft.com/office/drawing/2014/main" id="{64859118-D03D-4C7F-1016-77236A467419}"/>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09</a:t>
            </a:r>
          </a:p>
          <a:p>
            <a:pPr algn="r">
              <a:buNone/>
            </a:pPr>
            <a:r>
              <a:rPr lang="en-US" sz="100">
                <a:effectLst/>
              </a:rPr>
              <a:t> </a:t>
            </a:r>
            <a:endParaRPr lang="en-US"/>
          </a:p>
        </p:txBody>
      </p:sp>
      <p:sp>
        <p:nvSpPr>
          <p:cNvPr id="7386" name="Rectangle 7385">
            <a:extLst>
              <a:ext uri="{FF2B5EF4-FFF2-40B4-BE49-F238E27FC236}">
                <a16:creationId xmlns:a16="http://schemas.microsoft.com/office/drawing/2014/main" id="{C346ACDF-5473-A694-5030-AE7B265754F6}"/>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08" name="Rectangle 7507">
            <a:extLst>
              <a:ext uri="{FF2B5EF4-FFF2-40B4-BE49-F238E27FC236}">
                <a16:creationId xmlns:a16="http://schemas.microsoft.com/office/drawing/2014/main" id="{75CD5566-F2FF-5906-C02C-EA9112229A48}"/>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7631" name="Rectangle 7630">
            <a:extLst>
              <a:ext uri="{FF2B5EF4-FFF2-40B4-BE49-F238E27FC236}">
                <a16:creationId xmlns:a16="http://schemas.microsoft.com/office/drawing/2014/main" id="{AFFFAB08-8FC7-1E93-98DB-35B87B0B63CB}"/>
              </a:ext>
            </a:extLst>
          </p:cNvPr>
          <p:cNvSpPr/>
          <p:nvPr/>
        </p:nvSpPr>
        <p:spPr>
          <a:xfrm>
            <a:off x="813816"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Recognize a request</a:t>
            </a:r>
          </a:p>
          <a:p>
            <a:pPr algn="l">
              <a:buNone/>
            </a:pPr>
            <a:r>
              <a:rPr lang="en-US" sz="100">
                <a:effectLst/>
              </a:rPr>
              <a:t> </a:t>
            </a:r>
            <a:endParaRPr lang="en-US"/>
          </a:p>
        </p:txBody>
      </p:sp>
      <p:sp>
        <p:nvSpPr>
          <p:cNvPr id="7755" name="Rectangle 7754">
            <a:extLst>
              <a:ext uri="{FF2B5EF4-FFF2-40B4-BE49-F238E27FC236}">
                <a16:creationId xmlns:a16="http://schemas.microsoft.com/office/drawing/2014/main" id="{0D47915F-A7E4-3745-0557-30DC5EB291C7}"/>
              </a:ext>
            </a:extLst>
          </p:cNvPr>
          <p:cNvSpPr/>
          <p:nvPr/>
        </p:nvSpPr>
        <p:spPr>
          <a:xfrm>
            <a:off x="813816" y="3621727"/>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A person may ask to access, correct, delete, or restrict use of their data.</a:t>
            </a:r>
          </a:p>
          <a:p>
            <a:pPr algn="l">
              <a:buNone/>
            </a:pPr>
            <a:r>
              <a:rPr lang="en-US" sz="100">
                <a:effectLst/>
              </a:rPr>
              <a:t> </a:t>
            </a:r>
            <a:endParaRPr lang="en-US"/>
          </a:p>
        </p:txBody>
      </p:sp>
      <p:sp>
        <p:nvSpPr>
          <p:cNvPr id="7880" name="Rectangle 7879">
            <a:extLst>
              <a:ext uri="{FF2B5EF4-FFF2-40B4-BE49-F238E27FC236}">
                <a16:creationId xmlns:a16="http://schemas.microsoft.com/office/drawing/2014/main" id="{481415FC-480B-1ED4-33CC-C793151DCB44}"/>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06" name="Rectangle 8005">
            <a:extLst>
              <a:ext uri="{FF2B5EF4-FFF2-40B4-BE49-F238E27FC236}">
                <a16:creationId xmlns:a16="http://schemas.microsoft.com/office/drawing/2014/main" id="{7B605DB5-912C-5B4F-520D-CD7C3468E422}"/>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8133" name="Rectangle 8132">
            <a:extLst>
              <a:ext uri="{FF2B5EF4-FFF2-40B4-BE49-F238E27FC236}">
                <a16:creationId xmlns:a16="http://schemas.microsoft.com/office/drawing/2014/main" id="{CCE74809-2E69-CCAC-3767-719B71552942}"/>
              </a:ext>
            </a:extLst>
          </p:cNvPr>
          <p:cNvSpPr/>
          <p:nvPr/>
        </p:nvSpPr>
        <p:spPr>
          <a:xfrm>
            <a:off x="4544568"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Record and route</a:t>
            </a:r>
          </a:p>
          <a:p>
            <a:pPr algn="l">
              <a:buNone/>
            </a:pPr>
            <a:r>
              <a:rPr lang="en-US" sz="100">
                <a:effectLst/>
              </a:rPr>
              <a:t> </a:t>
            </a:r>
            <a:endParaRPr lang="en-US"/>
          </a:p>
        </p:txBody>
      </p:sp>
      <p:sp>
        <p:nvSpPr>
          <p:cNvPr id="8261" name="Rectangle 8260">
            <a:extLst>
              <a:ext uri="{FF2B5EF4-FFF2-40B4-BE49-F238E27FC236}">
                <a16:creationId xmlns:a16="http://schemas.microsoft.com/office/drawing/2014/main" id="{6D45CC9C-412D-44FC-A2A5-9BD86E26BFEB}"/>
              </a:ext>
            </a:extLst>
          </p:cNvPr>
          <p:cNvSpPr/>
          <p:nvPr/>
        </p:nvSpPr>
        <p:spPr>
          <a:xfrm>
            <a:off x="4544568"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Capture the request and receipt time. Forward it through the approved privacy or client route.</a:t>
            </a:r>
          </a:p>
          <a:p>
            <a:pPr algn="l">
              <a:buNone/>
            </a:pPr>
            <a:r>
              <a:rPr lang="en-US" sz="100">
                <a:effectLst/>
              </a:rPr>
              <a:t> </a:t>
            </a:r>
            <a:endParaRPr lang="en-US"/>
          </a:p>
        </p:txBody>
      </p:sp>
      <p:sp>
        <p:nvSpPr>
          <p:cNvPr id="8390" name="Rectangle 8389">
            <a:extLst>
              <a:ext uri="{FF2B5EF4-FFF2-40B4-BE49-F238E27FC236}">
                <a16:creationId xmlns:a16="http://schemas.microsoft.com/office/drawing/2014/main" id="{DA16C8B7-8265-DC7D-2082-AA4C3601539D}"/>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20" name="Rectangle 8519">
            <a:extLst>
              <a:ext uri="{FF2B5EF4-FFF2-40B4-BE49-F238E27FC236}">
                <a16:creationId xmlns:a16="http://schemas.microsoft.com/office/drawing/2014/main" id="{EF788003-44CE-DCA1-BB6E-30DF349D800D}"/>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8651" name="Rectangle 8650">
            <a:extLst>
              <a:ext uri="{FF2B5EF4-FFF2-40B4-BE49-F238E27FC236}">
                <a16:creationId xmlns:a16="http://schemas.microsoft.com/office/drawing/2014/main" id="{95E707F2-C26B-F410-C8FF-E18414BD9446}"/>
              </a:ext>
            </a:extLst>
          </p:cNvPr>
          <p:cNvSpPr/>
          <p:nvPr/>
        </p:nvSpPr>
        <p:spPr>
          <a:xfrm>
            <a:off x="8275320"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Do not improvise</a:t>
            </a:r>
          </a:p>
          <a:p>
            <a:pPr algn="l">
              <a:buNone/>
            </a:pPr>
            <a:r>
              <a:rPr lang="en-US" sz="100">
                <a:effectLst/>
              </a:rPr>
              <a:t> </a:t>
            </a:r>
            <a:endParaRPr lang="en-US"/>
          </a:p>
        </p:txBody>
      </p:sp>
      <p:sp>
        <p:nvSpPr>
          <p:cNvPr id="8783" name="Rectangle 8782">
            <a:extLst>
              <a:ext uri="{FF2B5EF4-FFF2-40B4-BE49-F238E27FC236}">
                <a16:creationId xmlns:a16="http://schemas.microsoft.com/office/drawing/2014/main" id="{4539CFA1-5120-AB86-0EC8-A0CD234FCB37}"/>
              </a:ext>
            </a:extLst>
          </p:cNvPr>
          <p:cNvSpPr/>
          <p:nvPr/>
        </p:nvSpPr>
        <p:spPr>
          <a:xfrm>
            <a:off x="8275320"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Do not disclose data, delete records, verify identity informally, or promise a deadline on your own.</a:t>
            </a:r>
          </a:p>
          <a:p>
            <a:pPr algn="l">
              <a:buNone/>
            </a:pPr>
            <a:r>
              <a:rPr lang="en-US" sz="100">
                <a:effectLst/>
              </a:rPr>
              <a:t> </a:t>
            </a:r>
            <a:endParaRPr lang="en-US"/>
          </a:p>
        </p:txBody>
      </p:sp>
      <p:pic>
        <p:nvPicPr>
          <p:cNvPr id="12259" name="synozur-logo" descr="Synozur Alliance official logo">
            <a:extLst>
              <a:ext uri="{FF2B5EF4-FFF2-40B4-BE49-F238E27FC236}">
                <a16:creationId xmlns:a16="http://schemas.microsoft.com/office/drawing/2014/main" id="{C189A387-9EDE-4C3C-5F1E-7C409C62D4CF}"/>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100614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8916" name="Rectangle 8915">
            <a:extLst>
              <a:ext uri="{FF2B5EF4-FFF2-40B4-BE49-F238E27FC236}">
                <a16:creationId xmlns:a16="http://schemas.microsoft.com/office/drawing/2014/main" id="{73B134B4-DB2A-60D5-31AA-93873BF6AD0D}"/>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LEARN | 08</a:t>
            </a:r>
          </a:p>
          <a:p>
            <a:pPr algn="l">
              <a:buNone/>
            </a:pPr>
            <a:r>
              <a:rPr lang="en-US" sz="100">
                <a:effectLst/>
              </a:rPr>
              <a:t> </a:t>
            </a:r>
            <a:endParaRPr lang="en-US"/>
          </a:p>
        </p:txBody>
      </p:sp>
      <p:sp>
        <p:nvSpPr>
          <p:cNvPr id="9050" name="Rectangle 9049">
            <a:extLst>
              <a:ext uri="{FF2B5EF4-FFF2-40B4-BE49-F238E27FC236}">
                <a16:creationId xmlns:a16="http://schemas.microsoft.com/office/drawing/2014/main" id="{519A2350-836E-E166-BA25-4C7910A410B6}"/>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Treat accidental disclosure as an incident</a:t>
            </a:r>
          </a:p>
          <a:p>
            <a:pPr algn="l">
              <a:buNone/>
            </a:pPr>
            <a:r>
              <a:rPr lang="en-US" sz="100">
                <a:effectLst/>
              </a:rPr>
              <a:t> </a:t>
            </a:r>
            <a:endParaRPr lang="en-US"/>
          </a:p>
        </p:txBody>
      </p:sp>
      <p:sp>
        <p:nvSpPr>
          <p:cNvPr id="9185" name="Rectangle 9184">
            <a:extLst>
              <a:ext uri="{FF2B5EF4-FFF2-40B4-BE49-F238E27FC236}">
                <a16:creationId xmlns:a16="http://schemas.microsoft.com/office/drawing/2014/main" id="{24744A9F-720D-5E3B-D47A-4CBD3BF065BB}"/>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Security Policy: section 9; IT Policy: sections 2, 7</a:t>
            </a:r>
          </a:p>
          <a:p>
            <a:pPr algn="l">
              <a:buNone/>
            </a:pPr>
            <a:r>
              <a:rPr lang="en-US" sz="100">
                <a:effectLst/>
              </a:rPr>
              <a:t> </a:t>
            </a:r>
            <a:endParaRPr lang="en-US"/>
          </a:p>
        </p:txBody>
      </p:sp>
      <p:sp>
        <p:nvSpPr>
          <p:cNvPr id="9321" name="Rectangle 9320">
            <a:extLst>
              <a:ext uri="{FF2B5EF4-FFF2-40B4-BE49-F238E27FC236}">
                <a16:creationId xmlns:a16="http://schemas.microsoft.com/office/drawing/2014/main" id="{0420B3DD-D6BD-C764-33F7-F9A7ABE934E4}"/>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9458" name="Rectangle 9457">
            <a:extLst>
              <a:ext uri="{FF2B5EF4-FFF2-40B4-BE49-F238E27FC236}">
                <a16:creationId xmlns:a16="http://schemas.microsoft.com/office/drawing/2014/main" id="{62B64F18-7CA4-3EDB-88F5-B60433A24C77}"/>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10</a:t>
            </a:r>
          </a:p>
          <a:p>
            <a:pPr algn="r">
              <a:buNone/>
            </a:pPr>
            <a:r>
              <a:rPr lang="en-US" sz="100">
                <a:effectLst/>
              </a:rPr>
              <a:t> </a:t>
            </a:r>
            <a:endParaRPr lang="en-US"/>
          </a:p>
        </p:txBody>
      </p:sp>
      <p:sp>
        <p:nvSpPr>
          <p:cNvPr id="9596" name="Rectangle 9595">
            <a:extLst>
              <a:ext uri="{FF2B5EF4-FFF2-40B4-BE49-F238E27FC236}">
                <a16:creationId xmlns:a16="http://schemas.microsoft.com/office/drawing/2014/main" id="{8F9CDE72-4203-A824-A1B8-9BE5E07F255A}"/>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35" name="Rectangle 9734">
            <a:extLst>
              <a:ext uri="{FF2B5EF4-FFF2-40B4-BE49-F238E27FC236}">
                <a16:creationId xmlns:a16="http://schemas.microsoft.com/office/drawing/2014/main" id="{BC486BDC-15D3-02D6-FF3E-F813897A9381}"/>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Report immediately</a:t>
            </a:r>
          </a:p>
          <a:p>
            <a:pPr algn="l">
              <a:buNone/>
            </a:pPr>
            <a:r>
              <a:rPr lang="en-US" sz="100">
                <a:effectLst/>
              </a:rPr>
              <a:t> </a:t>
            </a:r>
            <a:endParaRPr lang="en-US"/>
          </a:p>
        </p:txBody>
      </p:sp>
      <p:sp>
        <p:nvSpPr>
          <p:cNvPr id="9875" name="Rectangle 9874">
            <a:extLst>
              <a:ext uri="{FF2B5EF4-FFF2-40B4-BE49-F238E27FC236}">
                <a16:creationId xmlns:a16="http://schemas.microsoft.com/office/drawing/2014/main" id="{C232868A-5A50-019F-80FE-D2C524632AE4}"/>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Wrong recipient, public link, lost device, or unintended AI upload: report suspicion, even if corrected.</a:t>
            </a:r>
          </a:p>
          <a:p>
            <a:pPr algn="l">
              <a:buNone/>
            </a:pPr>
            <a:r>
              <a:rPr lang="en-US" sz="100">
                <a:effectLst/>
              </a:rPr>
              <a:t> </a:t>
            </a:r>
            <a:endParaRPr lang="en-US"/>
          </a:p>
        </p:txBody>
      </p:sp>
      <p:sp>
        <p:nvSpPr>
          <p:cNvPr id="10016" name="Rectangle 10015">
            <a:extLst>
              <a:ext uri="{FF2B5EF4-FFF2-40B4-BE49-F238E27FC236}">
                <a16:creationId xmlns:a16="http://schemas.microsoft.com/office/drawing/2014/main" id="{3F777FA0-AB2D-43CE-D81B-0C0E49BA8374}"/>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58" name="Rectangle 10157">
            <a:extLst>
              <a:ext uri="{FF2B5EF4-FFF2-40B4-BE49-F238E27FC236}">
                <a16:creationId xmlns:a16="http://schemas.microsoft.com/office/drawing/2014/main" id="{583DFB6E-6F34-33C9-FBFD-E5992880CC40}"/>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Limit further exposure</a:t>
            </a:r>
          </a:p>
          <a:p>
            <a:pPr algn="l">
              <a:buNone/>
            </a:pPr>
            <a:r>
              <a:rPr lang="en-US" sz="100">
                <a:effectLst/>
              </a:rPr>
              <a:t> </a:t>
            </a:r>
            <a:endParaRPr lang="en-US"/>
          </a:p>
        </p:txBody>
      </p:sp>
      <p:sp>
        <p:nvSpPr>
          <p:cNvPr id="10301" name="Rectangle 10300">
            <a:extLst>
              <a:ext uri="{FF2B5EF4-FFF2-40B4-BE49-F238E27FC236}">
                <a16:creationId xmlns:a16="http://schemas.microsoft.com/office/drawing/2014/main" id="{994CF3A8-339D-2873-2542-4366DBE3F779}"/>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Stop sharing. Seek responder guidance on access removal; preserve the facts and evidence.</a:t>
            </a:r>
          </a:p>
          <a:p>
            <a:pPr algn="l">
              <a:buNone/>
            </a:pPr>
            <a:r>
              <a:rPr lang="en-US" sz="100">
                <a:effectLst/>
              </a:rPr>
              <a:t> </a:t>
            </a:r>
            <a:endParaRPr lang="en-US"/>
          </a:p>
        </p:txBody>
      </p:sp>
      <p:sp>
        <p:nvSpPr>
          <p:cNvPr id="10445" name="Rectangle 10444">
            <a:extLst>
              <a:ext uri="{FF2B5EF4-FFF2-40B4-BE49-F238E27FC236}">
                <a16:creationId xmlns:a16="http://schemas.microsoft.com/office/drawing/2014/main" id="{4050CEA7-567C-5101-E2A8-FBEEE04C0743}"/>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90" name="Rectangle 10589">
            <a:extLst>
              <a:ext uri="{FF2B5EF4-FFF2-40B4-BE49-F238E27FC236}">
                <a16:creationId xmlns:a16="http://schemas.microsoft.com/office/drawing/2014/main" id="{3B789BE9-9B01-34E9-6DC6-29EBC78620F2}"/>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Leave notices to responders</a:t>
            </a:r>
          </a:p>
          <a:p>
            <a:pPr algn="l">
              <a:buNone/>
            </a:pPr>
            <a:r>
              <a:rPr lang="en-US" sz="100">
                <a:effectLst/>
              </a:rPr>
              <a:t> </a:t>
            </a:r>
            <a:endParaRPr lang="en-US"/>
          </a:p>
        </p:txBody>
      </p:sp>
      <p:sp>
        <p:nvSpPr>
          <p:cNvPr id="10736" name="Rectangle 10735">
            <a:extLst>
              <a:ext uri="{FF2B5EF4-FFF2-40B4-BE49-F238E27FC236}">
                <a16:creationId xmlns:a16="http://schemas.microsoft.com/office/drawing/2014/main" id="{165263E4-E596-D790-50C3-9DB8028A0CAF}"/>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Do not promise that no breach occurred or contact affected people without authorization.</a:t>
            </a:r>
          </a:p>
          <a:p>
            <a:pPr algn="l">
              <a:buNone/>
            </a:pPr>
            <a:r>
              <a:rPr lang="en-US" sz="100">
                <a:effectLst/>
              </a:rPr>
              <a:t> </a:t>
            </a:r>
            <a:endParaRPr lang="en-US"/>
          </a:p>
        </p:txBody>
      </p:sp>
      <p:pic>
        <p:nvPicPr>
          <p:cNvPr id="12260" name="synozur-logo" descr="Synozur Alliance official logo">
            <a:extLst>
              <a:ext uri="{FF2B5EF4-FFF2-40B4-BE49-F238E27FC236}">
                <a16:creationId xmlns:a16="http://schemas.microsoft.com/office/drawing/2014/main" id="{76E128BE-E84C-A34B-DCC0-E3CAB2A14710}"/>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230982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0883" name="Rectangle 10882">
            <a:extLst>
              <a:ext uri="{FF2B5EF4-FFF2-40B4-BE49-F238E27FC236}">
                <a16:creationId xmlns:a16="http://schemas.microsoft.com/office/drawing/2014/main" id="{9057AEB3-4F90-DAC7-0EFF-4F1F2CF6D5B8}"/>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PRACTICE SCENARIO | FICTIONAL</a:t>
            </a:r>
          </a:p>
          <a:p>
            <a:pPr algn="l">
              <a:buNone/>
            </a:pPr>
            <a:r>
              <a:rPr lang="en-US" sz="100">
                <a:effectLst/>
              </a:rPr>
              <a:t> </a:t>
            </a:r>
            <a:endParaRPr lang="en-US"/>
          </a:p>
        </p:txBody>
      </p:sp>
      <p:sp>
        <p:nvSpPr>
          <p:cNvPr id="11031" name="Rectangle 11030">
            <a:extLst>
              <a:ext uri="{FF2B5EF4-FFF2-40B4-BE49-F238E27FC236}">
                <a16:creationId xmlns:a16="http://schemas.microsoft.com/office/drawing/2014/main" id="{5AF36CF2-7A00-E440-57FE-86FC9DF2BE37}"/>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Practice: reuse a client example</a:t>
            </a:r>
          </a:p>
          <a:p>
            <a:pPr algn="l">
              <a:buNone/>
            </a:pPr>
            <a:r>
              <a:rPr lang="en-US" sz="100">
                <a:effectLst/>
              </a:rPr>
              <a:t> </a:t>
            </a:r>
            <a:endParaRPr lang="en-US"/>
          </a:p>
        </p:txBody>
      </p:sp>
      <p:sp>
        <p:nvSpPr>
          <p:cNvPr id="11180" name="Rectangle 11179">
            <a:extLst>
              <a:ext uri="{FF2B5EF4-FFF2-40B4-BE49-F238E27FC236}">
                <a16:creationId xmlns:a16="http://schemas.microsoft.com/office/drawing/2014/main" id="{8EB88561-396B-93DA-21F2-7F866FD83DBE}"/>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Discussion exercise; proposed application of the preceding lessons.</a:t>
            </a:r>
          </a:p>
          <a:p>
            <a:pPr algn="l">
              <a:buNone/>
            </a:pPr>
            <a:r>
              <a:rPr lang="en-US" sz="100">
                <a:effectLst/>
              </a:rPr>
              <a:t> </a:t>
            </a:r>
            <a:endParaRPr lang="en-US"/>
          </a:p>
        </p:txBody>
      </p:sp>
      <p:sp>
        <p:nvSpPr>
          <p:cNvPr id="11330" name="Rectangle 11329">
            <a:extLst>
              <a:ext uri="{FF2B5EF4-FFF2-40B4-BE49-F238E27FC236}">
                <a16:creationId xmlns:a16="http://schemas.microsoft.com/office/drawing/2014/main" id="{A5F2CBCB-4B3D-E09C-FA37-13DDD9E34323}"/>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1481" name="Rectangle 11480">
            <a:extLst>
              <a:ext uri="{FF2B5EF4-FFF2-40B4-BE49-F238E27FC236}">
                <a16:creationId xmlns:a16="http://schemas.microsoft.com/office/drawing/2014/main" id="{9E50704E-FE4C-4DDE-A19D-879CA021E773}"/>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11</a:t>
            </a:r>
          </a:p>
          <a:p>
            <a:pPr algn="r">
              <a:buNone/>
            </a:pPr>
            <a:r>
              <a:rPr lang="en-US" sz="100">
                <a:effectLst/>
              </a:rPr>
              <a:t> </a:t>
            </a:r>
            <a:endParaRPr lang="en-US"/>
          </a:p>
        </p:txBody>
      </p:sp>
      <p:sp>
        <p:nvSpPr>
          <p:cNvPr id="11633" name="Rectangle 11632">
            <a:extLst>
              <a:ext uri="{FF2B5EF4-FFF2-40B4-BE49-F238E27FC236}">
                <a16:creationId xmlns:a16="http://schemas.microsoft.com/office/drawing/2014/main" id="{59C6E83C-5B04-6FE1-DDA9-3D8B3DD06C4E}"/>
              </a:ext>
            </a:extLst>
          </p:cNvPr>
          <p:cNvSpPr/>
          <p:nvPr/>
        </p:nvSpPr>
        <p:spPr>
          <a:xfrm>
            <a:off x="594360" y="2011680"/>
            <a:ext cx="5596128" cy="3575304"/>
          </a:xfrm>
          <a:prstGeom prst="rect">
            <a:avLst/>
          </a:prstGeom>
          <a:solidFill>
            <a:srgbClr val="810F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86" name="Rectangle 11785">
            <a:extLst>
              <a:ext uri="{FF2B5EF4-FFF2-40B4-BE49-F238E27FC236}">
                <a16:creationId xmlns:a16="http://schemas.microsoft.com/office/drawing/2014/main" id="{85E5C950-6D8E-E5B1-0F27-291DD370617A}"/>
              </a:ext>
            </a:extLst>
          </p:cNvPr>
          <p:cNvSpPr/>
          <p:nvPr/>
        </p:nvSpPr>
        <p:spPr>
          <a:xfrm>
            <a:off x="896112" y="2377440"/>
            <a:ext cx="4992624" cy="28163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FFFFFF"/>
                </a:solidFill>
                <a:effectLst/>
                <a:latin typeface="Arial" panose="020B0604020202020204" pitchFamily="34" charset="0"/>
              </a:rPr>
              <a:t>You want to paste a client workshop transcript into a new AI tool to create a sales example. You remove names, but the transcript still includes a unique project and pricing.</a:t>
            </a:r>
          </a:p>
          <a:p>
            <a:pPr algn="l">
              <a:buNone/>
            </a:pPr>
            <a:r>
              <a:rPr lang="en-US" sz="100">
                <a:effectLst/>
              </a:rPr>
              <a:t> </a:t>
            </a:r>
            <a:endParaRPr lang="en-US"/>
          </a:p>
        </p:txBody>
      </p:sp>
      <p:sp>
        <p:nvSpPr>
          <p:cNvPr id="11940" name="Rectangle 11939">
            <a:extLst>
              <a:ext uri="{FF2B5EF4-FFF2-40B4-BE49-F238E27FC236}">
                <a16:creationId xmlns:a16="http://schemas.microsoft.com/office/drawing/2014/main" id="{45C17504-F770-1E98-1BA4-2E8A58330BC2}"/>
              </a:ext>
            </a:extLst>
          </p:cNvPr>
          <p:cNvSpPr/>
          <p:nvPr/>
        </p:nvSpPr>
        <p:spPr>
          <a:xfrm>
            <a:off x="6583680" y="2057400"/>
            <a:ext cx="4645152" cy="9326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1. Is removing names enough?</a:t>
            </a:r>
          </a:p>
          <a:p>
            <a:pPr algn="l">
              <a:buNone/>
            </a:pPr>
            <a:r>
              <a:rPr lang="en-US" sz="100">
                <a:effectLst/>
              </a:rPr>
              <a:t> </a:t>
            </a:r>
            <a:endParaRPr lang="en-US"/>
          </a:p>
        </p:txBody>
      </p:sp>
      <p:sp>
        <p:nvSpPr>
          <p:cNvPr id="12095" name="Rectangle 12094">
            <a:extLst>
              <a:ext uri="{FF2B5EF4-FFF2-40B4-BE49-F238E27FC236}">
                <a16:creationId xmlns:a16="http://schemas.microsoft.com/office/drawing/2014/main" id="{16374909-35BD-760E-3DF2-21180B441EE2}"/>
              </a:ext>
            </a:extLst>
          </p:cNvPr>
          <p:cNvSpPr/>
          <p:nvPr/>
        </p:nvSpPr>
        <p:spPr>
          <a:xfrm>
            <a:off x="6583680" y="3218688"/>
            <a:ext cx="4645152" cy="9326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201134"/>
                </a:solidFill>
                <a:effectLst/>
                <a:latin typeface="Arial" panose="020B0604020202020204" pitchFamily="34" charset="0"/>
              </a:rPr>
              <a:t>2. What permissions and tool checks are needed?</a:t>
            </a:r>
          </a:p>
          <a:p>
            <a:pPr algn="l">
              <a:buNone/>
            </a:pPr>
            <a:r>
              <a:rPr lang="en-US" sz="100">
                <a:effectLst/>
              </a:rPr>
              <a:t> </a:t>
            </a:r>
            <a:endParaRPr lang="en-US"/>
          </a:p>
        </p:txBody>
      </p:sp>
      <p:sp>
        <p:nvSpPr>
          <p:cNvPr id="12251" name="Rectangle 12250">
            <a:extLst>
              <a:ext uri="{FF2B5EF4-FFF2-40B4-BE49-F238E27FC236}">
                <a16:creationId xmlns:a16="http://schemas.microsoft.com/office/drawing/2014/main" id="{A40FE54B-11A9-651E-84A9-32F14505EDAA}"/>
              </a:ext>
            </a:extLst>
          </p:cNvPr>
          <p:cNvSpPr/>
          <p:nvPr/>
        </p:nvSpPr>
        <p:spPr>
          <a:xfrm>
            <a:off x="6583680" y="4379976"/>
            <a:ext cx="4645152" cy="93268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201134"/>
                </a:solidFill>
                <a:effectLst/>
                <a:latin typeface="Arial" panose="020B0604020202020204" pitchFamily="34" charset="0"/>
              </a:rPr>
              <a:t>3. What safer material could you use instead?</a:t>
            </a:r>
          </a:p>
          <a:p>
            <a:pPr algn="l">
              <a:buNone/>
            </a:pPr>
            <a:r>
              <a:rPr lang="en-US" sz="100">
                <a:effectLst/>
              </a:rPr>
              <a:t> </a:t>
            </a:r>
            <a:endParaRPr lang="en-US"/>
          </a:p>
        </p:txBody>
      </p:sp>
      <p:pic>
        <p:nvPicPr>
          <p:cNvPr id="12261" name="synozur-logo" descr="Synozur Alliance official logo">
            <a:extLst>
              <a:ext uri="{FF2B5EF4-FFF2-40B4-BE49-F238E27FC236}">
                <a16:creationId xmlns:a16="http://schemas.microsoft.com/office/drawing/2014/main" id="{9880C5E6-978A-0EAB-490C-680EA9CA8452}"/>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899887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2262" name="Rectangle 12261">
            <a:extLst>
              <a:ext uri="{FF2B5EF4-FFF2-40B4-BE49-F238E27FC236}">
                <a16:creationId xmlns:a16="http://schemas.microsoft.com/office/drawing/2014/main" id="{B4936034-56D8-08B6-BBBD-35B0509487E3}"/>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2264" name="Rectangle 12263">
            <a:extLst>
              <a:ext uri="{FF2B5EF4-FFF2-40B4-BE49-F238E27FC236}">
                <a16:creationId xmlns:a16="http://schemas.microsoft.com/office/drawing/2014/main" id="{BF4748D8-CD17-9BDD-062F-CA331D0CAFED}"/>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01 | Choose one answer</a:t>
            </a:r>
          </a:p>
          <a:p>
            <a:pPr algn="l">
              <a:buNone/>
            </a:pPr>
            <a:r>
              <a:rPr lang="en-US" sz="100">
                <a:effectLst/>
              </a:rPr>
              <a:t> </a:t>
            </a:r>
            <a:endParaRPr lang="en-US"/>
          </a:p>
        </p:txBody>
      </p:sp>
      <p:sp>
        <p:nvSpPr>
          <p:cNvPr id="12267" name="Rectangle 12266">
            <a:extLst>
              <a:ext uri="{FF2B5EF4-FFF2-40B4-BE49-F238E27FC236}">
                <a16:creationId xmlns:a16="http://schemas.microsoft.com/office/drawing/2014/main" id="{13E413C0-4C8A-A0DC-937A-8276B239FD84}"/>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SYN-PRI-2026-Q01  |  Suggested assessment item; correct answer and rationale in administrator notes.</a:t>
            </a:r>
          </a:p>
          <a:p>
            <a:pPr algn="l">
              <a:buNone/>
            </a:pPr>
            <a:r>
              <a:rPr lang="en-US" sz="100">
                <a:effectLst/>
              </a:rPr>
              <a:t> </a:t>
            </a:r>
            <a:endParaRPr lang="en-US"/>
          </a:p>
        </p:txBody>
      </p:sp>
      <p:sp>
        <p:nvSpPr>
          <p:cNvPr id="12271" name="Rectangle 12270">
            <a:extLst>
              <a:ext uri="{FF2B5EF4-FFF2-40B4-BE49-F238E27FC236}">
                <a16:creationId xmlns:a16="http://schemas.microsoft.com/office/drawing/2014/main" id="{AAFD5384-CD78-6ADD-8E9A-4F245E08C194}"/>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2276" name="Rectangle 12275">
            <a:extLst>
              <a:ext uri="{FF2B5EF4-FFF2-40B4-BE49-F238E27FC236}">
                <a16:creationId xmlns:a16="http://schemas.microsoft.com/office/drawing/2014/main" id="{12A5D40F-5E76-6055-53DA-6EBBF7AF4610}"/>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12</a:t>
            </a:r>
          </a:p>
          <a:p>
            <a:pPr algn="r">
              <a:buNone/>
            </a:pPr>
            <a:r>
              <a:rPr lang="en-US" sz="100">
                <a:effectLst/>
              </a:rPr>
              <a:t> </a:t>
            </a:r>
            <a:endParaRPr lang="en-US"/>
          </a:p>
        </p:txBody>
      </p:sp>
      <p:sp>
        <p:nvSpPr>
          <p:cNvPr id="12282" name="Rectangle 12281">
            <a:extLst>
              <a:ext uri="{FF2B5EF4-FFF2-40B4-BE49-F238E27FC236}">
                <a16:creationId xmlns:a16="http://schemas.microsoft.com/office/drawing/2014/main" id="{AC35DD18-B49F-5E74-CD9F-432126D5AFC3}"/>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Which information may be confidential even when it contains no personal data?</a:t>
            </a:r>
          </a:p>
          <a:p>
            <a:pPr algn="l">
              <a:buNone/>
            </a:pPr>
            <a:r>
              <a:rPr lang="en-US" sz="100">
                <a:effectLst/>
              </a:rPr>
              <a:t> </a:t>
            </a:r>
            <a:endParaRPr lang="en-US"/>
          </a:p>
        </p:txBody>
      </p:sp>
      <p:sp>
        <p:nvSpPr>
          <p:cNvPr id="12289" name="Rectangle 12288">
            <a:extLst>
              <a:ext uri="{FF2B5EF4-FFF2-40B4-BE49-F238E27FC236}">
                <a16:creationId xmlns:a16="http://schemas.microsoft.com/office/drawing/2014/main" id="{FDB00352-F637-2920-BBE3-6116D67BD87B}"/>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97" name="Rectangle 12296">
            <a:extLst>
              <a:ext uri="{FF2B5EF4-FFF2-40B4-BE49-F238E27FC236}">
                <a16:creationId xmlns:a16="http://schemas.microsoft.com/office/drawing/2014/main" id="{7C313FEF-A393-1417-7481-3E8136B9ACAE}"/>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Only government identifiers.</a:t>
            </a:r>
          </a:p>
          <a:p>
            <a:pPr algn="l">
              <a:buNone/>
            </a:pPr>
            <a:r>
              <a:rPr lang="en-US" sz="100">
                <a:effectLst/>
              </a:rPr>
              <a:t> </a:t>
            </a:r>
            <a:endParaRPr lang="en-US"/>
          </a:p>
        </p:txBody>
      </p:sp>
      <p:sp>
        <p:nvSpPr>
          <p:cNvPr id="12306" name="Rectangle 12305">
            <a:extLst>
              <a:ext uri="{FF2B5EF4-FFF2-40B4-BE49-F238E27FC236}">
                <a16:creationId xmlns:a16="http://schemas.microsoft.com/office/drawing/2014/main" id="{E447D148-502E-ACAE-F796-1F4AD4FA510C}"/>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16" name="Rectangle 12315">
            <a:extLst>
              <a:ext uri="{FF2B5EF4-FFF2-40B4-BE49-F238E27FC236}">
                <a16:creationId xmlns:a16="http://schemas.microsoft.com/office/drawing/2014/main" id="{A9CFCBC7-B1AD-5A9C-74C6-D4DDC23ECEC1}"/>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Only employee medical information.</a:t>
            </a:r>
          </a:p>
          <a:p>
            <a:pPr algn="l">
              <a:buNone/>
            </a:pPr>
            <a:r>
              <a:rPr lang="en-US" sz="100">
                <a:effectLst/>
              </a:rPr>
              <a:t> </a:t>
            </a:r>
            <a:endParaRPr lang="en-US"/>
          </a:p>
        </p:txBody>
      </p:sp>
      <p:sp>
        <p:nvSpPr>
          <p:cNvPr id="12327" name="Rectangle 12326">
            <a:extLst>
              <a:ext uri="{FF2B5EF4-FFF2-40B4-BE49-F238E27FC236}">
                <a16:creationId xmlns:a16="http://schemas.microsoft.com/office/drawing/2014/main" id="{386E2A61-D948-A89A-D320-55335D3250FC}"/>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39" name="Rectangle 12338">
            <a:extLst>
              <a:ext uri="{FF2B5EF4-FFF2-40B4-BE49-F238E27FC236}">
                <a16:creationId xmlns:a16="http://schemas.microsoft.com/office/drawing/2014/main" id="{BCE0A60A-F042-FE23-7F65-4C6D93D05E10}"/>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A client's unpublished pricing strategy.</a:t>
            </a:r>
          </a:p>
          <a:p>
            <a:pPr algn="l">
              <a:buNone/>
            </a:pPr>
            <a:r>
              <a:rPr lang="en-US" sz="100">
                <a:effectLst/>
              </a:rPr>
              <a:t> </a:t>
            </a:r>
            <a:endParaRPr lang="en-US"/>
          </a:p>
        </p:txBody>
      </p:sp>
      <p:sp>
        <p:nvSpPr>
          <p:cNvPr id="12352" name="Rectangle 12351">
            <a:extLst>
              <a:ext uri="{FF2B5EF4-FFF2-40B4-BE49-F238E27FC236}">
                <a16:creationId xmlns:a16="http://schemas.microsoft.com/office/drawing/2014/main" id="{C3B358B1-8EAC-F526-2768-A242B4D84527}"/>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66" name="Rectangle 12365">
            <a:extLst>
              <a:ext uri="{FF2B5EF4-FFF2-40B4-BE49-F238E27FC236}">
                <a16:creationId xmlns:a16="http://schemas.microsoft.com/office/drawing/2014/main" id="{9BFB538F-BCEA-9D9B-578D-E66D3A1108B7}"/>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Nothing; confidentiality requires a person's name.</a:t>
            </a:r>
          </a:p>
          <a:p>
            <a:pPr algn="l">
              <a:buNone/>
            </a:pPr>
            <a:r>
              <a:rPr lang="en-US" sz="100">
                <a:effectLst/>
              </a:rPr>
              <a:t> </a:t>
            </a:r>
            <a:endParaRPr lang="en-US"/>
          </a:p>
        </p:txBody>
      </p:sp>
      <p:pic>
        <p:nvPicPr>
          <p:cNvPr id="20012" name="synozur-logo" descr="Synozur Alliance official logo">
            <a:extLst>
              <a:ext uri="{FF2B5EF4-FFF2-40B4-BE49-F238E27FC236}">
                <a16:creationId xmlns:a16="http://schemas.microsoft.com/office/drawing/2014/main" id="{8F0D7DC6-2137-23D7-2E76-D1C96A55B33F}"/>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551412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2381" name="Rectangle 12380">
            <a:extLst>
              <a:ext uri="{FF2B5EF4-FFF2-40B4-BE49-F238E27FC236}">
                <a16:creationId xmlns:a16="http://schemas.microsoft.com/office/drawing/2014/main" id="{24130A42-16FE-319B-90F8-2EC14BAFB402}"/>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2397" name="Rectangle 12396">
            <a:extLst>
              <a:ext uri="{FF2B5EF4-FFF2-40B4-BE49-F238E27FC236}">
                <a16:creationId xmlns:a16="http://schemas.microsoft.com/office/drawing/2014/main" id="{9C4F6CBB-950D-070B-4CBB-66D5916C8B31}"/>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02 | Choose one answer</a:t>
            </a:r>
          </a:p>
          <a:p>
            <a:pPr algn="l">
              <a:buNone/>
            </a:pPr>
            <a:r>
              <a:rPr lang="en-US" sz="100">
                <a:effectLst/>
              </a:rPr>
              <a:t> </a:t>
            </a:r>
            <a:endParaRPr lang="en-US"/>
          </a:p>
        </p:txBody>
      </p:sp>
      <p:sp>
        <p:nvSpPr>
          <p:cNvPr id="12414" name="Rectangle 12413">
            <a:extLst>
              <a:ext uri="{FF2B5EF4-FFF2-40B4-BE49-F238E27FC236}">
                <a16:creationId xmlns:a16="http://schemas.microsoft.com/office/drawing/2014/main" id="{07995048-DDD0-98CB-A9C5-82880D57C425}"/>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SYN-PRI-2026-Q02  |  Suggested assessment item; correct answer and rationale in administrator notes.</a:t>
            </a:r>
          </a:p>
          <a:p>
            <a:pPr algn="l">
              <a:buNone/>
            </a:pPr>
            <a:r>
              <a:rPr lang="en-US" sz="100">
                <a:effectLst/>
              </a:rPr>
              <a:t> </a:t>
            </a:r>
            <a:endParaRPr lang="en-US"/>
          </a:p>
        </p:txBody>
      </p:sp>
      <p:sp>
        <p:nvSpPr>
          <p:cNvPr id="12432" name="Rectangle 12431">
            <a:extLst>
              <a:ext uri="{FF2B5EF4-FFF2-40B4-BE49-F238E27FC236}">
                <a16:creationId xmlns:a16="http://schemas.microsoft.com/office/drawing/2014/main" id="{7D487507-7278-AAA3-C274-4F8CE6DE4DFF}"/>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2451" name="Rectangle 12450">
            <a:extLst>
              <a:ext uri="{FF2B5EF4-FFF2-40B4-BE49-F238E27FC236}">
                <a16:creationId xmlns:a16="http://schemas.microsoft.com/office/drawing/2014/main" id="{B1ECC4B1-0B32-5DCE-FDFB-F4FC234B75B8}"/>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13</a:t>
            </a:r>
          </a:p>
          <a:p>
            <a:pPr algn="r">
              <a:buNone/>
            </a:pPr>
            <a:r>
              <a:rPr lang="en-US" sz="100">
                <a:effectLst/>
              </a:rPr>
              <a:t> </a:t>
            </a:r>
            <a:endParaRPr lang="en-US"/>
          </a:p>
        </p:txBody>
      </p:sp>
      <p:sp>
        <p:nvSpPr>
          <p:cNvPr id="12471" name="Rectangle 12470">
            <a:extLst>
              <a:ext uri="{FF2B5EF4-FFF2-40B4-BE49-F238E27FC236}">
                <a16:creationId xmlns:a16="http://schemas.microsoft.com/office/drawing/2014/main" id="{4A63E93D-2E06-7469-6801-A32BA27EFD07}"/>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A task needs job role and region. You can export a full personnel file. What is best?</a:t>
            </a:r>
          </a:p>
          <a:p>
            <a:pPr algn="l">
              <a:buNone/>
            </a:pPr>
            <a:r>
              <a:rPr lang="en-US" sz="100">
                <a:effectLst/>
              </a:rPr>
              <a:t> </a:t>
            </a:r>
            <a:endParaRPr lang="en-US"/>
          </a:p>
        </p:txBody>
      </p:sp>
      <p:sp>
        <p:nvSpPr>
          <p:cNvPr id="12492" name="Rectangle 12491">
            <a:extLst>
              <a:ext uri="{FF2B5EF4-FFF2-40B4-BE49-F238E27FC236}">
                <a16:creationId xmlns:a16="http://schemas.microsoft.com/office/drawing/2014/main" id="{BC8FDA85-1A9E-F97B-5E42-44F730219964}"/>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14" name="Rectangle 12513">
            <a:extLst>
              <a:ext uri="{FF2B5EF4-FFF2-40B4-BE49-F238E27FC236}">
                <a16:creationId xmlns:a16="http://schemas.microsoft.com/office/drawing/2014/main" id="{3564997F-EEFC-8AAE-22B9-AAC710493E5B}"/>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Export the full file in case it is useful.</a:t>
            </a:r>
          </a:p>
          <a:p>
            <a:pPr algn="l">
              <a:buNone/>
            </a:pPr>
            <a:r>
              <a:rPr lang="en-US" sz="100">
                <a:effectLst/>
              </a:rPr>
              <a:t> </a:t>
            </a:r>
            <a:endParaRPr lang="en-US"/>
          </a:p>
        </p:txBody>
      </p:sp>
      <p:sp>
        <p:nvSpPr>
          <p:cNvPr id="12537" name="Rectangle 12536">
            <a:extLst>
              <a:ext uri="{FF2B5EF4-FFF2-40B4-BE49-F238E27FC236}">
                <a16:creationId xmlns:a16="http://schemas.microsoft.com/office/drawing/2014/main" id="{B8C363E2-B63C-3975-56EA-5D3362E14954}"/>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61" name="Rectangle 12560">
            <a:extLst>
              <a:ext uri="{FF2B5EF4-FFF2-40B4-BE49-F238E27FC236}">
                <a16:creationId xmlns:a16="http://schemas.microsoft.com/office/drawing/2014/main" id="{9842F929-73AB-101F-3BDA-5919A5A54E0B}"/>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Use only the necessary fields for the approved purpose.</a:t>
            </a:r>
          </a:p>
          <a:p>
            <a:pPr algn="l">
              <a:buNone/>
            </a:pPr>
            <a:r>
              <a:rPr lang="en-US" sz="100">
                <a:effectLst/>
              </a:rPr>
              <a:t> </a:t>
            </a:r>
            <a:endParaRPr lang="en-US"/>
          </a:p>
        </p:txBody>
      </p:sp>
      <p:sp>
        <p:nvSpPr>
          <p:cNvPr id="12586" name="Rectangle 12585">
            <a:extLst>
              <a:ext uri="{FF2B5EF4-FFF2-40B4-BE49-F238E27FC236}">
                <a16:creationId xmlns:a16="http://schemas.microsoft.com/office/drawing/2014/main" id="{4C64F2B7-6E50-9BE1-840F-29413B238A6A}"/>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12" name="Rectangle 12611">
            <a:extLst>
              <a:ext uri="{FF2B5EF4-FFF2-40B4-BE49-F238E27FC236}">
                <a16:creationId xmlns:a16="http://schemas.microsoft.com/office/drawing/2014/main" id="{289E0F01-C145-8217-25F2-5C11450707BD}"/>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Send the full file to a personal account.</a:t>
            </a:r>
          </a:p>
          <a:p>
            <a:pPr algn="l">
              <a:buNone/>
            </a:pPr>
            <a:r>
              <a:rPr lang="en-US" sz="100">
                <a:effectLst/>
              </a:rPr>
              <a:t> </a:t>
            </a:r>
            <a:endParaRPr lang="en-US"/>
          </a:p>
        </p:txBody>
      </p:sp>
      <p:sp>
        <p:nvSpPr>
          <p:cNvPr id="12639" name="Rectangle 12638">
            <a:extLst>
              <a:ext uri="{FF2B5EF4-FFF2-40B4-BE49-F238E27FC236}">
                <a16:creationId xmlns:a16="http://schemas.microsoft.com/office/drawing/2014/main" id="{809A8627-A054-A036-C9EF-A3F8380988EB}"/>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67" name="Rectangle 12666">
            <a:extLst>
              <a:ext uri="{FF2B5EF4-FFF2-40B4-BE49-F238E27FC236}">
                <a16:creationId xmlns:a16="http://schemas.microsoft.com/office/drawing/2014/main" id="{8488AE38-E616-2C89-AD06-04ADF913EB6E}"/>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Use all fields if the file is encrypted.</a:t>
            </a:r>
          </a:p>
          <a:p>
            <a:pPr algn="l">
              <a:buNone/>
            </a:pPr>
            <a:r>
              <a:rPr lang="en-US" sz="100">
                <a:effectLst/>
              </a:rPr>
              <a:t> </a:t>
            </a:r>
            <a:endParaRPr lang="en-US"/>
          </a:p>
        </p:txBody>
      </p:sp>
      <p:pic>
        <p:nvPicPr>
          <p:cNvPr id="20013" name="synozur-logo" descr="Synozur Alliance official logo">
            <a:extLst>
              <a:ext uri="{FF2B5EF4-FFF2-40B4-BE49-F238E27FC236}">
                <a16:creationId xmlns:a16="http://schemas.microsoft.com/office/drawing/2014/main" id="{ED05758E-C486-CC4E-BF82-3F2C6ABEF18B}"/>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34060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2696" name="Rectangle 12695">
            <a:extLst>
              <a:ext uri="{FF2B5EF4-FFF2-40B4-BE49-F238E27FC236}">
                <a16:creationId xmlns:a16="http://schemas.microsoft.com/office/drawing/2014/main" id="{62C531B9-4BE8-92EE-F1B0-3BD3A77641D4}"/>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2726" name="Rectangle 12725">
            <a:extLst>
              <a:ext uri="{FF2B5EF4-FFF2-40B4-BE49-F238E27FC236}">
                <a16:creationId xmlns:a16="http://schemas.microsoft.com/office/drawing/2014/main" id="{D2A04C29-0C6A-97B6-5A40-7D40FDA96620}"/>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03 | Choose one answer</a:t>
            </a:r>
          </a:p>
          <a:p>
            <a:pPr algn="l">
              <a:buNone/>
            </a:pPr>
            <a:r>
              <a:rPr lang="en-US" sz="100">
                <a:effectLst/>
              </a:rPr>
              <a:t> </a:t>
            </a:r>
            <a:endParaRPr lang="en-US"/>
          </a:p>
        </p:txBody>
      </p:sp>
      <p:sp>
        <p:nvSpPr>
          <p:cNvPr id="12757" name="Rectangle 12756">
            <a:extLst>
              <a:ext uri="{FF2B5EF4-FFF2-40B4-BE49-F238E27FC236}">
                <a16:creationId xmlns:a16="http://schemas.microsoft.com/office/drawing/2014/main" id="{574EE164-EC5D-E5A3-9459-2010043845E0}"/>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SYN-PRI-2026-Q03  |  Suggested assessment item; correct answer and rationale in administrator notes.</a:t>
            </a:r>
          </a:p>
          <a:p>
            <a:pPr algn="l">
              <a:buNone/>
            </a:pPr>
            <a:r>
              <a:rPr lang="en-US" sz="100">
                <a:effectLst/>
              </a:rPr>
              <a:t> </a:t>
            </a:r>
            <a:endParaRPr lang="en-US"/>
          </a:p>
        </p:txBody>
      </p:sp>
      <p:sp>
        <p:nvSpPr>
          <p:cNvPr id="12789" name="Rectangle 12788">
            <a:extLst>
              <a:ext uri="{FF2B5EF4-FFF2-40B4-BE49-F238E27FC236}">
                <a16:creationId xmlns:a16="http://schemas.microsoft.com/office/drawing/2014/main" id="{A505BD7A-FE45-0040-5570-FFE820784CB7}"/>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2822" name="Rectangle 12821">
            <a:extLst>
              <a:ext uri="{FF2B5EF4-FFF2-40B4-BE49-F238E27FC236}">
                <a16:creationId xmlns:a16="http://schemas.microsoft.com/office/drawing/2014/main" id="{D6A72C7F-FD44-14D7-4035-5A87BF4D873D}"/>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14</a:t>
            </a:r>
          </a:p>
          <a:p>
            <a:pPr algn="r">
              <a:buNone/>
            </a:pPr>
            <a:r>
              <a:rPr lang="en-US" sz="100">
                <a:effectLst/>
              </a:rPr>
              <a:t> </a:t>
            </a:r>
            <a:endParaRPr lang="en-US"/>
          </a:p>
        </p:txBody>
      </p:sp>
      <p:sp>
        <p:nvSpPr>
          <p:cNvPr id="12856" name="Rectangle 12855">
            <a:extLst>
              <a:ext uri="{FF2B5EF4-FFF2-40B4-BE49-F238E27FC236}">
                <a16:creationId xmlns:a16="http://schemas.microsoft.com/office/drawing/2014/main" id="{A8E54EF5-9B34-F2EF-0C88-0132EC6DC2D9}"/>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Removing client and employee names always makes a transcript safe for public AI use.</a:t>
            </a:r>
          </a:p>
          <a:p>
            <a:pPr algn="l">
              <a:buNone/>
            </a:pPr>
            <a:r>
              <a:rPr lang="en-US" sz="100">
                <a:effectLst/>
              </a:rPr>
              <a:t> </a:t>
            </a:r>
            <a:endParaRPr lang="en-US"/>
          </a:p>
        </p:txBody>
      </p:sp>
      <p:sp>
        <p:nvSpPr>
          <p:cNvPr id="12891" name="Rectangle 12890">
            <a:extLst>
              <a:ext uri="{FF2B5EF4-FFF2-40B4-BE49-F238E27FC236}">
                <a16:creationId xmlns:a16="http://schemas.microsoft.com/office/drawing/2014/main" id="{915BB0AB-E2AA-07FF-AE71-80D7ECF9E76D}"/>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927" name="Rectangle 12926">
            <a:extLst>
              <a:ext uri="{FF2B5EF4-FFF2-40B4-BE49-F238E27FC236}">
                <a16:creationId xmlns:a16="http://schemas.microsoft.com/office/drawing/2014/main" id="{241B7273-290C-7EE4-F25A-0532780E743E}"/>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True, because names are the only identifiers.</a:t>
            </a:r>
          </a:p>
          <a:p>
            <a:pPr algn="l">
              <a:buNone/>
            </a:pPr>
            <a:r>
              <a:rPr lang="en-US" sz="100">
                <a:effectLst/>
              </a:rPr>
              <a:t> </a:t>
            </a:r>
            <a:endParaRPr lang="en-US"/>
          </a:p>
        </p:txBody>
      </p:sp>
      <p:sp>
        <p:nvSpPr>
          <p:cNvPr id="12964" name="Rectangle 12963">
            <a:extLst>
              <a:ext uri="{FF2B5EF4-FFF2-40B4-BE49-F238E27FC236}">
                <a16:creationId xmlns:a16="http://schemas.microsoft.com/office/drawing/2014/main" id="{21FCB08A-AFB5-5E59-BC3F-4B6F555F7B09}"/>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02" name="Rectangle 13001">
            <a:extLst>
              <a:ext uri="{FF2B5EF4-FFF2-40B4-BE49-F238E27FC236}">
                <a16:creationId xmlns:a16="http://schemas.microsoft.com/office/drawing/2014/main" id="{F6D9EA77-BD93-D850-4A0D-2D4D457277E2}"/>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True, if the upload is brief.</a:t>
            </a:r>
          </a:p>
          <a:p>
            <a:pPr algn="l">
              <a:buNone/>
            </a:pPr>
            <a:r>
              <a:rPr lang="en-US" sz="100">
                <a:effectLst/>
              </a:rPr>
              <a:t> </a:t>
            </a:r>
            <a:endParaRPr lang="en-US"/>
          </a:p>
        </p:txBody>
      </p:sp>
      <p:sp>
        <p:nvSpPr>
          <p:cNvPr id="13041" name="Rectangle 13040">
            <a:extLst>
              <a:ext uri="{FF2B5EF4-FFF2-40B4-BE49-F238E27FC236}">
                <a16:creationId xmlns:a16="http://schemas.microsoft.com/office/drawing/2014/main" id="{5BD9BB0E-26E2-052F-8F4D-2F4FD1BBA172}"/>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81" name="Rectangle 13080">
            <a:extLst>
              <a:ext uri="{FF2B5EF4-FFF2-40B4-BE49-F238E27FC236}">
                <a16:creationId xmlns:a16="http://schemas.microsoft.com/office/drawing/2014/main" id="{49AB855C-ABBC-4D04-8C55-6F5BD81FC27F}"/>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True, if the result is never published.</a:t>
            </a:r>
          </a:p>
          <a:p>
            <a:pPr algn="l">
              <a:buNone/>
            </a:pPr>
            <a:r>
              <a:rPr lang="en-US" sz="100">
                <a:effectLst/>
              </a:rPr>
              <a:t> </a:t>
            </a:r>
            <a:endParaRPr lang="en-US"/>
          </a:p>
        </p:txBody>
      </p:sp>
      <p:sp>
        <p:nvSpPr>
          <p:cNvPr id="13122" name="Rectangle 13121">
            <a:extLst>
              <a:ext uri="{FF2B5EF4-FFF2-40B4-BE49-F238E27FC236}">
                <a16:creationId xmlns:a16="http://schemas.microsoft.com/office/drawing/2014/main" id="{1BA100CB-E628-0C2F-8B4F-EC58B31C4EDF}"/>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64" name="Rectangle 13163">
            <a:extLst>
              <a:ext uri="{FF2B5EF4-FFF2-40B4-BE49-F238E27FC236}">
                <a16:creationId xmlns:a16="http://schemas.microsoft.com/office/drawing/2014/main" id="{C9AA4D19-EE4E-1AED-05F5-1638F38469B1}"/>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False; indirect identifiers and confidential content may remain.</a:t>
            </a:r>
          </a:p>
          <a:p>
            <a:pPr algn="l">
              <a:buNone/>
            </a:pPr>
            <a:r>
              <a:rPr lang="en-US" sz="100">
                <a:effectLst/>
              </a:rPr>
              <a:t> </a:t>
            </a:r>
            <a:endParaRPr lang="en-US"/>
          </a:p>
        </p:txBody>
      </p:sp>
      <p:pic>
        <p:nvPicPr>
          <p:cNvPr id="20014" name="synozur-logo" descr="Synozur Alliance official logo">
            <a:extLst>
              <a:ext uri="{FF2B5EF4-FFF2-40B4-BE49-F238E27FC236}">
                <a16:creationId xmlns:a16="http://schemas.microsoft.com/office/drawing/2014/main" id="{4676A8F7-39C8-E39E-03D9-0D8EB51F58D0}"/>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798419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3207" name="Rectangle 13206">
            <a:extLst>
              <a:ext uri="{FF2B5EF4-FFF2-40B4-BE49-F238E27FC236}">
                <a16:creationId xmlns:a16="http://schemas.microsoft.com/office/drawing/2014/main" id="{9783C1D2-BD69-3F95-0E90-A96ADED74450}"/>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3251" name="Rectangle 13250">
            <a:extLst>
              <a:ext uri="{FF2B5EF4-FFF2-40B4-BE49-F238E27FC236}">
                <a16:creationId xmlns:a16="http://schemas.microsoft.com/office/drawing/2014/main" id="{4AE66747-D332-65CC-135A-B66CDDA7F271}"/>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04 | Choose one answer</a:t>
            </a:r>
          </a:p>
          <a:p>
            <a:pPr algn="l">
              <a:buNone/>
            </a:pPr>
            <a:r>
              <a:rPr lang="en-US" sz="100">
                <a:effectLst/>
              </a:rPr>
              <a:t> </a:t>
            </a:r>
            <a:endParaRPr lang="en-US"/>
          </a:p>
        </p:txBody>
      </p:sp>
      <p:sp>
        <p:nvSpPr>
          <p:cNvPr id="13296" name="Rectangle 13295">
            <a:extLst>
              <a:ext uri="{FF2B5EF4-FFF2-40B4-BE49-F238E27FC236}">
                <a16:creationId xmlns:a16="http://schemas.microsoft.com/office/drawing/2014/main" id="{4E7F0857-C6AF-1971-72DB-ED74F3E7B3CB}"/>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SYN-PRI-2026-Q04  |  Suggested assessment item; correct answer and rationale in administrator notes.</a:t>
            </a:r>
          </a:p>
          <a:p>
            <a:pPr algn="l">
              <a:buNone/>
            </a:pPr>
            <a:r>
              <a:rPr lang="en-US" sz="100">
                <a:effectLst/>
              </a:rPr>
              <a:t> </a:t>
            </a:r>
            <a:endParaRPr lang="en-US"/>
          </a:p>
        </p:txBody>
      </p:sp>
      <p:sp>
        <p:nvSpPr>
          <p:cNvPr id="13342" name="Rectangle 13341">
            <a:extLst>
              <a:ext uri="{FF2B5EF4-FFF2-40B4-BE49-F238E27FC236}">
                <a16:creationId xmlns:a16="http://schemas.microsoft.com/office/drawing/2014/main" id="{978ADA52-0875-0771-9DAF-2249750F4F9E}"/>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3389" name="Rectangle 13388">
            <a:extLst>
              <a:ext uri="{FF2B5EF4-FFF2-40B4-BE49-F238E27FC236}">
                <a16:creationId xmlns:a16="http://schemas.microsoft.com/office/drawing/2014/main" id="{E3049A8C-E127-E81D-A670-BEFFF3BF8DEC}"/>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15</a:t>
            </a:r>
          </a:p>
          <a:p>
            <a:pPr algn="r">
              <a:buNone/>
            </a:pPr>
            <a:r>
              <a:rPr lang="en-US" sz="100">
                <a:effectLst/>
              </a:rPr>
              <a:t> </a:t>
            </a:r>
            <a:endParaRPr lang="en-US"/>
          </a:p>
        </p:txBody>
      </p:sp>
      <p:sp>
        <p:nvSpPr>
          <p:cNvPr id="13437" name="Rectangle 13436">
            <a:extLst>
              <a:ext uri="{FF2B5EF4-FFF2-40B4-BE49-F238E27FC236}">
                <a16:creationId xmlns:a16="http://schemas.microsoft.com/office/drawing/2014/main" id="{3294A2F6-750A-44AD-7F42-20468466A13A}"/>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You send a client file to the wrong recipient and then recall it. What should you do?</a:t>
            </a:r>
          </a:p>
          <a:p>
            <a:pPr algn="l">
              <a:buNone/>
            </a:pPr>
            <a:r>
              <a:rPr lang="en-US" sz="100">
                <a:effectLst/>
              </a:rPr>
              <a:t> </a:t>
            </a:r>
            <a:endParaRPr lang="en-US"/>
          </a:p>
        </p:txBody>
      </p:sp>
      <p:sp>
        <p:nvSpPr>
          <p:cNvPr id="13486" name="Rectangle 13485">
            <a:extLst>
              <a:ext uri="{FF2B5EF4-FFF2-40B4-BE49-F238E27FC236}">
                <a16:creationId xmlns:a16="http://schemas.microsoft.com/office/drawing/2014/main" id="{962AE4E8-4EDE-2F5F-6B76-E1A545463E2C}"/>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536" name="Rectangle 13535">
            <a:extLst>
              <a:ext uri="{FF2B5EF4-FFF2-40B4-BE49-F238E27FC236}">
                <a16:creationId xmlns:a16="http://schemas.microsoft.com/office/drawing/2014/main" id="{F4FC3067-B58C-D945-A5C2-B687DDE45DB4}"/>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Report immediately, including the recall and known facts.</a:t>
            </a:r>
          </a:p>
          <a:p>
            <a:pPr algn="l">
              <a:buNone/>
            </a:pPr>
            <a:r>
              <a:rPr lang="en-US" sz="100">
                <a:effectLst/>
              </a:rPr>
              <a:t> </a:t>
            </a:r>
            <a:endParaRPr lang="en-US"/>
          </a:p>
        </p:txBody>
      </p:sp>
      <p:sp>
        <p:nvSpPr>
          <p:cNvPr id="13587" name="Rectangle 13586">
            <a:extLst>
              <a:ext uri="{FF2B5EF4-FFF2-40B4-BE49-F238E27FC236}">
                <a16:creationId xmlns:a16="http://schemas.microsoft.com/office/drawing/2014/main" id="{DDF02A0F-B7F3-1ABB-6CAA-F3E031E67084}"/>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639" name="Rectangle 13638">
            <a:extLst>
              <a:ext uri="{FF2B5EF4-FFF2-40B4-BE49-F238E27FC236}">
                <a16:creationId xmlns:a16="http://schemas.microsoft.com/office/drawing/2014/main" id="{46D7229D-3649-FF48-2647-3B623BD4CCAC}"/>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Assume recall removed all risk.</a:t>
            </a:r>
          </a:p>
          <a:p>
            <a:pPr algn="l">
              <a:buNone/>
            </a:pPr>
            <a:r>
              <a:rPr lang="en-US" sz="100">
                <a:effectLst/>
              </a:rPr>
              <a:t> </a:t>
            </a:r>
            <a:endParaRPr lang="en-US"/>
          </a:p>
        </p:txBody>
      </p:sp>
      <p:sp>
        <p:nvSpPr>
          <p:cNvPr id="13692" name="Rectangle 13691">
            <a:extLst>
              <a:ext uri="{FF2B5EF4-FFF2-40B4-BE49-F238E27FC236}">
                <a16:creationId xmlns:a16="http://schemas.microsoft.com/office/drawing/2014/main" id="{E93FEFF5-CD9D-5258-8308-03DC9C5230F0}"/>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746" name="Rectangle 13745">
            <a:extLst>
              <a:ext uri="{FF2B5EF4-FFF2-40B4-BE49-F238E27FC236}">
                <a16:creationId xmlns:a16="http://schemas.microsoft.com/office/drawing/2014/main" id="{9EBD1CF4-B0A7-12D2-198D-A95AF82F9C14}"/>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Wait for the recipient to complain.</a:t>
            </a:r>
          </a:p>
          <a:p>
            <a:pPr algn="l">
              <a:buNone/>
            </a:pPr>
            <a:r>
              <a:rPr lang="en-US" sz="100">
                <a:effectLst/>
              </a:rPr>
              <a:t> </a:t>
            </a:r>
            <a:endParaRPr lang="en-US"/>
          </a:p>
        </p:txBody>
      </p:sp>
      <p:sp>
        <p:nvSpPr>
          <p:cNvPr id="13801" name="Rectangle 13800">
            <a:extLst>
              <a:ext uri="{FF2B5EF4-FFF2-40B4-BE49-F238E27FC236}">
                <a16:creationId xmlns:a16="http://schemas.microsoft.com/office/drawing/2014/main" id="{629E71DC-3166-C8F0-7456-BA97E311D3E2}"/>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57" name="Rectangle 13856">
            <a:extLst>
              <a:ext uri="{FF2B5EF4-FFF2-40B4-BE49-F238E27FC236}">
                <a16:creationId xmlns:a16="http://schemas.microsoft.com/office/drawing/2014/main" id="{ABA7791F-DD34-03C8-9E2F-987EFE23CDFB}"/>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Delete your sent record to reduce exposure.</a:t>
            </a:r>
          </a:p>
          <a:p>
            <a:pPr algn="l">
              <a:buNone/>
            </a:pPr>
            <a:r>
              <a:rPr lang="en-US" sz="100">
                <a:effectLst/>
              </a:rPr>
              <a:t> </a:t>
            </a:r>
            <a:endParaRPr lang="en-US"/>
          </a:p>
        </p:txBody>
      </p:sp>
      <p:pic>
        <p:nvPicPr>
          <p:cNvPr id="20015" name="synozur-logo" descr="Synozur Alliance official logo">
            <a:extLst>
              <a:ext uri="{FF2B5EF4-FFF2-40B4-BE49-F238E27FC236}">
                <a16:creationId xmlns:a16="http://schemas.microsoft.com/office/drawing/2014/main" id="{88E3BE7F-026A-0D85-2802-D2E05712F376}"/>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4005070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3914" name="Rectangle 13913">
            <a:extLst>
              <a:ext uri="{FF2B5EF4-FFF2-40B4-BE49-F238E27FC236}">
                <a16:creationId xmlns:a16="http://schemas.microsoft.com/office/drawing/2014/main" id="{01591D02-4993-D0B4-6007-C9BBA6647047}"/>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KNOWLEDGE CHECK</a:t>
            </a:r>
          </a:p>
          <a:p>
            <a:pPr algn="l">
              <a:buNone/>
            </a:pPr>
            <a:r>
              <a:rPr lang="en-US" sz="100">
                <a:effectLst/>
              </a:rPr>
              <a:t> </a:t>
            </a:r>
            <a:endParaRPr lang="en-US"/>
          </a:p>
        </p:txBody>
      </p:sp>
      <p:sp>
        <p:nvSpPr>
          <p:cNvPr id="13972" name="Rectangle 13971">
            <a:extLst>
              <a:ext uri="{FF2B5EF4-FFF2-40B4-BE49-F238E27FC236}">
                <a16:creationId xmlns:a16="http://schemas.microsoft.com/office/drawing/2014/main" id="{7CFBDEF6-A1D1-380B-9369-EC4C880053C3}"/>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Review 05 | Choose one answer</a:t>
            </a:r>
          </a:p>
          <a:p>
            <a:pPr algn="l">
              <a:buNone/>
            </a:pPr>
            <a:r>
              <a:rPr lang="en-US" sz="100">
                <a:effectLst/>
              </a:rPr>
              <a:t> </a:t>
            </a:r>
            <a:endParaRPr lang="en-US"/>
          </a:p>
        </p:txBody>
      </p:sp>
      <p:sp>
        <p:nvSpPr>
          <p:cNvPr id="14031" name="Rectangle 14030">
            <a:extLst>
              <a:ext uri="{FF2B5EF4-FFF2-40B4-BE49-F238E27FC236}">
                <a16:creationId xmlns:a16="http://schemas.microsoft.com/office/drawing/2014/main" id="{EDE364FA-EA0F-4618-DD5A-58E8E94CBD57}"/>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SYN-PRI-2026-Q05  |  Suggested assessment item; correct answer and rationale in administrator notes.</a:t>
            </a:r>
          </a:p>
          <a:p>
            <a:pPr algn="l">
              <a:buNone/>
            </a:pPr>
            <a:r>
              <a:rPr lang="en-US" sz="100">
                <a:effectLst/>
              </a:rPr>
              <a:t> </a:t>
            </a:r>
            <a:endParaRPr lang="en-US"/>
          </a:p>
        </p:txBody>
      </p:sp>
      <p:sp>
        <p:nvSpPr>
          <p:cNvPr id="14091" name="Rectangle 14090">
            <a:extLst>
              <a:ext uri="{FF2B5EF4-FFF2-40B4-BE49-F238E27FC236}">
                <a16:creationId xmlns:a16="http://schemas.microsoft.com/office/drawing/2014/main" id="{E68400EA-E605-3FBA-7AC8-142CDEDA8D09}"/>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4152" name="Rectangle 14151">
            <a:extLst>
              <a:ext uri="{FF2B5EF4-FFF2-40B4-BE49-F238E27FC236}">
                <a16:creationId xmlns:a16="http://schemas.microsoft.com/office/drawing/2014/main" id="{18F8E5C4-5843-46C1-8B56-DDBA3B7E5971}"/>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16</a:t>
            </a:r>
          </a:p>
          <a:p>
            <a:pPr algn="r">
              <a:buNone/>
            </a:pPr>
            <a:r>
              <a:rPr lang="en-US" sz="100">
                <a:effectLst/>
              </a:rPr>
              <a:t> </a:t>
            </a:r>
            <a:endParaRPr lang="en-US"/>
          </a:p>
        </p:txBody>
      </p:sp>
      <p:sp>
        <p:nvSpPr>
          <p:cNvPr id="14214" name="Rectangle 14213">
            <a:extLst>
              <a:ext uri="{FF2B5EF4-FFF2-40B4-BE49-F238E27FC236}">
                <a16:creationId xmlns:a16="http://schemas.microsoft.com/office/drawing/2014/main" id="{083F1E6F-F3C5-62F7-4FC6-4E5988B70F58}"/>
              </a:ext>
            </a:extLst>
          </p:cNvPr>
          <p:cNvSpPr/>
          <p:nvPr/>
        </p:nvSpPr>
        <p:spPr>
          <a:xfrm>
            <a:off x="594360" y="1783080"/>
            <a:ext cx="10881360" cy="960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201134"/>
                </a:solidFill>
                <a:effectLst/>
                <a:latin typeface="Arial" panose="020B0604020202020204" pitchFamily="34" charset="0"/>
              </a:rPr>
              <a:t>A deletion request arrives while relevant records are under a legal hold. What is best?</a:t>
            </a:r>
          </a:p>
          <a:p>
            <a:pPr algn="l">
              <a:buNone/>
            </a:pPr>
            <a:r>
              <a:rPr lang="en-US" sz="100">
                <a:effectLst/>
              </a:rPr>
              <a:t> </a:t>
            </a:r>
            <a:endParaRPr lang="en-US"/>
          </a:p>
        </p:txBody>
      </p:sp>
      <p:sp>
        <p:nvSpPr>
          <p:cNvPr id="14277" name="Rectangle 14276">
            <a:extLst>
              <a:ext uri="{FF2B5EF4-FFF2-40B4-BE49-F238E27FC236}">
                <a16:creationId xmlns:a16="http://schemas.microsoft.com/office/drawing/2014/main" id="{0CC6C714-8F2C-26DB-1587-8E6568DD4E72}"/>
              </a:ext>
            </a:extLst>
          </p:cNvPr>
          <p:cNvSpPr/>
          <p:nvPr/>
        </p:nvSpPr>
        <p:spPr>
          <a:xfrm>
            <a:off x="594360" y="28529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341" name="Rectangle 14340">
            <a:extLst>
              <a:ext uri="{FF2B5EF4-FFF2-40B4-BE49-F238E27FC236}">
                <a16:creationId xmlns:a16="http://schemas.microsoft.com/office/drawing/2014/main" id="{4D26B0CC-07F1-986E-9D11-2D8DA5FC48B0}"/>
              </a:ext>
            </a:extLst>
          </p:cNvPr>
          <p:cNvSpPr/>
          <p:nvPr/>
        </p:nvSpPr>
        <p:spPr>
          <a:xfrm>
            <a:off x="795528" y="28666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A. Delete them immediately to satisfy the person.</a:t>
            </a:r>
          </a:p>
          <a:p>
            <a:pPr algn="l">
              <a:buNone/>
            </a:pPr>
            <a:r>
              <a:rPr lang="en-US" sz="100">
                <a:effectLst/>
              </a:rPr>
              <a:t> </a:t>
            </a:r>
            <a:endParaRPr lang="en-US"/>
          </a:p>
        </p:txBody>
      </p:sp>
      <p:sp>
        <p:nvSpPr>
          <p:cNvPr id="14406" name="Rectangle 14405">
            <a:extLst>
              <a:ext uri="{FF2B5EF4-FFF2-40B4-BE49-F238E27FC236}">
                <a16:creationId xmlns:a16="http://schemas.microsoft.com/office/drawing/2014/main" id="{F027FA33-7D20-4F63-3668-D5DE9CD96913}"/>
              </a:ext>
            </a:extLst>
          </p:cNvPr>
          <p:cNvSpPr/>
          <p:nvPr/>
        </p:nvSpPr>
        <p:spPr>
          <a:xfrm>
            <a:off x="594360" y="35387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472" name="Rectangle 14471">
            <a:extLst>
              <a:ext uri="{FF2B5EF4-FFF2-40B4-BE49-F238E27FC236}">
                <a16:creationId xmlns:a16="http://schemas.microsoft.com/office/drawing/2014/main" id="{C8D7392B-C1AF-7099-E1A4-C6B9A55A7198}"/>
              </a:ext>
            </a:extLst>
          </p:cNvPr>
          <p:cNvSpPr/>
          <p:nvPr/>
        </p:nvSpPr>
        <p:spPr>
          <a:xfrm>
            <a:off x="795528" y="35524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B. Ignore the request until the hold ends.</a:t>
            </a:r>
          </a:p>
          <a:p>
            <a:pPr algn="l">
              <a:buNone/>
            </a:pPr>
            <a:r>
              <a:rPr lang="en-US" sz="100">
                <a:effectLst/>
              </a:rPr>
              <a:t> </a:t>
            </a:r>
            <a:endParaRPr lang="en-US"/>
          </a:p>
        </p:txBody>
      </p:sp>
      <p:sp>
        <p:nvSpPr>
          <p:cNvPr id="14539" name="Rectangle 14538">
            <a:extLst>
              <a:ext uri="{FF2B5EF4-FFF2-40B4-BE49-F238E27FC236}">
                <a16:creationId xmlns:a16="http://schemas.microsoft.com/office/drawing/2014/main" id="{D2F73845-C82D-67B2-9F67-D887343A7A7A}"/>
              </a:ext>
            </a:extLst>
          </p:cNvPr>
          <p:cNvSpPr/>
          <p:nvPr/>
        </p:nvSpPr>
        <p:spPr>
          <a:xfrm>
            <a:off x="594360" y="42245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607" name="Rectangle 14606">
            <a:extLst>
              <a:ext uri="{FF2B5EF4-FFF2-40B4-BE49-F238E27FC236}">
                <a16:creationId xmlns:a16="http://schemas.microsoft.com/office/drawing/2014/main" id="{FC718841-F353-ACC4-F7CE-2958CD0A7D87}"/>
              </a:ext>
            </a:extLst>
          </p:cNvPr>
          <p:cNvSpPr/>
          <p:nvPr/>
        </p:nvSpPr>
        <p:spPr>
          <a:xfrm>
            <a:off x="795528" y="42382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C. Record and route the request; do not delete on your own.</a:t>
            </a:r>
          </a:p>
          <a:p>
            <a:pPr algn="l">
              <a:buNone/>
            </a:pPr>
            <a:r>
              <a:rPr lang="en-US" sz="100">
                <a:effectLst/>
              </a:rPr>
              <a:t> </a:t>
            </a:r>
            <a:endParaRPr lang="en-US"/>
          </a:p>
        </p:txBody>
      </p:sp>
      <p:sp>
        <p:nvSpPr>
          <p:cNvPr id="14676" name="Rectangle 14675">
            <a:extLst>
              <a:ext uri="{FF2B5EF4-FFF2-40B4-BE49-F238E27FC236}">
                <a16:creationId xmlns:a16="http://schemas.microsoft.com/office/drawing/2014/main" id="{1199D80B-9F48-172E-15CF-84C57FCE5D11}"/>
              </a:ext>
            </a:extLst>
          </p:cNvPr>
          <p:cNvSpPr/>
          <p:nvPr/>
        </p:nvSpPr>
        <p:spPr>
          <a:xfrm>
            <a:off x="594360" y="4910328"/>
            <a:ext cx="10972800" cy="621792"/>
          </a:xfrm>
          <a:prstGeom prst="rect">
            <a:avLst/>
          </a:prstGeom>
          <a:solidFill>
            <a:srgbClr val="EEE7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746" name="Rectangle 14745">
            <a:extLst>
              <a:ext uri="{FF2B5EF4-FFF2-40B4-BE49-F238E27FC236}">
                <a16:creationId xmlns:a16="http://schemas.microsoft.com/office/drawing/2014/main" id="{1C81E067-44B6-25EC-85D4-D30EE62E6F8E}"/>
              </a:ext>
            </a:extLst>
          </p:cNvPr>
          <p:cNvSpPr/>
          <p:nvPr/>
        </p:nvSpPr>
        <p:spPr>
          <a:xfrm>
            <a:off x="795528" y="4924044"/>
            <a:ext cx="10579608"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a:solidFill>
                  <a:srgbClr val="201134"/>
                </a:solidFill>
                <a:effectLst/>
                <a:latin typeface="Arial" panose="020B0604020202020204" pitchFamily="34" charset="0"/>
              </a:rPr>
              <a:t>D. Promise a fixed deadline before checking requirements.</a:t>
            </a:r>
          </a:p>
          <a:p>
            <a:pPr algn="l">
              <a:buNone/>
            </a:pPr>
            <a:r>
              <a:rPr lang="en-US" sz="100">
                <a:effectLst/>
              </a:rPr>
              <a:t> </a:t>
            </a:r>
            <a:endParaRPr lang="en-US"/>
          </a:p>
        </p:txBody>
      </p:sp>
      <p:pic>
        <p:nvPicPr>
          <p:cNvPr id="20016" name="synozur-logo" descr="Synozur Alliance official logo">
            <a:extLst>
              <a:ext uri="{FF2B5EF4-FFF2-40B4-BE49-F238E27FC236}">
                <a16:creationId xmlns:a16="http://schemas.microsoft.com/office/drawing/2014/main" id="{42E24C8C-A726-FFBD-B059-C5CC84B267BF}"/>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332532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4817" name="Rectangle 14816">
            <a:extLst>
              <a:ext uri="{FF2B5EF4-FFF2-40B4-BE49-F238E27FC236}">
                <a16:creationId xmlns:a16="http://schemas.microsoft.com/office/drawing/2014/main" id="{F0822347-7261-A30D-9520-5A61CC1FE958}"/>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ACKNOWLEDGEMENT | PROPOSED WORDING</a:t>
            </a:r>
          </a:p>
          <a:p>
            <a:pPr algn="l">
              <a:buNone/>
            </a:pPr>
            <a:r>
              <a:rPr lang="en-US" sz="100">
                <a:effectLst/>
              </a:rPr>
              <a:t> </a:t>
            </a:r>
            <a:endParaRPr lang="en-US"/>
          </a:p>
        </p:txBody>
      </p:sp>
      <p:sp>
        <p:nvSpPr>
          <p:cNvPr id="14889" name="Rectangle 14888">
            <a:extLst>
              <a:ext uri="{FF2B5EF4-FFF2-40B4-BE49-F238E27FC236}">
                <a16:creationId xmlns:a16="http://schemas.microsoft.com/office/drawing/2014/main" id="{F12A3937-5F8C-6365-A46C-45D176236F96}"/>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Record your annual attestation</a:t>
            </a:r>
          </a:p>
          <a:p>
            <a:pPr algn="l">
              <a:buNone/>
            </a:pPr>
            <a:r>
              <a:rPr lang="en-US" sz="100">
                <a:effectLst/>
              </a:rPr>
              <a:t> </a:t>
            </a:r>
            <a:endParaRPr lang="en-US"/>
          </a:p>
        </p:txBody>
      </p:sp>
      <p:sp>
        <p:nvSpPr>
          <p:cNvPr id="14962" name="Rectangle 14961">
            <a:extLst>
              <a:ext uri="{FF2B5EF4-FFF2-40B4-BE49-F238E27FC236}">
                <a16:creationId xmlns:a16="http://schemas.microsoft.com/office/drawing/2014/main" id="{A6CA56FF-79C7-AB2D-EFF9-5B0AE50E61F9}"/>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Individual acknowledgement is separate from the review score and from any organizational assessment.</a:t>
            </a:r>
          </a:p>
          <a:p>
            <a:pPr algn="l">
              <a:buNone/>
            </a:pPr>
            <a:r>
              <a:rPr lang="en-US" sz="100">
                <a:effectLst/>
              </a:rPr>
              <a:t> </a:t>
            </a:r>
            <a:endParaRPr lang="en-US"/>
          </a:p>
        </p:txBody>
      </p:sp>
      <p:sp>
        <p:nvSpPr>
          <p:cNvPr id="15036" name="Rectangle 15035">
            <a:extLst>
              <a:ext uri="{FF2B5EF4-FFF2-40B4-BE49-F238E27FC236}">
                <a16:creationId xmlns:a16="http://schemas.microsoft.com/office/drawing/2014/main" id="{1E6A0500-11ED-FC20-1DD6-87F1A954FCD9}"/>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5111" name="Rectangle 15110">
            <a:extLst>
              <a:ext uri="{FF2B5EF4-FFF2-40B4-BE49-F238E27FC236}">
                <a16:creationId xmlns:a16="http://schemas.microsoft.com/office/drawing/2014/main" id="{D25E7ACF-EC7F-01B9-A9BB-A7E46A4A05EA}"/>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17</a:t>
            </a:r>
          </a:p>
          <a:p>
            <a:pPr algn="r">
              <a:buNone/>
            </a:pPr>
            <a:r>
              <a:rPr lang="en-US" sz="100">
                <a:effectLst/>
              </a:rPr>
              <a:t> </a:t>
            </a:r>
            <a:endParaRPr lang="en-US"/>
          </a:p>
        </p:txBody>
      </p:sp>
      <p:sp>
        <p:nvSpPr>
          <p:cNvPr id="15187" name="Rectangle 15186">
            <a:extLst>
              <a:ext uri="{FF2B5EF4-FFF2-40B4-BE49-F238E27FC236}">
                <a16:creationId xmlns:a16="http://schemas.microsoft.com/office/drawing/2014/main" id="{109E535A-8F79-7A4A-0A80-D023C4BC5167}"/>
              </a:ext>
            </a:extLst>
          </p:cNvPr>
          <p:cNvSpPr/>
          <p:nvPr/>
        </p:nvSpPr>
        <p:spPr>
          <a:xfrm>
            <a:off x="594360" y="1975104"/>
            <a:ext cx="10972800" cy="2304288"/>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64" name="Rectangle 15263">
            <a:extLst>
              <a:ext uri="{FF2B5EF4-FFF2-40B4-BE49-F238E27FC236}">
                <a16:creationId xmlns:a16="http://schemas.microsoft.com/office/drawing/2014/main" id="{19636EAE-A1CC-4047-C0BE-C606AB882548}"/>
              </a:ext>
            </a:extLst>
          </p:cNvPr>
          <p:cNvSpPr/>
          <p:nvPr/>
        </p:nvSpPr>
        <p:spPr>
          <a:xfrm>
            <a:off x="914400" y="2221992"/>
            <a:ext cx="10332720" cy="17647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a:solidFill>
                  <a:srgbClr val="201134"/>
                </a:solidFill>
                <a:effectLst/>
                <a:latin typeface="Arial" panose="020B0604020202020204" pitchFamily="34" charset="0"/>
              </a:rPr>
              <a:t>I completed this course and reviewed the applicable privacy, data-handling, and client confidentiality requirements. I will use information only for authorized purposes, limit access and sharing, follow retention instructions, and promptly report suspected disclosures or privacy concerns.</a:t>
            </a:r>
          </a:p>
          <a:p>
            <a:pPr algn="l">
              <a:buNone/>
            </a:pPr>
            <a:r>
              <a:rPr lang="en-US" sz="100">
                <a:effectLst/>
              </a:rPr>
              <a:t> </a:t>
            </a:r>
            <a:endParaRPr lang="en-US"/>
          </a:p>
        </p:txBody>
      </p:sp>
      <p:sp>
        <p:nvSpPr>
          <p:cNvPr id="15342" name="Rectangle 15341">
            <a:extLst>
              <a:ext uri="{FF2B5EF4-FFF2-40B4-BE49-F238E27FC236}">
                <a16:creationId xmlns:a16="http://schemas.microsoft.com/office/drawing/2014/main" id="{75E8BA3A-C6CC-B8BA-8DB2-7A7946CDF0C6}"/>
              </a:ext>
            </a:extLst>
          </p:cNvPr>
          <p:cNvSpPr/>
          <p:nvPr/>
        </p:nvSpPr>
        <p:spPr>
          <a:xfrm>
            <a:off x="594360" y="4553712"/>
            <a:ext cx="10515600"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Record: your name / work identity, course version, completion date, and response.</a:t>
            </a:r>
          </a:p>
          <a:p>
            <a:pPr algn="l">
              <a:buNone/>
            </a:pPr>
            <a:r>
              <a:rPr lang="en-US" sz="100">
                <a:effectLst/>
              </a:rPr>
              <a:t> </a:t>
            </a:r>
            <a:endParaRPr lang="en-US"/>
          </a:p>
        </p:txBody>
      </p:sp>
      <p:sp>
        <p:nvSpPr>
          <p:cNvPr id="15421" name="Rectangle 15420">
            <a:extLst>
              <a:ext uri="{FF2B5EF4-FFF2-40B4-BE49-F238E27FC236}">
                <a16:creationId xmlns:a16="http://schemas.microsoft.com/office/drawing/2014/main" id="{66773319-3051-0DCE-A047-2A33897B002B}"/>
              </a:ext>
            </a:extLst>
          </p:cNvPr>
          <p:cNvSpPr/>
          <p:nvPr/>
        </p:nvSpPr>
        <p:spPr>
          <a:xfrm>
            <a:off x="594360" y="5166360"/>
            <a:ext cx="10515600" cy="44805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810FFB"/>
                </a:solidFill>
                <a:effectLst/>
                <a:latin typeface="Arial" panose="020B0604020202020204" pitchFamily="34" charset="0"/>
              </a:rPr>
              <a:t>Responses:  I acknowledge    |    I need clarification before acknowledging</a:t>
            </a:r>
          </a:p>
          <a:p>
            <a:pPr algn="l">
              <a:buNone/>
            </a:pPr>
            <a:r>
              <a:rPr lang="en-US" sz="100">
                <a:effectLst/>
              </a:rPr>
              <a:t> </a:t>
            </a:r>
            <a:endParaRPr lang="en-US"/>
          </a:p>
        </p:txBody>
      </p:sp>
      <p:pic>
        <p:nvPicPr>
          <p:cNvPr id="20017" name="synozur-logo" descr="Synozur Alliance official logo">
            <a:extLst>
              <a:ext uri="{FF2B5EF4-FFF2-40B4-BE49-F238E27FC236}">
                <a16:creationId xmlns:a16="http://schemas.microsoft.com/office/drawing/2014/main" id="{E3DCE929-7AE9-02C8-14C6-E7C425684801}"/>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1994629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5501" name="Rectangle 15500">
            <a:extLst>
              <a:ext uri="{FF2B5EF4-FFF2-40B4-BE49-F238E27FC236}">
                <a16:creationId xmlns:a16="http://schemas.microsoft.com/office/drawing/2014/main" id="{7AE10A73-C7BD-0CA7-8C09-6F155F8E5291}"/>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ADMINISTRATOR APPENDIX | EXCLUDE FROM LEARNER FLOW</a:t>
            </a:r>
          </a:p>
          <a:p>
            <a:pPr algn="l">
              <a:buNone/>
            </a:pPr>
            <a:r>
              <a:rPr lang="en-US" sz="100">
                <a:effectLst/>
              </a:rPr>
              <a:t> </a:t>
            </a:r>
            <a:endParaRPr lang="en-US"/>
          </a:p>
        </p:txBody>
      </p:sp>
      <p:sp>
        <p:nvSpPr>
          <p:cNvPr id="15582" name="Rectangle 15581">
            <a:extLst>
              <a:ext uri="{FF2B5EF4-FFF2-40B4-BE49-F238E27FC236}">
                <a16:creationId xmlns:a16="http://schemas.microsoft.com/office/drawing/2014/main" id="{EEC35EB6-61C9-3CE0-A303-34186458B0D1}"/>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Approve the launch before assigning</a:t>
            </a:r>
          </a:p>
          <a:p>
            <a:pPr algn="l">
              <a:buNone/>
            </a:pPr>
            <a:r>
              <a:rPr lang="en-US" sz="100">
                <a:effectLst/>
              </a:rPr>
              <a:t> </a:t>
            </a:r>
            <a:endParaRPr lang="en-US"/>
          </a:p>
        </p:txBody>
      </p:sp>
      <p:sp>
        <p:nvSpPr>
          <p:cNvPr id="15664" name="Rectangle 15663">
            <a:extLst>
              <a:ext uri="{FF2B5EF4-FFF2-40B4-BE49-F238E27FC236}">
                <a16:creationId xmlns:a16="http://schemas.microsoft.com/office/drawing/2014/main" id="{96C0CE06-0790-395F-F19E-0C080129F3EC}"/>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Proposed release checklist; Orion import and attestation behavior are not verified.</a:t>
            </a:r>
          </a:p>
          <a:p>
            <a:pPr algn="l">
              <a:buNone/>
            </a:pPr>
            <a:r>
              <a:rPr lang="en-US" sz="100">
                <a:effectLst/>
              </a:rPr>
              <a:t> </a:t>
            </a:r>
            <a:endParaRPr lang="en-US"/>
          </a:p>
        </p:txBody>
      </p:sp>
      <p:sp>
        <p:nvSpPr>
          <p:cNvPr id="15747" name="Rectangle 15746">
            <a:extLst>
              <a:ext uri="{FF2B5EF4-FFF2-40B4-BE49-F238E27FC236}">
                <a16:creationId xmlns:a16="http://schemas.microsoft.com/office/drawing/2014/main" id="{9969B7CB-5F9D-41B5-D128-F648688FB82B}"/>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5831" name="Rectangle 15830">
            <a:extLst>
              <a:ext uri="{FF2B5EF4-FFF2-40B4-BE49-F238E27FC236}">
                <a16:creationId xmlns:a16="http://schemas.microsoft.com/office/drawing/2014/main" id="{045D6302-76E7-7126-2610-874121D7BA45}"/>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18</a:t>
            </a:r>
          </a:p>
          <a:p>
            <a:pPr algn="r">
              <a:buNone/>
            </a:pPr>
            <a:r>
              <a:rPr lang="en-US" sz="100">
                <a:effectLst/>
              </a:rPr>
              <a:t> </a:t>
            </a:r>
            <a:endParaRPr lang="en-US"/>
          </a:p>
        </p:txBody>
      </p:sp>
      <p:sp>
        <p:nvSpPr>
          <p:cNvPr id="15916" name="Rectangle 15915">
            <a:extLst>
              <a:ext uri="{FF2B5EF4-FFF2-40B4-BE49-F238E27FC236}">
                <a16:creationId xmlns:a16="http://schemas.microsoft.com/office/drawing/2014/main" id="{7AB70E4C-67C4-F52D-B2A3-089D3269FB35}"/>
              </a:ext>
            </a:extLst>
          </p:cNvPr>
          <p:cNvSpPr/>
          <p:nvPr/>
        </p:nvSpPr>
        <p:spPr>
          <a:xfrm>
            <a:off x="594360" y="2011680"/>
            <a:ext cx="3502152" cy="3575304"/>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02" name="Rectangle 16001">
            <a:extLst>
              <a:ext uri="{FF2B5EF4-FFF2-40B4-BE49-F238E27FC236}">
                <a16:creationId xmlns:a16="http://schemas.microsoft.com/office/drawing/2014/main" id="{F5782AAF-3CF3-2BC4-AF23-C4CF8083F65C}"/>
              </a:ext>
            </a:extLst>
          </p:cNvPr>
          <p:cNvSpPr/>
          <p:nvPr/>
        </p:nvSpPr>
        <p:spPr>
          <a:xfrm>
            <a:off x="813816"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01</a:t>
            </a:r>
          </a:p>
          <a:p>
            <a:pPr algn="l">
              <a:buNone/>
            </a:pPr>
            <a:r>
              <a:rPr lang="en-US" sz="100">
                <a:effectLst/>
              </a:rPr>
              <a:t> </a:t>
            </a:r>
            <a:endParaRPr lang="en-US"/>
          </a:p>
        </p:txBody>
      </p:sp>
      <p:sp>
        <p:nvSpPr>
          <p:cNvPr id="16089" name="Rectangle 16088">
            <a:extLst>
              <a:ext uri="{FF2B5EF4-FFF2-40B4-BE49-F238E27FC236}">
                <a16:creationId xmlns:a16="http://schemas.microsoft.com/office/drawing/2014/main" id="{E8DE6A0D-AFE7-6478-1E5B-A7C0CE2775CC}"/>
              </a:ext>
            </a:extLst>
          </p:cNvPr>
          <p:cNvSpPr/>
          <p:nvPr/>
        </p:nvSpPr>
        <p:spPr>
          <a:xfrm>
            <a:off x="813816"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Approve the content</a:t>
            </a:r>
          </a:p>
          <a:p>
            <a:pPr algn="l">
              <a:buNone/>
            </a:pPr>
            <a:r>
              <a:rPr lang="en-US" sz="100">
                <a:effectLst/>
              </a:rPr>
              <a:t> </a:t>
            </a:r>
            <a:endParaRPr lang="en-US"/>
          </a:p>
        </p:txBody>
      </p:sp>
      <p:sp>
        <p:nvSpPr>
          <p:cNvPr id="16177" name="Rectangle 16176">
            <a:extLst>
              <a:ext uri="{FF2B5EF4-FFF2-40B4-BE49-F238E27FC236}">
                <a16:creationId xmlns:a16="http://schemas.microsoft.com/office/drawing/2014/main" id="{9690D3FA-3058-C56B-47A7-B4884103775F}"/>
              </a:ext>
            </a:extLst>
          </p:cNvPr>
          <p:cNvSpPr/>
          <p:nvPr/>
        </p:nvSpPr>
        <p:spPr>
          <a:xfrm>
            <a:off x="813816" y="3656897"/>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Confirm policy versions, NIST scope, contacts, conduct rules, and the final attestation.</a:t>
            </a:r>
          </a:p>
          <a:p>
            <a:pPr algn="l">
              <a:buNone/>
            </a:pPr>
            <a:r>
              <a:rPr lang="en-US" sz="100">
                <a:effectLst/>
              </a:rPr>
              <a:t> </a:t>
            </a:r>
            <a:endParaRPr lang="en-US"/>
          </a:p>
        </p:txBody>
      </p:sp>
      <p:sp>
        <p:nvSpPr>
          <p:cNvPr id="16266" name="Rectangle 16265">
            <a:extLst>
              <a:ext uri="{FF2B5EF4-FFF2-40B4-BE49-F238E27FC236}">
                <a16:creationId xmlns:a16="http://schemas.microsoft.com/office/drawing/2014/main" id="{98485AAA-F0E9-3057-911E-805C29097773}"/>
              </a:ext>
            </a:extLst>
          </p:cNvPr>
          <p:cNvSpPr/>
          <p:nvPr/>
        </p:nvSpPr>
        <p:spPr>
          <a:xfrm>
            <a:off x="4325112"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56" name="Rectangle 16355">
            <a:extLst>
              <a:ext uri="{FF2B5EF4-FFF2-40B4-BE49-F238E27FC236}">
                <a16:creationId xmlns:a16="http://schemas.microsoft.com/office/drawing/2014/main" id="{B491DEB3-681E-F07A-1CBA-99FE2C77FEC6}"/>
              </a:ext>
            </a:extLst>
          </p:cNvPr>
          <p:cNvSpPr/>
          <p:nvPr/>
        </p:nvSpPr>
        <p:spPr>
          <a:xfrm>
            <a:off x="4544568"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02</a:t>
            </a:r>
          </a:p>
          <a:p>
            <a:pPr algn="l">
              <a:buNone/>
            </a:pPr>
            <a:r>
              <a:rPr lang="en-US" sz="100">
                <a:effectLst/>
              </a:rPr>
              <a:t> </a:t>
            </a:r>
            <a:endParaRPr lang="en-US"/>
          </a:p>
        </p:txBody>
      </p:sp>
      <p:sp>
        <p:nvSpPr>
          <p:cNvPr id="16447" name="Rectangle 16446">
            <a:extLst>
              <a:ext uri="{FF2B5EF4-FFF2-40B4-BE49-F238E27FC236}">
                <a16:creationId xmlns:a16="http://schemas.microsoft.com/office/drawing/2014/main" id="{C590610E-01AD-3F38-3133-02C306A5AD32}"/>
              </a:ext>
            </a:extLst>
          </p:cNvPr>
          <p:cNvSpPr/>
          <p:nvPr/>
        </p:nvSpPr>
        <p:spPr>
          <a:xfrm>
            <a:off x="4544568"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Test the import</a:t>
            </a:r>
          </a:p>
          <a:p>
            <a:pPr algn="l">
              <a:buNone/>
            </a:pPr>
            <a:r>
              <a:rPr lang="en-US" sz="100">
                <a:effectLst/>
              </a:rPr>
              <a:t> </a:t>
            </a:r>
            <a:endParaRPr lang="en-US"/>
          </a:p>
        </p:txBody>
      </p:sp>
      <p:sp>
        <p:nvSpPr>
          <p:cNvPr id="16539" name="Rectangle 16538">
            <a:extLst>
              <a:ext uri="{FF2B5EF4-FFF2-40B4-BE49-F238E27FC236}">
                <a16:creationId xmlns:a16="http://schemas.microsoft.com/office/drawing/2014/main" id="{CB0812F7-9435-A40B-E917-CDFFBDE093BC}"/>
              </a:ext>
            </a:extLst>
          </p:cNvPr>
          <p:cNvSpPr/>
          <p:nvPr/>
        </p:nvSpPr>
        <p:spPr>
          <a:xfrm>
            <a:off x="4544568" y="3656897"/>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Check slide order, text extraction, note visibility, choices, grading, and acknowledgement capture.</a:t>
            </a:r>
          </a:p>
          <a:p>
            <a:pPr algn="l">
              <a:buNone/>
            </a:pPr>
            <a:r>
              <a:rPr lang="en-US" sz="100">
                <a:effectLst/>
              </a:rPr>
              <a:t> </a:t>
            </a:r>
            <a:endParaRPr lang="en-US"/>
          </a:p>
        </p:txBody>
      </p:sp>
      <p:sp>
        <p:nvSpPr>
          <p:cNvPr id="16632" name="Rectangle 16631">
            <a:extLst>
              <a:ext uri="{FF2B5EF4-FFF2-40B4-BE49-F238E27FC236}">
                <a16:creationId xmlns:a16="http://schemas.microsoft.com/office/drawing/2014/main" id="{AB82040E-03F2-F8E4-9B75-22646198F3F8}"/>
              </a:ext>
            </a:extLst>
          </p:cNvPr>
          <p:cNvSpPr/>
          <p:nvPr/>
        </p:nvSpPr>
        <p:spPr>
          <a:xfrm>
            <a:off x="8055864" y="2011680"/>
            <a:ext cx="3502152" cy="3575304"/>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726" name="Rectangle 16725">
            <a:extLst>
              <a:ext uri="{FF2B5EF4-FFF2-40B4-BE49-F238E27FC236}">
                <a16:creationId xmlns:a16="http://schemas.microsoft.com/office/drawing/2014/main" id="{979E5186-5C67-DB29-B0CD-66BB93DDF9B9}"/>
              </a:ext>
            </a:extLst>
          </p:cNvPr>
          <p:cNvSpPr/>
          <p:nvPr/>
        </p:nvSpPr>
        <p:spPr>
          <a:xfrm>
            <a:off x="8275320" y="2258568"/>
            <a:ext cx="30632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810FFB"/>
                </a:solidFill>
                <a:effectLst/>
                <a:latin typeface="Arial" panose="020B0604020202020204" pitchFamily="34" charset="0"/>
              </a:rPr>
              <a:t>03</a:t>
            </a:r>
          </a:p>
          <a:p>
            <a:pPr algn="l">
              <a:buNone/>
            </a:pPr>
            <a:r>
              <a:rPr lang="en-US" sz="100">
                <a:effectLst/>
              </a:rPr>
              <a:t> </a:t>
            </a:r>
            <a:endParaRPr lang="en-US"/>
          </a:p>
        </p:txBody>
      </p:sp>
      <p:sp>
        <p:nvSpPr>
          <p:cNvPr id="16821" name="Rectangle 16820">
            <a:extLst>
              <a:ext uri="{FF2B5EF4-FFF2-40B4-BE49-F238E27FC236}">
                <a16:creationId xmlns:a16="http://schemas.microsoft.com/office/drawing/2014/main" id="{DB0D0BAE-62A8-F82B-7753-48ED56AF43F9}"/>
              </a:ext>
            </a:extLst>
          </p:cNvPr>
          <p:cNvSpPr/>
          <p:nvPr/>
        </p:nvSpPr>
        <p:spPr>
          <a:xfrm>
            <a:off x="8275320" y="2807208"/>
            <a:ext cx="3063240" cy="85039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201134"/>
                </a:solidFill>
                <a:effectLst/>
                <a:latin typeface="Arial" panose="020B0604020202020204" pitchFamily="34" charset="0"/>
              </a:rPr>
              <a:t>Retain the evidence</a:t>
            </a:r>
          </a:p>
          <a:p>
            <a:pPr algn="l">
              <a:buNone/>
            </a:pPr>
            <a:r>
              <a:rPr lang="en-US" sz="100">
                <a:effectLst/>
              </a:rPr>
              <a:t> </a:t>
            </a:r>
            <a:endParaRPr lang="en-US"/>
          </a:p>
        </p:txBody>
      </p:sp>
      <p:sp>
        <p:nvSpPr>
          <p:cNvPr id="16917" name="Rectangle 16916">
            <a:extLst>
              <a:ext uri="{FF2B5EF4-FFF2-40B4-BE49-F238E27FC236}">
                <a16:creationId xmlns:a16="http://schemas.microsoft.com/office/drawing/2014/main" id="{E417D4C0-AC4D-AA2A-47D2-E4D235297D58}"/>
              </a:ext>
            </a:extLst>
          </p:cNvPr>
          <p:cNvSpPr/>
          <p:nvPr/>
        </p:nvSpPr>
        <p:spPr>
          <a:xfrm>
            <a:off x="8275320" y="3776472"/>
            <a:ext cx="3063240" cy="14813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201134"/>
                </a:solidFill>
                <a:effectLst/>
                <a:latin typeface="Arial" panose="020B0604020202020204" pitchFamily="34" charset="0"/>
              </a:rPr>
              <a:t>Keep approved course version, learner identity, results, remediation, attestation, and exception follow-up.</a:t>
            </a:r>
          </a:p>
          <a:p>
            <a:pPr algn="l">
              <a:buNone/>
            </a:pPr>
            <a:r>
              <a:rPr lang="en-US" sz="100">
                <a:effectLst/>
              </a:rPr>
              <a:t> </a:t>
            </a:r>
            <a:endParaRPr lang="en-US"/>
          </a:p>
        </p:txBody>
      </p:sp>
      <p:pic>
        <p:nvPicPr>
          <p:cNvPr id="20018" name="synozur-logo" descr="Synozur Alliance official logo">
            <a:extLst>
              <a:ext uri="{FF2B5EF4-FFF2-40B4-BE49-F238E27FC236}">
                <a16:creationId xmlns:a16="http://schemas.microsoft.com/office/drawing/2014/main" id="{A52AAAB4-8EA6-191F-8EAC-1B6C5FCA1FA0}"/>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485438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7014" name="Rectangle 17013">
            <a:extLst>
              <a:ext uri="{FF2B5EF4-FFF2-40B4-BE49-F238E27FC236}">
                <a16:creationId xmlns:a16="http://schemas.microsoft.com/office/drawing/2014/main" id="{537500FF-92FA-591C-BA7C-F0FB865A1973}"/>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ADMINISTRATOR APPENDIX | INDICATIVE MAPPING</a:t>
            </a:r>
          </a:p>
          <a:p>
            <a:pPr algn="l">
              <a:buNone/>
            </a:pPr>
            <a:r>
              <a:rPr lang="en-US" sz="100">
                <a:effectLst/>
              </a:rPr>
              <a:t> </a:t>
            </a:r>
            <a:endParaRPr lang="en-US"/>
          </a:p>
        </p:txBody>
      </p:sp>
      <p:sp>
        <p:nvSpPr>
          <p:cNvPr id="17112" name="Rectangle 17111">
            <a:extLst>
              <a:ext uri="{FF2B5EF4-FFF2-40B4-BE49-F238E27FC236}">
                <a16:creationId xmlns:a16="http://schemas.microsoft.com/office/drawing/2014/main" id="{E930D10B-7B29-CC9E-7A03-C43F4B06B7DB}"/>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How this training supports readiness</a:t>
            </a:r>
          </a:p>
          <a:p>
            <a:pPr algn="l">
              <a:buNone/>
            </a:pPr>
            <a:r>
              <a:rPr lang="en-US" sz="100">
                <a:effectLst/>
              </a:rPr>
              <a:t> </a:t>
            </a:r>
            <a:endParaRPr lang="en-US"/>
          </a:p>
        </p:txBody>
      </p:sp>
      <p:sp>
        <p:nvSpPr>
          <p:cNvPr id="17211" name="Rectangle 17210">
            <a:extLst>
              <a:ext uri="{FF2B5EF4-FFF2-40B4-BE49-F238E27FC236}">
                <a16:creationId xmlns:a16="http://schemas.microsoft.com/office/drawing/2014/main" id="{2C95A424-F16E-3BA5-F2E9-8D56C33FCD20}"/>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Educational alignment only; no claim that controls are fully implemented or assessed.</a:t>
            </a:r>
          </a:p>
          <a:p>
            <a:pPr algn="l">
              <a:buNone/>
            </a:pPr>
            <a:r>
              <a:rPr lang="en-US" sz="100">
                <a:effectLst/>
              </a:rPr>
              <a:t> </a:t>
            </a:r>
            <a:endParaRPr lang="en-US"/>
          </a:p>
        </p:txBody>
      </p:sp>
      <p:sp>
        <p:nvSpPr>
          <p:cNvPr id="17311" name="Rectangle 17310">
            <a:extLst>
              <a:ext uri="{FF2B5EF4-FFF2-40B4-BE49-F238E27FC236}">
                <a16:creationId xmlns:a16="http://schemas.microsoft.com/office/drawing/2014/main" id="{A5BD2489-B509-A844-2AAB-F751133698B4}"/>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7412" name="Rectangle 17411">
            <a:extLst>
              <a:ext uri="{FF2B5EF4-FFF2-40B4-BE49-F238E27FC236}">
                <a16:creationId xmlns:a16="http://schemas.microsoft.com/office/drawing/2014/main" id="{A141524E-48AF-7199-2FBB-D9AEE7873A6E}"/>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19</a:t>
            </a:r>
          </a:p>
          <a:p>
            <a:pPr algn="r">
              <a:buNone/>
            </a:pPr>
            <a:r>
              <a:rPr lang="en-US" sz="100">
                <a:effectLst/>
              </a:rPr>
              <a:t> </a:t>
            </a:r>
            <a:endParaRPr lang="en-US"/>
          </a:p>
        </p:txBody>
      </p:sp>
      <p:sp>
        <p:nvSpPr>
          <p:cNvPr id="17514" name="Rectangle 17513">
            <a:extLst>
              <a:ext uri="{FF2B5EF4-FFF2-40B4-BE49-F238E27FC236}">
                <a16:creationId xmlns:a16="http://schemas.microsoft.com/office/drawing/2014/main" id="{E1604B04-0116-5D30-D203-C837261DB9B8}"/>
              </a:ext>
            </a:extLst>
          </p:cNvPr>
          <p:cNvSpPr/>
          <p:nvPr/>
        </p:nvSpPr>
        <p:spPr>
          <a:xfrm>
            <a:off x="594360" y="2011680"/>
            <a:ext cx="10972800" cy="1005840"/>
          </a:xfrm>
          <a:prstGeom prst="rect">
            <a:avLst/>
          </a:prstGeom>
          <a:solidFill>
            <a:srgbClr val="E5D7F7"/>
          </a:solidFill>
          <a:ln w="12700">
            <a:solidFill>
              <a:srgbClr val="810F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17" name="Rectangle 17616">
            <a:extLst>
              <a:ext uri="{FF2B5EF4-FFF2-40B4-BE49-F238E27FC236}">
                <a16:creationId xmlns:a16="http://schemas.microsoft.com/office/drawing/2014/main" id="{8E4E46C0-29E2-1387-DE2A-1652BC7B7788}"/>
              </a:ext>
            </a:extLst>
          </p:cNvPr>
          <p:cNvSpPr/>
          <p:nvPr/>
        </p:nvSpPr>
        <p:spPr>
          <a:xfrm>
            <a:off x="822960" y="2121408"/>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Privacy awareness</a:t>
            </a:r>
          </a:p>
          <a:p>
            <a:pPr algn="l">
              <a:buNone/>
            </a:pPr>
            <a:r>
              <a:rPr lang="en-US" sz="100">
                <a:effectLst/>
              </a:rPr>
              <a:t> </a:t>
            </a:r>
            <a:endParaRPr lang="en-US"/>
          </a:p>
        </p:txBody>
      </p:sp>
      <p:sp>
        <p:nvSpPr>
          <p:cNvPr id="17721" name="Rectangle 17720">
            <a:extLst>
              <a:ext uri="{FF2B5EF4-FFF2-40B4-BE49-F238E27FC236}">
                <a16:creationId xmlns:a16="http://schemas.microsoft.com/office/drawing/2014/main" id="{5D16450D-6545-34DD-4AD6-D5297A00C020}"/>
              </a:ext>
            </a:extLst>
          </p:cNvPr>
          <p:cNvSpPr/>
          <p:nvPr/>
        </p:nvSpPr>
        <p:spPr>
          <a:xfrm>
            <a:off x="4343400" y="2121408"/>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Privacy Framework 1.0: GV.AT-P</a:t>
            </a:r>
          </a:p>
          <a:p>
            <a:pPr algn="l">
              <a:buNone/>
            </a:pPr>
            <a:r>
              <a:rPr lang="en-US" sz="1900">
                <a:solidFill>
                  <a:srgbClr val="201134"/>
                </a:solidFill>
                <a:effectLst/>
                <a:latin typeface="Arial" panose="020B0604020202020204" pitchFamily="34" charset="0"/>
              </a:rPr>
              <a:t>Roles, responsibilities, and staff awareness.</a:t>
            </a:r>
            <a:endParaRPr lang="en-US"/>
          </a:p>
        </p:txBody>
      </p:sp>
      <p:sp>
        <p:nvSpPr>
          <p:cNvPr id="17826" name="Rectangle 17825">
            <a:extLst>
              <a:ext uri="{FF2B5EF4-FFF2-40B4-BE49-F238E27FC236}">
                <a16:creationId xmlns:a16="http://schemas.microsoft.com/office/drawing/2014/main" id="{68B821E7-7CFE-2531-A52B-4C42B0CD2825}"/>
              </a:ext>
            </a:extLst>
          </p:cNvPr>
          <p:cNvSpPr/>
          <p:nvPr/>
        </p:nvSpPr>
        <p:spPr>
          <a:xfrm>
            <a:off x="594360" y="3209544"/>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932" name="Rectangle 17931">
            <a:extLst>
              <a:ext uri="{FF2B5EF4-FFF2-40B4-BE49-F238E27FC236}">
                <a16:creationId xmlns:a16="http://schemas.microsoft.com/office/drawing/2014/main" id="{3A7BD90F-B639-D899-31DD-58E01AA7B3DE}"/>
              </a:ext>
            </a:extLst>
          </p:cNvPr>
          <p:cNvSpPr/>
          <p:nvPr/>
        </p:nvSpPr>
        <p:spPr>
          <a:xfrm>
            <a:off x="822960" y="3319272"/>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Data lifecycle</a:t>
            </a:r>
          </a:p>
          <a:p>
            <a:pPr algn="l">
              <a:buNone/>
            </a:pPr>
            <a:r>
              <a:rPr lang="en-US" sz="100">
                <a:effectLst/>
              </a:rPr>
              <a:t> </a:t>
            </a:r>
            <a:endParaRPr lang="en-US"/>
          </a:p>
        </p:txBody>
      </p:sp>
      <p:sp>
        <p:nvSpPr>
          <p:cNvPr id="18039" name="Rectangle 18038">
            <a:extLst>
              <a:ext uri="{FF2B5EF4-FFF2-40B4-BE49-F238E27FC236}">
                <a16:creationId xmlns:a16="http://schemas.microsoft.com/office/drawing/2014/main" id="{809FB037-3D22-9118-12CF-67E3ACC893F4}"/>
              </a:ext>
            </a:extLst>
          </p:cNvPr>
          <p:cNvSpPr/>
          <p:nvPr/>
        </p:nvSpPr>
        <p:spPr>
          <a:xfrm>
            <a:off x="4343400" y="3319272"/>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PF 1.0: ID.IM-P; CT.PO-P; CT.DM-P</a:t>
            </a:r>
          </a:p>
          <a:p>
            <a:pPr algn="l">
              <a:buNone/>
            </a:pPr>
            <a:r>
              <a:rPr lang="en-US" sz="1900">
                <a:solidFill>
                  <a:srgbClr val="201134"/>
                </a:solidFill>
                <a:effectLst/>
                <a:latin typeface="Arial" panose="020B0604020202020204" pitchFamily="34" charset="0"/>
              </a:rPr>
              <a:t>Purpose, authorized processing, requests, and disposal.</a:t>
            </a:r>
            <a:endParaRPr lang="en-US"/>
          </a:p>
        </p:txBody>
      </p:sp>
      <p:sp>
        <p:nvSpPr>
          <p:cNvPr id="18147" name="Rectangle 18146">
            <a:extLst>
              <a:ext uri="{FF2B5EF4-FFF2-40B4-BE49-F238E27FC236}">
                <a16:creationId xmlns:a16="http://schemas.microsoft.com/office/drawing/2014/main" id="{1B9AAE24-B1D1-6A56-D7BF-DE2D2C5A4FBE}"/>
              </a:ext>
            </a:extLst>
          </p:cNvPr>
          <p:cNvSpPr/>
          <p:nvPr/>
        </p:nvSpPr>
        <p:spPr>
          <a:xfrm>
            <a:off x="594360" y="4407408"/>
            <a:ext cx="10972800" cy="1005840"/>
          </a:xfrm>
          <a:prstGeom prst="rect">
            <a:avLst/>
          </a:prstGeom>
          <a:solidFill>
            <a:srgbClr val="EEE7F7"/>
          </a:solidFill>
          <a:ln w="12700">
            <a:solidFill>
              <a:srgbClr val="B799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56" name="Rectangle 18255">
            <a:extLst>
              <a:ext uri="{FF2B5EF4-FFF2-40B4-BE49-F238E27FC236}">
                <a16:creationId xmlns:a16="http://schemas.microsoft.com/office/drawing/2014/main" id="{B0890545-0425-2000-6181-C959EF1BE58E}"/>
              </a:ext>
            </a:extLst>
          </p:cNvPr>
          <p:cNvSpPr/>
          <p:nvPr/>
        </p:nvSpPr>
        <p:spPr>
          <a:xfrm>
            <a:off x="822960" y="4517136"/>
            <a:ext cx="3218688"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810FFB"/>
                </a:solidFill>
                <a:effectLst/>
                <a:latin typeface="Arial" panose="020B0604020202020204" pitchFamily="34" charset="0"/>
              </a:rPr>
              <a:t>Protection and obligations</a:t>
            </a:r>
          </a:p>
          <a:p>
            <a:pPr algn="l">
              <a:buNone/>
            </a:pPr>
            <a:r>
              <a:rPr lang="en-US" sz="100">
                <a:effectLst/>
              </a:rPr>
              <a:t> </a:t>
            </a:r>
            <a:endParaRPr lang="en-US"/>
          </a:p>
        </p:txBody>
      </p:sp>
      <p:sp>
        <p:nvSpPr>
          <p:cNvPr id="18366" name="Rectangle 18365">
            <a:extLst>
              <a:ext uri="{FF2B5EF4-FFF2-40B4-BE49-F238E27FC236}">
                <a16:creationId xmlns:a16="http://schemas.microsoft.com/office/drawing/2014/main" id="{DA054AF1-5528-0F21-0B8F-A1C23D70800E}"/>
              </a:ext>
            </a:extLst>
          </p:cNvPr>
          <p:cNvSpPr/>
          <p:nvPr/>
        </p:nvSpPr>
        <p:spPr>
          <a:xfrm>
            <a:off x="4343400" y="4517136"/>
            <a:ext cx="6885432" cy="76809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a:solidFill>
                  <a:srgbClr val="201134"/>
                </a:solidFill>
                <a:effectLst/>
                <a:latin typeface="Arial" panose="020B0604020202020204" pitchFamily="34" charset="0"/>
              </a:rPr>
              <a:t>PF 1.0: PR.DS-P; GV.PO-P</a:t>
            </a:r>
          </a:p>
          <a:p>
            <a:pPr algn="l">
              <a:buNone/>
            </a:pPr>
            <a:r>
              <a:rPr lang="en-US" sz="1900">
                <a:solidFill>
                  <a:srgbClr val="201134"/>
                </a:solidFill>
                <a:effectLst/>
                <a:latin typeface="Arial" panose="020B0604020202020204" pitchFamily="34" charset="0"/>
              </a:rPr>
              <a:t>CSF 2.0: GV.OC-03; PR.AT-01</a:t>
            </a:r>
          </a:p>
          <a:p>
            <a:pPr algn="l">
              <a:buNone/>
            </a:pPr>
            <a:r>
              <a:rPr lang="en-US" sz="1900">
                <a:solidFill>
                  <a:srgbClr val="201134"/>
                </a:solidFill>
                <a:effectLst/>
                <a:latin typeface="Arial" panose="020B0604020202020204" pitchFamily="34" charset="0"/>
              </a:rPr>
              <a:t>Client duties and security awareness.</a:t>
            </a:r>
            <a:endParaRPr lang="en-US"/>
          </a:p>
        </p:txBody>
      </p:sp>
      <p:pic>
        <p:nvPicPr>
          <p:cNvPr id="20019" name="synozur-logo" descr="Synozur Alliance official logo">
            <a:extLst>
              <a:ext uri="{FF2B5EF4-FFF2-40B4-BE49-F238E27FC236}">
                <a16:creationId xmlns:a16="http://schemas.microsoft.com/office/drawing/2014/main" id="{338FB552-8858-1C6B-9370-737069C81792}"/>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3203569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4FC"/>
        </a:solidFill>
        <a:effectLst/>
      </p:bgPr>
    </p:bg>
    <p:spTree>
      <p:nvGrpSpPr>
        <p:cNvPr id="1" name=""/>
        <p:cNvGrpSpPr/>
        <p:nvPr/>
      </p:nvGrpSpPr>
      <p:grpSpPr>
        <a:xfrm>
          <a:off x="0" y="0"/>
          <a:ext cx="0" cy="0"/>
          <a:chOff x="0" y="0"/>
          <a:chExt cx="0" cy="0"/>
        </a:xfrm>
      </p:grpSpPr>
      <p:sp>
        <p:nvSpPr>
          <p:cNvPr id="18477" name="Rectangle 18476">
            <a:extLst>
              <a:ext uri="{FF2B5EF4-FFF2-40B4-BE49-F238E27FC236}">
                <a16:creationId xmlns:a16="http://schemas.microsoft.com/office/drawing/2014/main" id="{4CE158FD-5585-1962-2E9A-67D209365B71}"/>
              </a:ext>
            </a:extLst>
          </p:cNvPr>
          <p:cNvSpPr/>
          <p:nvPr/>
        </p:nvSpPr>
        <p:spPr>
          <a:xfrm>
            <a:off x="594360" y="475488"/>
            <a:ext cx="84582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810FFB"/>
                </a:solidFill>
                <a:effectLst/>
                <a:latin typeface="Arial" panose="020B0604020202020204" pitchFamily="34" charset="0"/>
              </a:rPr>
              <a:t>REFERENCE APPENDIX</a:t>
            </a:r>
          </a:p>
          <a:p>
            <a:pPr algn="l">
              <a:buNone/>
            </a:pPr>
            <a:r>
              <a:rPr lang="en-US" sz="100">
                <a:effectLst/>
              </a:rPr>
              <a:t> </a:t>
            </a:r>
            <a:endParaRPr lang="en-US"/>
          </a:p>
        </p:txBody>
      </p:sp>
      <p:sp>
        <p:nvSpPr>
          <p:cNvPr id="18589" name="Rectangle 18588">
            <a:extLst>
              <a:ext uri="{FF2B5EF4-FFF2-40B4-BE49-F238E27FC236}">
                <a16:creationId xmlns:a16="http://schemas.microsoft.com/office/drawing/2014/main" id="{97084CDF-C6FD-A4A5-247B-0592E48AF7E5}"/>
              </a:ext>
            </a:extLst>
          </p:cNvPr>
          <p:cNvSpPr/>
          <p:nvPr/>
        </p:nvSpPr>
        <p:spPr>
          <a:xfrm>
            <a:off x="594360" y="950976"/>
            <a:ext cx="10835640" cy="75895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000" b="1">
                <a:solidFill>
                  <a:srgbClr val="201134"/>
                </a:solidFill>
                <a:effectLst/>
                <a:latin typeface="Arial" panose="020B0604020202020204" pitchFamily="34" charset="0"/>
              </a:rPr>
              <a:t>References and policy precedence</a:t>
            </a:r>
          </a:p>
          <a:p>
            <a:pPr algn="l">
              <a:buNone/>
            </a:pPr>
            <a:r>
              <a:rPr lang="en-US" sz="100">
                <a:effectLst/>
              </a:rPr>
              <a:t> </a:t>
            </a:r>
            <a:endParaRPr lang="en-US"/>
          </a:p>
        </p:txBody>
      </p:sp>
      <p:sp>
        <p:nvSpPr>
          <p:cNvPr id="18702" name="Rectangle 18701">
            <a:extLst>
              <a:ext uri="{FF2B5EF4-FFF2-40B4-BE49-F238E27FC236}">
                <a16:creationId xmlns:a16="http://schemas.microsoft.com/office/drawing/2014/main" id="{102DFA81-CB7B-65E6-64D3-23AF7B1713E5}"/>
              </a:ext>
            </a:extLst>
          </p:cNvPr>
          <p:cNvSpPr/>
          <p:nvPr/>
        </p:nvSpPr>
        <p:spPr>
          <a:xfrm>
            <a:off x="594360" y="5687568"/>
            <a:ext cx="10241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Reader-facing source titles and full URLs are in the speaker notes.</a:t>
            </a:r>
          </a:p>
          <a:p>
            <a:pPr algn="l">
              <a:buNone/>
            </a:pPr>
            <a:r>
              <a:rPr lang="en-US" sz="100">
                <a:effectLst/>
              </a:rPr>
              <a:t> </a:t>
            </a:r>
            <a:endParaRPr lang="en-US"/>
          </a:p>
        </p:txBody>
      </p:sp>
      <p:sp>
        <p:nvSpPr>
          <p:cNvPr id="18816" name="Rectangle 18815">
            <a:extLst>
              <a:ext uri="{FF2B5EF4-FFF2-40B4-BE49-F238E27FC236}">
                <a16:creationId xmlns:a16="http://schemas.microsoft.com/office/drawing/2014/main" id="{D57817EB-3C96-2163-130D-BA9EE7A89DBA}"/>
              </a:ext>
            </a:extLst>
          </p:cNvPr>
          <p:cNvSpPr/>
          <p:nvPr/>
        </p:nvSpPr>
        <p:spPr>
          <a:xfrm>
            <a:off x="594360" y="6108192"/>
            <a:ext cx="987552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62576E"/>
                </a:solidFill>
                <a:effectLst/>
                <a:latin typeface="Arial" panose="020B0604020202020204" pitchFamily="34" charset="0"/>
              </a:rPr>
              <a:t>SYNOZUR - ANNUAL ATTESTATION - DRAFT FOR REVIEW</a:t>
            </a:r>
            <a:endParaRPr lang="en-US"/>
          </a:p>
        </p:txBody>
      </p:sp>
      <p:sp>
        <p:nvSpPr>
          <p:cNvPr id="18931" name="Rectangle 18930">
            <a:extLst>
              <a:ext uri="{FF2B5EF4-FFF2-40B4-BE49-F238E27FC236}">
                <a16:creationId xmlns:a16="http://schemas.microsoft.com/office/drawing/2014/main" id="{A79FE149-FB12-7E8D-2FD5-71D24CDF6359}"/>
              </a:ext>
            </a:extLst>
          </p:cNvPr>
          <p:cNvSpPr/>
          <p:nvPr/>
        </p:nvSpPr>
        <p:spPr>
          <a:xfrm>
            <a:off x="10972800" y="6108192"/>
            <a:ext cx="594360" cy="2926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62576E"/>
                </a:solidFill>
                <a:effectLst/>
                <a:latin typeface="Arial" panose="020B0604020202020204" pitchFamily="34" charset="0"/>
              </a:rPr>
              <a:t>20</a:t>
            </a:r>
          </a:p>
          <a:p>
            <a:pPr algn="r">
              <a:buNone/>
            </a:pPr>
            <a:r>
              <a:rPr lang="en-US" sz="100">
                <a:effectLst/>
              </a:rPr>
              <a:t> </a:t>
            </a:r>
            <a:endParaRPr lang="en-US"/>
          </a:p>
        </p:txBody>
      </p:sp>
      <p:sp>
        <p:nvSpPr>
          <p:cNvPr id="19047" name="Rectangle 19046">
            <a:extLst>
              <a:ext uri="{FF2B5EF4-FFF2-40B4-BE49-F238E27FC236}">
                <a16:creationId xmlns:a16="http://schemas.microsoft.com/office/drawing/2014/main" id="{56225EA7-B6BD-0536-4F55-3C311F7F8AB5}"/>
              </a:ext>
            </a:extLst>
          </p:cNvPr>
          <p:cNvSpPr/>
          <p:nvPr/>
        </p:nvSpPr>
        <p:spPr>
          <a:xfrm>
            <a:off x="594360" y="1938528"/>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IT Policy</a:t>
            </a:r>
          </a:p>
          <a:p>
            <a:pPr algn="l">
              <a:buNone/>
            </a:pPr>
            <a:r>
              <a:rPr lang="en-US" sz="100">
                <a:effectLst/>
              </a:rPr>
              <a:t> </a:t>
            </a:r>
            <a:endParaRPr lang="en-US"/>
          </a:p>
        </p:txBody>
      </p:sp>
      <p:sp>
        <p:nvSpPr>
          <p:cNvPr id="19164" name="Rectangle 19163">
            <a:extLst>
              <a:ext uri="{FF2B5EF4-FFF2-40B4-BE49-F238E27FC236}">
                <a16:creationId xmlns:a16="http://schemas.microsoft.com/office/drawing/2014/main" id="{A6A45864-8E1A-2F3B-5FBD-5901CF672B74}"/>
              </a:ext>
            </a:extLst>
          </p:cNvPr>
          <p:cNvSpPr/>
          <p:nvPr/>
        </p:nvSpPr>
        <p:spPr>
          <a:xfrm>
            <a:off x="594360" y="2304288"/>
            <a:ext cx="1088136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Rev. 17 February 2026 | Security, authorized tools, AI, and IT support.</a:t>
            </a:r>
          </a:p>
          <a:p>
            <a:pPr algn="l">
              <a:buNone/>
            </a:pPr>
            <a:r>
              <a:rPr lang="en-US" sz="100">
                <a:effectLst/>
              </a:rPr>
              <a:t> </a:t>
            </a:r>
            <a:endParaRPr lang="en-US"/>
          </a:p>
        </p:txBody>
      </p:sp>
      <p:sp>
        <p:nvSpPr>
          <p:cNvPr id="19282" name="Rectangle 19281">
            <a:extLst>
              <a:ext uri="{FF2B5EF4-FFF2-40B4-BE49-F238E27FC236}">
                <a16:creationId xmlns:a16="http://schemas.microsoft.com/office/drawing/2014/main" id="{4CA98B7E-B93B-1A0B-FDFA-64F6BAF86E59}"/>
              </a:ext>
            </a:extLst>
          </p:cNvPr>
          <p:cNvSpPr/>
          <p:nvPr/>
        </p:nvSpPr>
        <p:spPr>
          <a:xfrm>
            <a:off x="594360" y="2724912"/>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Security Policy</a:t>
            </a:r>
          </a:p>
          <a:p>
            <a:pPr algn="l">
              <a:buNone/>
            </a:pPr>
            <a:r>
              <a:rPr lang="en-US" sz="100">
                <a:effectLst/>
              </a:rPr>
              <a:t> </a:t>
            </a:r>
            <a:endParaRPr lang="en-US"/>
          </a:p>
        </p:txBody>
      </p:sp>
      <p:sp>
        <p:nvSpPr>
          <p:cNvPr id="19401" name="Rectangle 19400">
            <a:extLst>
              <a:ext uri="{FF2B5EF4-FFF2-40B4-BE49-F238E27FC236}">
                <a16:creationId xmlns:a16="http://schemas.microsoft.com/office/drawing/2014/main" id="{DB30EAF7-D0D4-0A83-76F7-66813623516B}"/>
              </a:ext>
            </a:extLst>
          </p:cNvPr>
          <p:cNvSpPr/>
          <p:nvPr/>
        </p:nvSpPr>
        <p:spPr>
          <a:xfrm>
            <a:off x="594360" y="3090672"/>
            <a:ext cx="1088136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Governance and Security Policies | Access, retention, incidents, devices, and training.</a:t>
            </a:r>
          </a:p>
          <a:p>
            <a:pPr algn="l">
              <a:buNone/>
            </a:pPr>
            <a:r>
              <a:rPr lang="en-US" sz="100">
                <a:effectLst/>
              </a:rPr>
              <a:t> </a:t>
            </a:r>
            <a:endParaRPr lang="en-US"/>
          </a:p>
        </p:txBody>
      </p:sp>
      <p:sp>
        <p:nvSpPr>
          <p:cNvPr id="19521" name="Rectangle 19520">
            <a:extLst>
              <a:ext uri="{FF2B5EF4-FFF2-40B4-BE49-F238E27FC236}">
                <a16:creationId xmlns:a16="http://schemas.microsoft.com/office/drawing/2014/main" id="{B92D9068-60D8-6EB7-ED8E-54DFD4A738DE}"/>
              </a:ext>
            </a:extLst>
          </p:cNvPr>
          <p:cNvSpPr/>
          <p:nvPr/>
        </p:nvSpPr>
        <p:spPr>
          <a:xfrm>
            <a:off x="594360" y="3511296"/>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NIST CSF 2.0</a:t>
            </a:r>
          </a:p>
          <a:p>
            <a:pPr algn="l">
              <a:buNone/>
            </a:pPr>
            <a:r>
              <a:rPr lang="en-US" sz="100">
                <a:effectLst/>
              </a:rPr>
              <a:t> </a:t>
            </a:r>
            <a:endParaRPr lang="en-US"/>
          </a:p>
        </p:txBody>
      </p:sp>
      <p:sp>
        <p:nvSpPr>
          <p:cNvPr id="19642" name="Rectangle 19641">
            <a:extLst>
              <a:ext uri="{FF2B5EF4-FFF2-40B4-BE49-F238E27FC236}">
                <a16:creationId xmlns:a16="http://schemas.microsoft.com/office/drawing/2014/main" id="{46135196-94C5-6C29-4FBC-5D88343DAA9B}"/>
              </a:ext>
            </a:extLst>
          </p:cNvPr>
          <p:cNvSpPr/>
          <p:nvPr/>
        </p:nvSpPr>
        <p:spPr>
          <a:xfrm>
            <a:off x="594360" y="3877056"/>
            <a:ext cx="1088136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Awareness, governance, policy, and workforce responsibilities.</a:t>
            </a:r>
          </a:p>
          <a:p>
            <a:pPr algn="l">
              <a:buNone/>
            </a:pPr>
            <a:r>
              <a:rPr lang="en-US" sz="100">
                <a:effectLst/>
              </a:rPr>
              <a:t> </a:t>
            </a:r>
            <a:endParaRPr lang="en-US"/>
          </a:p>
        </p:txBody>
      </p:sp>
      <p:sp>
        <p:nvSpPr>
          <p:cNvPr id="19764" name="Rectangle 19763">
            <a:extLst>
              <a:ext uri="{FF2B5EF4-FFF2-40B4-BE49-F238E27FC236}">
                <a16:creationId xmlns:a16="http://schemas.microsoft.com/office/drawing/2014/main" id="{E3328276-937B-348B-E0AB-58BDC30B2408}"/>
              </a:ext>
            </a:extLst>
          </p:cNvPr>
          <p:cNvSpPr/>
          <p:nvPr/>
        </p:nvSpPr>
        <p:spPr>
          <a:xfrm>
            <a:off x="594360" y="4297680"/>
            <a:ext cx="10881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900" b="1">
                <a:solidFill>
                  <a:srgbClr val="810FFB"/>
                </a:solidFill>
                <a:effectLst/>
                <a:latin typeface="Arial" panose="020B0604020202020204" pitchFamily="34" charset="0"/>
              </a:rPr>
              <a:t>NIST Privacy Framework 1.0</a:t>
            </a:r>
          </a:p>
          <a:p>
            <a:pPr algn="l">
              <a:buNone/>
            </a:pPr>
            <a:r>
              <a:rPr lang="en-US" sz="100">
                <a:effectLst/>
              </a:rPr>
              <a:t> </a:t>
            </a:r>
            <a:endParaRPr lang="en-US"/>
          </a:p>
        </p:txBody>
      </p:sp>
      <p:sp>
        <p:nvSpPr>
          <p:cNvPr id="19887" name="Rectangle 19886">
            <a:extLst>
              <a:ext uri="{FF2B5EF4-FFF2-40B4-BE49-F238E27FC236}">
                <a16:creationId xmlns:a16="http://schemas.microsoft.com/office/drawing/2014/main" id="{B087DF7D-00D1-07A9-700A-7615C72145A0}"/>
              </a:ext>
            </a:extLst>
          </p:cNvPr>
          <p:cNvSpPr/>
          <p:nvPr/>
        </p:nvSpPr>
        <p:spPr>
          <a:xfrm>
            <a:off x="594360" y="4663440"/>
            <a:ext cx="108813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201134"/>
                </a:solidFill>
                <a:effectLst/>
                <a:latin typeface="Arial" panose="020B0604020202020204" pitchFamily="34" charset="0"/>
              </a:rPr>
              <a:t>Appendix A Core | Privacy-risk and data-lifecycle outcomes.</a:t>
            </a:r>
          </a:p>
          <a:p>
            <a:pPr algn="l">
              <a:buNone/>
            </a:pPr>
            <a:r>
              <a:rPr lang="en-US" sz="100">
                <a:effectLst/>
              </a:rPr>
              <a:t> </a:t>
            </a:r>
            <a:endParaRPr lang="en-US"/>
          </a:p>
        </p:txBody>
      </p:sp>
      <p:sp>
        <p:nvSpPr>
          <p:cNvPr id="20011" name="Rectangle 20010">
            <a:extLst>
              <a:ext uri="{FF2B5EF4-FFF2-40B4-BE49-F238E27FC236}">
                <a16:creationId xmlns:a16="http://schemas.microsoft.com/office/drawing/2014/main" id="{BA7279A3-413E-FC2C-FA83-B19C4BB8D21B}"/>
              </a:ext>
            </a:extLst>
          </p:cNvPr>
          <p:cNvSpPr/>
          <p:nvPr/>
        </p:nvSpPr>
        <p:spPr>
          <a:xfrm>
            <a:off x="594360" y="5285232"/>
            <a:ext cx="1078992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700" b="1">
                <a:solidFill>
                  <a:srgbClr val="201134"/>
                </a:solidFill>
                <a:effectLst/>
                <a:latin typeface="Arial" panose="020B0604020202020204" pitchFamily="34" charset="0"/>
              </a:rPr>
              <a:t>If guidance conflicts, pause and ask the responsible owner. Do not waive requirements yourself.</a:t>
            </a:r>
          </a:p>
          <a:p>
            <a:pPr algn="l">
              <a:buNone/>
            </a:pPr>
            <a:r>
              <a:rPr lang="en-US" sz="100">
                <a:effectLst/>
              </a:rPr>
              <a:t> </a:t>
            </a:r>
            <a:endParaRPr lang="en-US"/>
          </a:p>
        </p:txBody>
      </p:sp>
      <p:pic>
        <p:nvPicPr>
          <p:cNvPr id="20020" name="synozur-logo" descr="Synozur Alliance official logo">
            <a:extLst>
              <a:ext uri="{FF2B5EF4-FFF2-40B4-BE49-F238E27FC236}">
                <a16:creationId xmlns:a16="http://schemas.microsoft.com/office/drawing/2014/main" id="{8A73ED62-576B-BF71-2D9A-EC8247EEF79B}"/>
              </a:ext>
            </a:extLst>
          </p:cNvPr>
          <p:cNvPicPr>
            <a:picLocks noChangeAspect="1"/>
          </p:cNvPicPr>
          <p:nvPr/>
        </p:nvPicPr>
        <p:blipFill>
          <a:blip r:embed="rId3"/>
          <a:stretch>
            <a:fillRect/>
          </a:stretch>
        </p:blipFill>
        <p:spPr>
          <a:xfrm>
            <a:off x="9628632" y="475488"/>
            <a:ext cx="1920239" cy="521315"/>
          </a:xfrm>
          <a:prstGeom prst="rect">
            <a:avLst/>
          </a:prstGeom>
        </p:spPr>
      </p:pic>
    </p:spTree>
    <p:extLst>
      <p:ext uri="{BB962C8B-B14F-4D97-AF65-F5344CB8AC3E}">
        <p14:creationId xmlns:p14="http://schemas.microsoft.com/office/powerpoint/2010/main" val="2189822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20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revision>1</cp:revision>
  <dcterms:created xsi:type="dcterms:W3CDTF">2026-09-23T20:14:33Z</dcterms:created>
  <dcterms:modified xsi:type="dcterms:W3CDTF">2026-09-23T20:37:46Z</dcterms:modified>
  <cp:category/>
</cp:coreProperties>
</file>